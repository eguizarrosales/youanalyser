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145706245" r:id="rId5"/>
    <p:sldId id="2145706246" r:id="rId6"/>
  </p:sldIdLst>
  <p:sldSz cx="12192000" cy="6858000"/>
  <p:notesSz cx="6858000" cy="9144000"/>
  <p:custDataLst>
    <p:tags r:id="rId8"/>
  </p:custDataLst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7673" userDrawn="1">
          <p15:clr>
            <a:srgbClr val="A4A3A4"/>
          </p15:clr>
        </p15:guide>
        <p15:guide id="4" orient="horz" pos="3022" userDrawn="1">
          <p15:clr>
            <a:srgbClr val="A4A3A4"/>
          </p15:clr>
        </p15:guide>
        <p15:guide id="5" orient="horz" pos="9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6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72E8A7-CFB7-421C-9AC2-9FD4640CE3D0}" v="1" dt="2026-08-28T12:52:18.0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28" autoAdjust="0"/>
  </p:normalViewPr>
  <p:slideViewPr>
    <p:cSldViewPr snapToGrid="0" showGuides="1">
      <p:cViewPr varScale="1">
        <p:scale>
          <a:sx n="90" d="100"/>
          <a:sy n="90" d="100"/>
        </p:scale>
        <p:origin x="96" y="528"/>
      </p:cViewPr>
      <p:guideLst>
        <p:guide orient="horz" pos="1570"/>
        <p:guide pos="7673"/>
        <p:guide orient="horz" pos="3022"/>
        <p:guide orient="horz" pos="9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nuel Guizar Rosales" userId="3c96448b-a9c8-436e-8abe-c5b4b4d9e6f9" providerId="ADAL" clId="{B605DF44-99A7-4174-AEDD-40640F13E72F}"/>
    <pc:docChg chg="undo custSel addSld delSld modSld delSection">
      <pc:chgData name="Emmanuel Guizar Rosales" userId="3c96448b-a9c8-436e-8abe-c5b4b4d9e6f9" providerId="ADAL" clId="{B605DF44-99A7-4174-AEDD-40640F13E72F}" dt="2026-08-28T12:51:50.917" v="284" actId="27918"/>
      <pc:docMkLst>
        <pc:docMk/>
      </pc:docMkLst>
      <pc:sldChg chg="del">
        <pc:chgData name="Emmanuel Guizar Rosales" userId="3c96448b-a9c8-436e-8abe-c5b4b4d9e6f9" providerId="ADAL" clId="{B605DF44-99A7-4174-AEDD-40640F13E72F}" dt="2026-08-27T07:35:49.731" v="163" actId="47"/>
        <pc:sldMkLst>
          <pc:docMk/>
          <pc:sldMk cId="1102268804" sldId="2145706243"/>
        </pc:sldMkLst>
      </pc:sldChg>
      <pc:sldChg chg="del">
        <pc:chgData name="Emmanuel Guizar Rosales" userId="3c96448b-a9c8-436e-8abe-c5b4b4d9e6f9" providerId="ADAL" clId="{B605DF44-99A7-4174-AEDD-40640F13E72F}" dt="2026-08-27T07:35:51.777" v="165" actId="47"/>
        <pc:sldMkLst>
          <pc:docMk/>
          <pc:sldMk cId="789712583" sldId="2145706244"/>
        </pc:sldMkLst>
      </pc:sldChg>
      <pc:sldChg chg="addSp delSp modSp mod">
        <pc:chgData name="Emmanuel Guizar Rosales" userId="3c96448b-a9c8-436e-8abe-c5b4b4d9e6f9" providerId="ADAL" clId="{B605DF44-99A7-4174-AEDD-40640F13E72F}" dt="2026-08-28T12:51:29.332" v="278" actId="27918"/>
        <pc:sldMkLst>
          <pc:docMk/>
          <pc:sldMk cId="265861374" sldId="2145706245"/>
        </pc:sldMkLst>
        <pc:spChg chg="mod">
          <ac:chgData name="Emmanuel Guizar Rosales" userId="3c96448b-a9c8-436e-8abe-c5b4b4d9e6f9" providerId="ADAL" clId="{B605DF44-99A7-4174-AEDD-40640F13E72F}" dt="2026-08-27T07:57:21.173" v="177" actId="20577"/>
          <ac:spMkLst>
            <pc:docMk/>
            <pc:sldMk cId="265861374" sldId="2145706245"/>
            <ac:spMk id="2" creationId="{A9D4970F-0B46-03F5-30FB-E10D141CCCDF}"/>
          </ac:spMkLst>
        </pc:spChg>
        <pc:spChg chg="mod">
          <ac:chgData name="Emmanuel Guizar Rosales" userId="3c96448b-a9c8-436e-8abe-c5b4b4d9e6f9" providerId="ADAL" clId="{B605DF44-99A7-4174-AEDD-40640F13E72F}" dt="2026-08-27T07:30:48.642" v="85" actId="20577"/>
          <ac:spMkLst>
            <pc:docMk/>
            <pc:sldMk cId="265861374" sldId="2145706245"/>
            <ac:spMk id="3" creationId="{88B31339-4544-9783-9AF8-90E85A60F2F0}"/>
          </ac:spMkLst>
        </pc:spChg>
        <pc:spChg chg="mod">
          <ac:chgData name="Emmanuel Guizar Rosales" userId="3c96448b-a9c8-436e-8abe-c5b4b4d9e6f9" providerId="ADAL" clId="{B605DF44-99A7-4174-AEDD-40640F13E72F}" dt="2026-08-27T09:29:03.056" v="256" actId="1076"/>
          <ac:spMkLst>
            <pc:docMk/>
            <pc:sldMk cId="265861374" sldId="2145706245"/>
            <ac:spMk id="21" creationId="{4314A1F2-FDBB-8282-5777-8CD6E5839446}"/>
          </ac:spMkLst>
        </pc:spChg>
        <pc:spChg chg="del">
          <ac:chgData name="Emmanuel Guizar Rosales" userId="3c96448b-a9c8-436e-8abe-c5b4b4d9e6f9" providerId="ADAL" clId="{B605DF44-99A7-4174-AEDD-40640F13E72F}" dt="2026-08-27T07:31:26.373" v="103" actId="478"/>
          <ac:spMkLst>
            <pc:docMk/>
            <pc:sldMk cId="265861374" sldId="2145706245"/>
            <ac:spMk id="28" creationId="{73F35646-D17C-064C-3AB4-3A7C48796AB8}"/>
          </ac:spMkLst>
        </pc:spChg>
        <pc:spChg chg="del">
          <ac:chgData name="Emmanuel Guizar Rosales" userId="3c96448b-a9c8-436e-8abe-c5b4b4d9e6f9" providerId="ADAL" clId="{B605DF44-99A7-4174-AEDD-40640F13E72F}" dt="2026-08-27T07:31:26.373" v="103" actId="478"/>
          <ac:spMkLst>
            <pc:docMk/>
            <pc:sldMk cId="265861374" sldId="2145706245"/>
            <ac:spMk id="33" creationId="{ACA32B52-CC58-D747-EB92-80F8A2956FB7}"/>
          </ac:spMkLst>
        </pc:spChg>
        <pc:spChg chg="del">
          <ac:chgData name="Emmanuel Guizar Rosales" userId="3c96448b-a9c8-436e-8abe-c5b4b4d9e6f9" providerId="ADAL" clId="{B605DF44-99A7-4174-AEDD-40640F13E72F}" dt="2026-08-27T07:31:26.373" v="103" actId="478"/>
          <ac:spMkLst>
            <pc:docMk/>
            <pc:sldMk cId="265861374" sldId="2145706245"/>
            <ac:spMk id="34" creationId="{8C12B04D-8309-BE62-279F-7C2ECC2D1CD6}"/>
          </ac:spMkLst>
        </pc:spChg>
        <pc:spChg chg="del">
          <ac:chgData name="Emmanuel Guizar Rosales" userId="3c96448b-a9c8-436e-8abe-c5b4b4d9e6f9" providerId="ADAL" clId="{B605DF44-99A7-4174-AEDD-40640F13E72F}" dt="2026-08-27T07:31:26.373" v="103" actId="478"/>
          <ac:spMkLst>
            <pc:docMk/>
            <pc:sldMk cId="265861374" sldId="2145706245"/>
            <ac:spMk id="35" creationId="{A1C65B5D-8FC5-40D0-8F4E-D6BE09570351}"/>
          </ac:spMkLst>
        </pc:spChg>
        <pc:spChg chg="del">
          <ac:chgData name="Emmanuel Guizar Rosales" userId="3c96448b-a9c8-436e-8abe-c5b4b4d9e6f9" providerId="ADAL" clId="{B605DF44-99A7-4174-AEDD-40640F13E72F}" dt="2026-08-27T07:31:26.373" v="103" actId="478"/>
          <ac:spMkLst>
            <pc:docMk/>
            <pc:sldMk cId="265861374" sldId="2145706245"/>
            <ac:spMk id="36" creationId="{E2139A7A-93E0-6FC2-0DA0-08B47132EBB6}"/>
          </ac:spMkLst>
        </pc:spChg>
        <pc:spChg chg="del">
          <ac:chgData name="Emmanuel Guizar Rosales" userId="3c96448b-a9c8-436e-8abe-c5b4b4d9e6f9" providerId="ADAL" clId="{B605DF44-99A7-4174-AEDD-40640F13E72F}" dt="2026-08-27T07:31:26.373" v="103" actId="478"/>
          <ac:spMkLst>
            <pc:docMk/>
            <pc:sldMk cId="265861374" sldId="2145706245"/>
            <ac:spMk id="37" creationId="{F2D88505-7DAC-2923-E8F0-EFBF475ECB17}"/>
          </ac:spMkLst>
        </pc:spChg>
        <pc:spChg chg="del">
          <ac:chgData name="Emmanuel Guizar Rosales" userId="3c96448b-a9c8-436e-8abe-c5b4b4d9e6f9" providerId="ADAL" clId="{B605DF44-99A7-4174-AEDD-40640F13E72F}" dt="2026-08-27T07:31:26.373" v="103" actId="478"/>
          <ac:spMkLst>
            <pc:docMk/>
            <pc:sldMk cId="265861374" sldId="2145706245"/>
            <ac:spMk id="41" creationId="{030E4905-0198-1155-13E0-E6690AE96F6C}"/>
          </ac:spMkLst>
        </pc:spChg>
        <pc:spChg chg="del">
          <ac:chgData name="Emmanuel Guizar Rosales" userId="3c96448b-a9c8-436e-8abe-c5b4b4d9e6f9" providerId="ADAL" clId="{B605DF44-99A7-4174-AEDD-40640F13E72F}" dt="2026-08-27T07:31:31.618" v="105" actId="478"/>
          <ac:spMkLst>
            <pc:docMk/>
            <pc:sldMk cId="265861374" sldId="2145706245"/>
            <ac:spMk id="47" creationId="{B5F0088A-BBE9-3A70-F0DB-32024BFA3C02}"/>
          </ac:spMkLst>
        </pc:spChg>
        <pc:spChg chg="del">
          <ac:chgData name="Emmanuel Guizar Rosales" userId="3c96448b-a9c8-436e-8abe-c5b4b4d9e6f9" providerId="ADAL" clId="{B605DF44-99A7-4174-AEDD-40640F13E72F}" dt="2026-08-27T07:31:28.459" v="104" actId="478"/>
          <ac:spMkLst>
            <pc:docMk/>
            <pc:sldMk cId="265861374" sldId="2145706245"/>
            <ac:spMk id="48" creationId="{F84D392A-C65A-B795-F5D7-49267B209FAB}"/>
          </ac:spMkLst>
        </pc:spChg>
        <pc:grpChg chg="del">
          <ac:chgData name="Emmanuel Guizar Rosales" userId="3c96448b-a9c8-436e-8abe-c5b4b4d9e6f9" providerId="ADAL" clId="{B605DF44-99A7-4174-AEDD-40640F13E72F}" dt="2026-08-27T07:31:26.373" v="103" actId="478"/>
          <ac:grpSpMkLst>
            <pc:docMk/>
            <pc:sldMk cId="265861374" sldId="2145706245"/>
            <ac:grpSpMk id="38" creationId="{8029EA70-07A7-9C5F-F40B-32420C4CEB45}"/>
          </ac:grpSpMkLst>
        </pc:grpChg>
        <pc:grpChg chg="del">
          <ac:chgData name="Emmanuel Guizar Rosales" userId="3c96448b-a9c8-436e-8abe-c5b4b4d9e6f9" providerId="ADAL" clId="{B605DF44-99A7-4174-AEDD-40640F13E72F}" dt="2026-08-27T07:31:08.464" v="98" actId="478"/>
          <ac:grpSpMkLst>
            <pc:docMk/>
            <pc:sldMk cId="265861374" sldId="2145706245"/>
            <ac:grpSpMk id="42" creationId="{C3241BA9-649E-5D72-3CE1-F6196E4A9FEB}"/>
          </ac:grpSpMkLst>
        </pc:grpChg>
        <pc:graphicFrameChg chg="add mod">
          <ac:chgData name="Emmanuel Guizar Rosales" userId="3c96448b-a9c8-436e-8abe-c5b4b4d9e6f9" providerId="ADAL" clId="{B605DF44-99A7-4174-AEDD-40640F13E72F}" dt="2026-08-27T07:30:04.363" v="5"/>
          <ac:graphicFrameMkLst>
            <pc:docMk/>
            <pc:sldMk cId="265861374" sldId="2145706245"/>
            <ac:graphicFrameMk id="6" creationId="{DCEF67F6-4AC1-9BFC-A09F-E4543BA43384}"/>
          </ac:graphicFrameMkLst>
        </pc:graphicFrameChg>
        <pc:graphicFrameChg chg="add mod">
          <ac:chgData name="Emmanuel Guizar Rosales" userId="3c96448b-a9c8-436e-8abe-c5b4b4d9e6f9" providerId="ADAL" clId="{B605DF44-99A7-4174-AEDD-40640F13E72F}" dt="2026-08-27T07:31:53.984" v="108"/>
          <ac:graphicFrameMkLst>
            <pc:docMk/>
            <pc:sldMk cId="265861374" sldId="2145706245"/>
            <ac:graphicFrameMk id="7" creationId="{799B5202-45A9-49F0-CC28-0EBBCBAED4A6}"/>
          </ac:graphicFrameMkLst>
        </pc:graphicFrameChg>
        <pc:graphicFrameChg chg="add del mod">
          <ac:chgData name="Emmanuel Guizar Rosales" userId="3c96448b-a9c8-436e-8abe-c5b4b4d9e6f9" providerId="ADAL" clId="{B605DF44-99A7-4174-AEDD-40640F13E72F}" dt="2026-08-27T09:28:46.139" v="252" actId="478"/>
          <ac:graphicFrameMkLst>
            <pc:docMk/>
            <pc:sldMk cId="265861374" sldId="2145706245"/>
            <ac:graphicFrameMk id="8" creationId="{799B5202-45A9-49F0-CC28-0EBBCBAED4A6}"/>
          </ac:graphicFrameMkLst>
        </pc:graphicFrameChg>
        <pc:graphicFrameChg chg="add mod">
          <ac:chgData name="Emmanuel Guizar Rosales" userId="3c96448b-a9c8-436e-8abe-c5b4b4d9e6f9" providerId="ADAL" clId="{B605DF44-99A7-4174-AEDD-40640F13E72F}" dt="2026-08-27T09:29:22.963" v="259" actId="14100"/>
          <ac:graphicFrameMkLst>
            <pc:docMk/>
            <pc:sldMk cId="265861374" sldId="2145706245"/>
            <ac:graphicFrameMk id="9" creationId="{799B5202-45A9-49F0-CC28-0EBBCBAED4A6}"/>
          </ac:graphicFrameMkLst>
        </pc:graphicFrameChg>
        <pc:graphicFrameChg chg="del">
          <ac:chgData name="Emmanuel Guizar Rosales" userId="3c96448b-a9c8-436e-8abe-c5b4b4d9e6f9" providerId="ADAL" clId="{B605DF44-99A7-4174-AEDD-40640F13E72F}" dt="2026-08-27T07:31:19.357" v="101" actId="478"/>
          <ac:graphicFrameMkLst>
            <pc:docMk/>
            <pc:sldMk cId="265861374" sldId="2145706245"/>
            <ac:graphicFrameMk id="22" creationId="{6576CE87-9A6A-A923-5A12-BF405DC0ABA1}"/>
          </ac:graphicFrameMkLst>
        </pc:graphicFrameChg>
        <pc:graphicFrameChg chg="del">
          <ac:chgData name="Emmanuel Guizar Rosales" userId="3c96448b-a9c8-436e-8abe-c5b4b4d9e6f9" providerId="ADAL" clId="{B605DF44-99A7-4174-AEDD-40640F13E72F}" dt="2026-08-27T07:31:15.081" v="99" actId="478"/>
          <ac:graphicFrameMkLst>
            <pc:docMk/>
            <pc:sldMk cId="265861374" sldId="2145706245"/>
            <ac:graphicFrameMk id="23" creationId="{57888D6B-CCC6-4429-D9B6-E5994971B6C3}"/>
          </ac:graphicFrameMkLst>
        </pc:graphicFrameChg>
        <pc:graphicFrameChg chg="del">
          <ac:chgData name="Emmanuel Guizar Rosales" userId="3c96448b-a9c8-436e-8abe-c5b4b4d9e6f9" providerId="ADAL" clId="{B605DF44-99A7-4174-AEDD-40640F13E72F}" dt="2026-08-27T07:31:21.759" v="102" actId="478"/>
          <ac:graphicFrameMkLst>
            <pc:docMk/>
            <pc:sldMk cId="265861374" sldId="2145706245"/>
            <ac:graphicFrameMk id="24" creationId="{B8C9D0C1-1647-AE5A-7733-CC897EFA21AD}"/>
          </ac:graphicFrameMkLst>
        </pc:graphicFrameChg>
        <pc:graphicFrameChg chg="del">
          <ac:chgData name="Emmanuel Guizar Rosales" userId="3c96448b-a9c8-436e-8abe-c5b4b4d9e6f9" providerId="ADAL" clId="{B605DF44-99A7-4174-AEDD-40640F13E72F}" dt="2026-08-27T07:31:16.925" v="100" actId="478"/>
          <ac:graphicFrameMkLst>
            <pc:docMk/>
            <pc:sldMk cId="265861374" sldId="2145706245"/>
            <ac:graphicFrameMk id="25" creationId="{D28DF0B3-698F-C7DA-D36A-0B5053723CF8}"/>
          </ac:graphicFrameMkLst>
        </pc:graphicFrameChg>
        <pc:graphicFrameChg chg="del">
          <ac:chgData name="Emmanuel Guizar Rosales" userId="3c96448b-a9c8-436e-8abe-c5b4b4d9e6f9" providerId="ADAL" clId="{B605DF44-99A7-4174-AEDD-40640F13E72F}" dt="2026-08-27T07:31:26.373" v="103" actId="478"/>
          <ac:graphicFrameMkLst>
            <pc:docMk/>
            <pc:sldMk cId="265861374" sldId="2145706245"/>
            <ac:graphicFrameMk id="27" creationId="{F62C8AAB-33BE-F096-EA97-493DA775C047}"/>
          </ac:graphicFrameMkLst>
        </pc:graphicFrameChg>
      </pc:sldChg>
      <pc:sldChg chg="addSp delSp modSp new mod">
        <pc:chgData name="Emmanuel Guizar Rosales" userId="3c96448b-a9c8-436e-8abe-c5b4b4d9e6f9" providerId="ADAL" clId="{B605DF44-99A7-4174-AEDD-40640F13E72F}" dt="2026-08-28T12:51:50.917" v="284" actId="27918"/>
        <pc:sldMkLst>
          <pc:docMk/>
          <pc:sldMk cId="1199391307" sldId="2145706246"/>
        </pc:sldMkLst>
        <pc:spChg chg="mod">
          <ac:chgData name="Emmanuel Guizar Rosales" userId="3c96448b-a9c8-436e-8abe-c5b4b4d9e6f9" providerId="ADAL" clId="{B605DF44-99A7-4174-AEDD-40640F13E72F}" dt="2026-08-27T08:01:21.016" v="227" actId="20577"/>
          <ac:spMkLst>
            <pc:docMk/>
            <pc:sldMk cId="1199391307" sldId="2145706246"/>
            <ac:spMk id="2" creationId="{77FFCB39-CBE7-1A07-0BEB-2B0B6DAF5669}"/>
          </ac:spMkLst>
        </pc:spChg>
        <pc:spChg chg="del">
          <ac:chgData name="Emmanuel Guizar Rosales" userId="3c96448b-a9c8-436e-8abe-c5b4b4d9e6f9" providerId="ADAL" clId="{B605DF44-99A7-4174-AEDD-40640F13E72F}" dt="2026-08-27T08:03:19.391" v="250" actId="478"/>
          <ac:spMkLst>
            <pc:docMk/>
            <pc:sldMk cId="1199391307" sldId="2145706246"/>
            <ac:spMk id="6" creationId="{03A46769-D4C0-544D-6DA3-E8DD9923314E}"/>
          </ac:spMkLst>
        </pc:spChg>
        <pc:spChg chg="add">
          <ac:chgData name="Emmanuel Guizar Rosales" userId="3c96448b-a9c8-436e-8abe-c5b4b4d9e6f9" providerId="ADAL" clId="{B605DF44-99A7-4174-AEDD-40640F13E72F}" dt="2026-08-27T08:00:15.051" v="186" actId="22"/>
          <ac:spMkLst>
            <pc:docMk/>
            <pc:sldMk cId="1199391307" sldId="2145706246"/>
            <ac:spMk id="9" creationId="{D4E69A35-8171-7902-D8A3-64C9D21A07CB}"/>
          </ac:spMkLst>
        </pc:spChg>
        <pc:spChg chg="add mod">
          <ac:chgData name="Emmanuel Guizar Rosales" userId="3c96448b-a9c8-436e-8abe-c5b4b4d9e6f9" providerId="ADAL" clId="{B605DF44-99A7-4174-AEDD-40640F13E72F}" dt="2026-08-27T08:03:19.822" v="251"/>
          <ac:spMkLst>
            <pc:docMk/>
            <pc:sldMk cId="1199391307" sldId="2145706246"/>
            <ac:spMk id="14" creationId="{9A6B7389-A6D4-7060-9FF6-5739EA20B370}"/>
          </ac:spMkLst>
        </pc:spChg>
        <pc:graphicFrameChg chg="add del mod">
          <ac:chgData name="Emmanuel Guizar Rosales" userId="3c96448b-a9c8-436e-8abe-c5b4b4d9e6f9" providerId="ADAL" clId="{B605DF44-99A7-4174-AEDD-40640F13E72F}" dt="2026-08-27T08:01:29.912" v="228" actId="478"/>
          <ac:graphicFrameMkLst>
            <pc:docMk/>
            <pc:sldMk cId="1199391307" sldId="2145706246"/>
            <ac:graphicFrameMk id="7" creationId="{E835C12C-CEE5-6402-74D4-892CA1855C87}"/>
          </ac:graphicFrameMkLst>
        </pc:graphicFrameChg>
        <pc:graphicFrameChg chg="add mod">
          <ac:chgData name="Emmanuel Guizar Rosales" userId="3c96448b-a9c8-436e-8abe-c5b4b4d9e6f9" providerId="ADAL" clId="{B605DF44-99A7-4174-AEDD-40640F13E72F}" dt="2026-08-27T08:01:43.577" v="231"/>
          <ac:graphicFrameMkLst>
            <pc:docMk/>
            <pc:sldMk cId="1199391307" sldId="2145706246"/>
            <ac:graphicFrameMk id="10" creationId="{E835C12C-CEE5-6402-74D4-892CA1855C87}"/>
          </ac:graphicFrameMkLst>
        </pc:graphicFrameChg>
        <pc:graphicFrameChg chg="add del mod">
          <ac:chgData name="Emmanuel Guizar Rosales" userId="3c96448b-a9c8-436e-8abe-c5b4b4d9e6f9" providerId="ADAL" clId="{B605DF44-99A7-4174-AEDD-40640F13E72F}" dt="2026-08-27T09:29:39.388" v="260" actId="478"/>
          <ac:graphicFrameMkLst>
            <pc:docMk/>
            <pc:sldMk cId="1199391307" sldId="2145706246"/>
            <ac:graphicFrameMk id="11" creationId="{E835C12C-CEE5-6402-74D4-892CA1855C87}"/>
          </ac:graphicFrameMkLst>
        </pc:graphicFrameChg>
        <pc:graphicFrameChg chg="add mod">
          <ac:chgData name="Emmanuel Guizar Rosales" userId="3c96448b-a9c8-436e-8abe-c5b4b4d9e6f9" providerId="ADAL" clId="{B605DF44-99A7-4174-AEDD-40640F13E72F}" dt="2026-08-27T08:02:12.628" v="241"/>
          <ac:graphicFrameMkLst>
            <pc:docMk/>
            <pc:sldMk cId="1199391307" sldId="2145706246"/>
            <ac:graphicFrameMk id="12" creationId="{9D2B15D7-6F1D-43A0-9CA0-82BBB8001626}"/>
          </ac:graphicFrameMkLst>
        </pc:graphicFrameChg>
        <pc:graphicFrameChg chg="add del mod">
          <ac:chgData name="Emmanuel Guizar Rosales" userId="3c96448b-a9c8-436e-8abe-c5b4b4d9e6f9" providerId="ADAL" clId="{B605DF44-99A7-4174-AEDD-40640F13E72F}" dt="2026-08-27T09:29:41.596" v="261" actId="478"/>
          <ac:graphicFrameMkLst>
            <pc:docMk/>
            <pc:sldMk cId="1199391307" sldId="2145706246"/>
            <ac:graphicFrameMk id="13" creationId="{9D2B15D7-6F1D-43A0-9CA0-82BBB8001626}"/>
          </ac:graphicFrameMkLst>
        </pc:graphicFrameChg>
        <pc:graphicFrameChg chg="add mod">
          <ac:chgData name="Emmanuel Guizar Rosales" userId="3c96448b-a9c8-436e-8abe-c5b4b4d9e6f9" providerId="ADAL" clId="{B605DF44-99A7-4174-AEDD-40640F13E72F}" dt="2026-08-27T09:30:20.579" v="266" actId="14100"/>
          <ac:graphicFrameMkLst>
            <pc:docMk/>
            <pc:sldMk cId="1199391307" sldId="2145706246"/>
            <ac:graphicFrameMk id="15" creationId="{E835C12C-CEE5-6402-74D4-892CA1855C87}"/>
          </ac:graphicFrameMkLst>
        </pc:graphicFrameChg>
        <pc:graphicFrameChg chg="add mod">
          <ac:chgData name="Emmanuel Guizar Rosales" userId="3c96448b-a9c8-436e-8abe-c5b4b4d9e6f9" providerId="ADAL" clId="{B605DF44-99A7-4174-AEDD-40640F13E72F}" dt="2026-08-27T09:31:14.648" v="273" actId="14100"/>
          <ac:graphicFrameMkLst>
            <pc:docMk/>
            <pc:sldMk cId="1199391307" sldId="2145706246"/>
            <ac:graphicFrameMk id="16" creationId="{9D2B15D7-6F1D-43A0-9CA0-82BBB8001626}"/>
          </ac:graphicFrameMkLst>
        </pc:graphicFrameChg>
      </pc:sldChg>
      <pc:sldChg chg="del">
        <pc:chgData name="Emmanuel Guizar Rosales" userId="3c96448b-a9c8-436e-8abe-c5b4b4d9e6f9" providerId="ADAL" clId="{B605DF44-99A7-4174-AEDD-40640F13E72F}" dt="2026-08-27T07:35:50.781" v="164" actId="47"/>
        <pc:sldMkLst>
          <pc:docMk/>
          <pc:sldMk cId="1163026181" sldId="2145706247"/>
        </pc:sldMkLst>
      </pc:sldChg>
      <pc:sldChg chg="new del">
        <pc:chgData name="Emmanuel Guizar Rosales" userId="3c96448b-a9c8-436e-8abe-c5b4b4d9e6f9" providerId="ADAL" clId="{B605DF44-99A7-4174-AEDD-40640F13E72F}" dt="2026-08-27T07:29:55.280" v="3" actId="680"/>
        <pc:sldMkLst>
          <pc:docMk/>
          <pc:sldMk cId="194962444" sldId="2145706248"/>
        </pc:sldMkLst>
      </pc:sldChg>
      <pc:sldChg chg="new del">
        <pc:chgData name="Emmanuel Guizar Rosales" userId="3c96448b-a9c8-436e-8abe-c5b4b4d9e6f9" providerId="ADAL" clId="{B605DF44-99A7-4174-AEDD-40640F13E72F}" dt="2026-08-27T07:30:19.054" v="8" actId="47"/>
        <pc:sldMkLst>
          <pc:docMk/>
          <pc:sldMk cId="3823878241" sldId="2145706248"/>
        </pc:sldMkLst>
      </pc:sldChg>
      <pc:sldChg chg="add del">
        <pc:chgData name="Emmanuel Guizar Rosales" userId="3c96448b-a9c8-436e-8abe-c5b4b4d9e6f9" providerId="ADAL" clId="{B605DF44-99A7-4174-AEDD-40640F13E72F}" dt="2026-08-27T07:35:48.540" v="162" actId="47"/>
        <pc:sldMkLst>
          <pc:docMk/>
          <pc:sldMk cId="2654944547" sldId="214570624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PSM!$B$1</c:f>
              <c:strCache>
                <c:ptCount val="1"/>
                <c:pt idx="0">
                  <c:v>not cheap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PSM!$A$2:$A$1000</c:f>
              <c:numCache>
                <c:formatCode>0.00</c:formatCode>
                <c:ptCount val="999"/>
              </c:numCache>
            </c:numRef>
          </c:xVal>
          <c:yVal>
            <c:numRef>
              <c:f>PSM!$B$2:$B$1000</c:f>
              <c:numCache>
                <c:formatCode>0.00</c:formatCode>
                <c:ptCount val="999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AA1-48FE-9BE1-A390A70C1BCB}"/>
            </c:ext>
          </c:extLst>
        </c:ser>
        <c:ser>
          <c:idx val="1"/>
          <c:order val="1"/>
          <c:tx>
            <c:strRef>
              <c:f>PSM!$C$1</c:f>
              <c:strCache>
                <c:ptCount val="1"/>
                <c:pt idx="0">
                  <c:v>not expensive</c:v>
                </c:pt>
              </c:strCache>
            </c:strRef>
          </c:tx>
          <c:spPr>
            <a:ln w="3810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PSM!$A$2:$A$1000</c:f>
              <c:numCache>
                <c:formatCode>0.00</c:formatCode>
                <c:ptCount val="999"/>
              </c:numCache>
            </c:numRef>
          </c:xVal>
          <c:yVal>
            <c:numRef>
              <c:f>PSM!$C$2:$C$1000</c:f>
              <c:numCache>
                <c:formatCode>0.00</c:formatCode>
                <c:ptCount val="999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AA1-48FE-9BE1-A390A70C1BCB}"/>
            </c:ext>
          </c:extLst>
        </c:ser>
        <c:ser>
          <c:idx val="2"/>
          <c:order val="2"/>
          <c:tx>
            <c:strRef>
              <c:f>PSM!$D$1</c:f>
              <c:strCache>
                <c:ptCount val="1"/>
                <c:pt idx="0">
                  <c:v>too cheap</c:v>
                </c:pt>
              </c:strCache>
            </c:strRef>
          </c:tx>
          <c:spPr>
            <a:ln w="38100" cap="rnd">
              <a:solidFill>
                <a:schemeClr val="accent1"/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PSM!$A$2:$A$1000</c:f>
              <c:numCache>
                <c:formatCode>0.00</c:formatCode>
                <c:ptCount val="999"/>
              </c:numCache>
            </c:numRef>
          </c:xVal>
          <c:yVal>
            <c:numRef>
              <c:f>PSM!$D$2:$D$1000</c:f>
              <c:numCache>
                <c:formatCode>0.00</c:formatCode>
                <c:ptCount val="999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AA1-48FE-9BE1-A390A70C1BCB}"/>
            </c:ext>
          </c:extLst>
        </c:ser>
        <c:ser>
          <c:idx val="3"/>
          <c:order val="3"/>
          <c:tx>
            <c:strRef>
              <c:f>PSM!$E$1</c:f>
              <c:strCache>
                <c:ptCount val="1"/>
                <c:pt idx="0">
                  <c:v>too expensive</c:v>
                </c:pt>
              </c:strCache>
            </c:strRef>
          </c:tx>
          <c:spPr>
            <a:ln w="38100" cap="rnd">
              <a:solidFill>
                <a:schemeClr val="accent5"/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PSM!$A$2:$A$1000</c:f>
              <c:numCache>
                <c:formatCode>0.00</c:formatCode>
                <c:ptCount val="999"/>
              </c:numCache>
            </c:numRef>
          </c:xVal>
          <c:yVal>
            <c:numRef>
              <c:f>PSM!$E$2:$E$1000</c:f>
              <c:numCache>
                <c:formatCode>0.00</c:formatCode>
                <c:ptCount val="999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AA1-48FE-9BE1-A390A70C1B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03362720"/>
        <c:axId val="2042873168"/>
      </c:scatterChart>
      <c:valAx>
        <c:axId val="21033627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CH"/>
                  <a:t>Price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H"/>
            </a:p>
          </c:txPr>
        </c:title>
        <c:numFmt formatCode="&quot;CHF&quot;\ 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2042873168"/>
        <c:crosses val="autoZero"/>
        <c:crossBetween val="midCat"/>
      </c:valAx>
      <c:valAx>
        <c:axId val="204287316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CH"/>
                  <a:t>Share of Respondents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H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2103362720"/>
        <c:crosses val="autoZero"/>
        <c:crossBetween val="midCat"/>
        <c:majorUnit val="0.25"/>
        <c:minorUnit val="0.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H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CH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Reach!$B$1</c:f>
              <c:strCache>
                <c:ptCount val="1"/>
                <c:pt idx="0">
                  <c:v>reach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Reach!$A$2:$A$1000</c:f>
              <c:numCache>
                <c:formatCode>0.00</c:formatCode>
                <c:ptCount val="999"/>
              </c:numCache>
            </c:numRef>
          </c:xVal>
          <c:yVal>
            <c:numRef>
              <c:f>Reach!$B$2:$B$1000</c:f>
              <c:numCache>
                <c:formatCode>0.00</c:formatCode>
                <c:ptCount val="999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2F5-44E1-AC28-6613558A49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9734272"/>
        <c:axId val="2014949584"/>
      </c:scatterChart>
      <c:valAx>
        <c:axId val="8397342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CH"/>
                  <a:t>Price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H"/>
            </a:p>
          </c:txPr>
        </c:title>
        <c:numFmt formatCode="&quot;CHF&quot;\ 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2014949584"/>
        <c:crosses val="autoZero"/>
        <c:crossBetween val="midCat"/>
      </c:valAx>
      <c:valAx>
        <c:axId val="201494958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CH"/>
                  <a:t>Likelihood to Buy (Reach)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H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8397342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H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Revenue!$B$1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Revenue!$A$2:$A$1000</c:f>
              <c:numCache>
                <c:formatCode>0.00</c:formatCode>
                <c:ptCount val="999"/>
              </c:numCache>
            </c:numRef>
          </c:xVal>
          <c:yVal>
            <c:numRef>
              <c:f>Revenue!$B$2:$B$1000</c:f>
              <c:numCache>
                <c:formatCode>0.00</c:formatCode>
                <c:ptCount val="999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819-424A-BE3F-CDA35816C9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9734272"/>
        <c:axId val="2014949584"/>
      </c:scatterChart>
      <c:valAx>
        <c:axId val="8397342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CH"/>
                  <a:t>Price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H"/>
            </a:p>
          </c:txPr>
        </c:title>
        <c:numFmt formatCode="&quot;CHF&quot;\ 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2014949584"/>
        <c:crosses val="autoZero"/>
        <c:crossBetween val="midCat"/>
      </c:valAx>
      <c:valAx>
        <c:axId val="2014949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CH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H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8397342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H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de-D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FE9BE82B-5D44-0B45-BFA7-6B9C6088491B}" type="datetimeFigureOut">
              <a:rPr lang="de-DE" smtClean="0"/>
              <a:pPr/>
              <a:t>28.08.2026</a:t>
            </a:fld>
            <a:endParaRPr lang="de-D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Click to edit Master text styles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9A5EE3D5-9226-424F-9DBA-F4686C32699F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120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ACE8B-F4B4-7D75-3936-AA65F1D9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BE3410-0FFC-ADA7-C99D-611CB50B1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A06ED-8A57-8212-54FA-585F86E9C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D11D4-B7D9-F6B9-FA88-2C89403D5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5EE3D5-9226-424F-9DBA-F4686C32699F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7587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3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5.sv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8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"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8B3ECAB-9B19-58FC-7E08-51C76CBDF8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06375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B3ECAB-9B19-58FC-7E08-51C76CBDF8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ooter Placeholder 7" hidden="1">
            <a:extLst>
              <a:ext uri="{FF2B5EF4-FFF2-40B4-BE49-F238E27FC236}">
                <a16:creationId xmlns:a16="http://schemas.microsoft.com/office/drawing/2014/main" id="{BDBD91DF-EEBF-4F90-8EB0-5B46372D5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white">
          <a:xfrm>
            <a:off x="12193200" y="6858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rtl="0">
              <a:defRPr sz="100">
                <a:noFill/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2193200" y="6858000"/>
            <a:ext cx="0" cy="0"/>
          </a:xfrm>
        </p:spPr>
        <p:txBody>
          <a:bodyPr/>
          <a:lstStyle>
            <a:lvl1pPr rtl="0">
              <a:defRPr sz="100">
                <a:noFill/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CEAF09-4087-4DE9-9FE5-1AA7D63567C2}"/>
              </a:ext>
            </a:extLst>
          </p:cNvPr>
          <p:cNvSpPr/>
          <p:nvPr userDrawn="1"/>
        </p:nvSpPr>
        <p:spPr bwMode="white">
          <a:xfrm>
            <a:off x="540000" y="5937520"/>
            <a:ext cx="1710000" cy="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 rtl="0"/>
            <a:endParaRPr lang="de-DE" sz="2000" noProof="0" dirty="0" err="1"/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BACEDC41-79C2-4ADA-B739-01C59B4CABDE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556126" y="511471"/>
            <a:ext cx="744037" cy="154751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39749" y="1980000"/>
            <a:ext cx="8290800" cy="1836000"/>
          </a:xfrm>
        </p:spPr>
        <p:txBody>
          <a:bodyPr vert="horz" anchor="t" anchorCtr="0"/>
          <a:lstStyle>
            <a:lvl1pPr algn="l" rtl="0">
              <a:lnSpc>
                <a:spcPts val="8000"/>
              </a:lnSpc>
              <a:defRPr sz="8800">
                <a:solidFill>
                  <a:schemeClr val="bg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539749" y="3984686"/>
            <a:ext cx="8290800" cy="335022"/>
          </a:xfrm>
        </p:spPr>
        <p:txBody>
          <a:bodyPr/>
          <a:lstStyle>
            <a:lvl1pPr marL="0" indent="0" algn="l" rtl="0">
              <a:spcBef>
                <a:spcPts val="0"/>
              </a:spcBef>
              <a:buFont typeface="Arial" panose="020B0604020202020204" pitchFamily="34" charset="0"/>
              <a:buChar char="​"/>
              <a:defRPr sz="2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  <a:latin typeface="+mn-lt"/>
              </a:defRPr>
            </a:lvl5pPr>
            <a:lvl6pPr marL="0" indent="0" algn="l"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  <a:latin typeface="+mn-lt"/>
              </a:defRPr>
            </a:lvl6pPr>
            <a:lvl7pPr marL="0" indent="0" algn="l"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  <a:latin typeface="+mn-lt"/>
              </a:defRPr>
            </a:lvl7pPr>
            <a:lvl8pPr marL="0" indent="0" algn="l"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  <a:latin typeface="+mn-lt"/>
              </a:defRPr>
            </a:lvl8pPr>
            <a:lvl9pPr marL="0" indent="0" algn="l"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de-DE"/>
              <a:t>Click to add subtitle</a:t>
            </a:r>
            <a:endParaRPr lang="de-DE" dirty="0"/>
          </a:p>
        </p:txBody>
      </p:sp>
      <p:sp>
        <p:nvSpPr>
          <p:cNvPr id="17" name="Date Placeholder 1">
            <a:extLst>
              <a:ext uri="{FF2B5EF4-FFF2-40B4-BE49-F238E27FC236}">
                <a16:creationId xmlns:a16="http://schemas.microsoft.com/office/drawing/2014/main" id="{6D60C9B8-54EB-4CAF-B33B-5CBD629B423C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540000" y="5528428"/>
            <a:ext cx="3582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rtl="0">
              <a:defRPr sz="12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A7CF3E8C-2959-4E0A-998D-1E39AB398C40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6F3575C-6CB2-5146-AECD-045130F7B9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9749" y="6096600"/>
            <a:ext cx="5098801" cy="2520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1400" b="1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4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/>
              <a:t>Living Consumer Intelligence | business.yougov.com</a:t>
            </a:r>
            <a:endParaRPr lang="de-DE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5540F57-BC53-518F-5480-344883A105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826" y="1283110"/>
            <a:ext cx="1858623" cy="491715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lIns="251999" tIns="0" rIns="0" bIns="0" anchor="ctr" anchorCtr="0"/>
          <a:lstStyle>
            <a:lvl1pPr marL="0" indent="0" rtl="0">
              <a:buFont typeface="Arial" panose="020B0604020202020204" pitchFamily="34" charset="0"/>
              <a:buNone/>
              <a:defRPr sz="11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REGION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6559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1E3332-91DC-7361-2929-035BEB7397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31640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E3332-91DC-7361-2929-035BEB739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5E5044C4-F1FE-4268-A644-D0B3DB2C7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4CBF0E02-BACD-49F8-8D50-09F3D7ED73D3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07200"/>
            <a:ext cx="11113200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/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  <p:sp>
        <p:nvSpPr>
          <p:cNvPr id="16" name="Text Placeholder Eyebrow">
            <a:extLst>
              <a:ext uri="{FF2B5EF4-FFF2-40B4-BE49-F238E27FC236}">
                <a16:creationId xmlns:a16="http://schemas.microsoft.com/office/drawing/2014/main" id="{D358452D-0474-9986-ADE8-275088EBE96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7D01790C-7C95-1D54-8C64-68574A9035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136FF72-4E7D-476B-58CA-C7DA9FAD7329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759F407-755C-E19B-7E1B-BAB07ABF4B4D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4332308-A7DD-8DC9-19CE-2A47C22B8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6632DED3-6B21-EE89-1B2E-8CDE6F15F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/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43DAC2-87D7-E55C-4370-D9E8049AD72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39750" y="5911850"/>
            <a:ext cx="11110913" cy="412750"/>
          </a:xfrm>
        </p:spPr>
        <p:txBody>
          <a:bodyPr anchor="b"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bg1">
                    <a:lumMod val="6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23272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4">
          <p15:clr>
            <a:srgbClr val="FBAE40"/>
          </p15:clr>
        </p15:guide>
        <p15:guide id="2" orient="horz" pos="104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E3CF292-F358-C944-EFC6-42686FC0ADF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4094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3CF292-F358-C944-EFC6-42686FC0A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079DB1F0-FCCC-467F-BFF2-5B26ACFFF65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63A6AFC9-6A59-4D5E-8E4E-131EAEF984E8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9998" y="1980000"/>
            <a:ext cx="3576389" cy="4338000"/>
          </a:xfrm>
          <a:prstGeom prst="roundRect">
            <a:avLst>
              <a:gd name="adj" fmla="val 3772"/>
            </a:avLst>
          </a:prstGeom>
          <a:solidFill>
            <a:schemeClr val="bg1"/>
          </a:solidFill>
          <a:effectLst>
            <a:outerShdw blurRad="176568" sx="102000" sy="102000" algn="ctr" rotWithShape="0">
              <a:prstClr val="black">
                <a:alpha val="9949"/>
              </a:prstClr>
            </a:outerShdw>
          </a:effectLst>
        </p:spPr>
        <p:txBody>
          <a:bodyPr lIns="251999" tIns="251999" rIns="251999" bIns="251999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8223C1-D0CC-511D-306A-EC536C068C5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4311206" y="1980000"/>
            <a:ext cx="3576389" cy="4338000"/>
          </a:xfrm>
          <a:prstGeom prst="roundRect">
            <a:avLst>
              <a:gd name="adj" fmla="val 3772"/>
            </a:avLst>
          </a:prstGeom>
          <a:solidFill>
            <a:schemeClr val="bg1"/>
          </a:solidFill>
          <a:effectLst>
            <a:outerShdw blurRad="176568" sx="102000" sy="102000" algn="ctr" rotWithShape="0">
              <a:prstClr val="black">
                <a:alpha val="9949"/>
              </a:prstClr>
            </a:outerShdw>
          </a:effectLst>
        </p:spPr>
        <p:txBody>
          <a:bodyPr lIns="251999" tIns="251999" rIns="251999" bIns="251999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6C11FB4-713F-ECB5-3A53-64922D6B6302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8076792" y="1980000"/>
            <a:ext cx="3576389" cy="4338000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effectLst>
            <a:outerShdw blurRad="176568" sx="102000" sy="102000" algn="ctr" rotWithShape="0">
              <a:prstClr val="black">
                <a:alpha val="9949"/>
              </a:prstClr>
            </a:outerShdw>
          </a:effectLst>
        </p:spPr>
        <p:txBody>
          <a:bodyPr lIns="251999" tIns="251999" rIns="251999" bIns="251999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12" name="Logo">
            <a:extLst>
              <a:ext uri="{FF2B5EF4-FFF2-40B4-BE49-F238E27FC236}">
                <a16:creationId xmlns:a16="http://schemas.microsoft.com/office/drawing/2014/main" id="{35476EF7-E7B6-6BF5-035B-6500ABED5B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707E08-8F3D-D2D3-3E4B-92A035584153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00EDED-87F2-6157-B579-BEA5048AFD68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03EC5253-0CF9-5F85-F8CA-910F01CB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9" name="Text Placeholder Eyebrow">
            <a:extLst>
              <a:ext uri="{FF2B5EF4-FFF2-40B4-BE49-F238E27FC236}">
                <a16:creationId xmlns:a16="http://schemas.microsoft.com/office/drawing/2014/main" id="{B39231A9-FE75-22F5-1A18-8D6E71B7925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D131E4D2-401D-AF0D-3FEB-31DF19AA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/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B0D09A-9E40-1D86-E19D-4777C4890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07200"/>
            <a:ext cx="11113200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/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7485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ntent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36CB96E-1294-6FCE-CA3B-1DF2712D5E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492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36CB96E-1294-6FCE-CA3B-1DF2712D5E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56C6843-905C-D8CE-AED0-83ABA88F8BF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 rtl="0"/>
            <a:endParaRPr lang="de-DE" sz="1400" noProof="0" dirty="0" err="1"/>
          </a:p>
        </p:txBody>
      </p:sp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079DB1F0-FCCC-467F-BFF2-5B26ACFFF65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DBF35F9F-A3ED-4C69-9529-B3B310990107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9998" y="1980000"/>
            <a:ext cx="3576389" cy="4338000"/>
          </a:xfrm>
          <a:prstGeom prst="roundRect">
            <a:avLst>
              <a:gd name="adj" fmla="val 3772"/>
            </a:avLst>
          </a:prstGeom>
          <a:solidFill>
            <a:schemeClr val="bg1">
              <a:alpha val="30000"/>
            </a:schemeClr>
          </a:solidFill>
          <a:effectLst>
            <a:outerShdw blurRad="176568" sx="102000" sy="102000" algn="ctr" rotWithShape="0">
              <a:prstClr val="black">
                <a:alpha val="9949"/>
              </a:prstClr>
            </a:outerShdw>
          </a:effectLst>
        </p:spPr>
        <p:txBody>
          <a:bodyPr lIns="251999" tIns="251999" rIns="251999" bIns="251999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8223C1-D0CC-511D-306A-EC536C068C5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4311206" y="1980000"/>
            <a:ext cx="3576389" cy="4338000"/>
          </a:xfrm>
          <a:prstGeom prst="roundRect">
            <a:avLst>
              <a:gd name="adj" fmla="val 3772"/>
            </a:avLst>
          </a:prstGeom>
          <a:solidFill>
            <a:schemeClr val="bg1">
              <a:alpha val="30000"/>
            </a:schemeClr>
          </a:solidFill>
          <a:effectLst>
            <a:outerShdw blurRad="176568" sx="102000" sy="102000" algn="ctr" rotWithShape="0">
              <a:prstClr val="black">
                <a:alpha val="9949"/>
              </a:prstClr>
            </a:outerShdw>
          </a:effectLst>
        </p:spPr>
        <p:txBody>
          <a:bodyPr lIns="251999" tIns="251999" rIns="251999" bIns="251999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6C11FB4-713F-ECB5-3A53-64922D6B6302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8076792" y="1980000"/>
            <a:ext cx="3576389" cy="4338000"/>
          </a:xfrm>
          <a:prstGeom prst="roundRect">
            <a:avLst>
              <a:gd name="adj" fmla="val 3812"/>
            </a:avLst>
          </a:prstGeom>
          <a:solidFill>
            <a:schemeClr val="bg1">
              <a:alpha val="30000"/>
            </a:schemeClr>
          </a:solidFill>
          <a:effectLst>
            <a:outerShdw blurRad="176568" sx="102000" sy="102000" algn="ctr" rotWithShape="0">
              <a:prstClr val="black">
                <a:alpha val="9949"/>
              </a:prstClr>
            </a:outerShdw>
          </a:effectLst>
        </p:spPr>
        <p:txBody>
          <a:bodyPr lIns="251999" tIns="251999" rIns="251999" bIns="251999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12" name="Logo">
            <a:extLst>
              <a:ext uri="{FF2B5EF4-FFF2-40B4-BE49-F238E27FC236}">
                <a16:creationId xmlns:a16="http://schemas.microsoft.com/office/drawing/2014/main" id="{35476EF7-E7B6-6BF5-035B-6500ABED5B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707E08-8F3D-D2D3-3E4B-92A035584153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00EDED-87F2-6157-B579-BEA5048AFD68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03EC5253-0CF9-5F85-F8CA-910F01CB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9" name="Text Placeholder Eyebrow">
            <a:extLst>
              <a:ext uri="{FF2B5EF4-FFF2-40B4-BE49-F238E27FC236}">
                <a16:creationId xmlns:a16="http://schemas.microsoft.com/office/drawing/2014/main" id="{B39231A9-FE75-22F5-1A18-8D6E71B7925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D131E4D2-401D-AF0D-3FEB-31DF19AA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6A8C1C9-B1B0-D61D-CE74-CE8FFA1D6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07200"/>
            <a:ext cx="11113200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0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B9A2F09-DBCE-560E-6A81-151A42BB8A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17861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9A2F09-DBCE-560E-6A81-151A42BB8A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079DB1F0-FCCC-467F-BFF2-5B26ACFFF65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67E30E69-5808-4D05-952E-3613FA66E48D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9999" y="1986600"/>
            <a:ext cx="2642400" cy="4338000"/>
          </a:xfrm>
          <a:prstGeom prst="roundRect">
            <a:avLst>
              <a:gd name="adj" fmla="val 5939"/>
            </a:avLst>
          </a:prstGeom>
          <a:solidFill>
            <a:schemeClr val="bg1"/>
          </a:solidFill>
          <a:effectLst>
            <a:outerShdw blurRad="72662" sx="102000" sy="102000" algn="ct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C16A5B-EB77-4119-661E-C736D1EEF2E4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3368840" y="1986600"/>
            <a:ext cx="2642400" cy="4338000"/>
          </a:xfrm>
          <a:prstGeom prst="roundRect">
            <a:avLst>
              <a:gd name="adj" fmla="val 5939"/>
            </a:avLst>
          </a:prstGeom>
          <a:solidFill>
            <a:schemeClr val="bg1"/>
          </a:solidFill>
          <a:effectLst>
            <a:outerShdw blurRad="72662" sx="102000" sy="102000" algn="ct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C821415-7FC5-D991-1CDE-56780DFB2C8E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6194296" y="1986600"/>
            <a:ext cx="2642400" cy="4338000"/>
          </a:xfrm>
          <a:prstGeom prst="roundRect">
            <a:avLst>
              <a:gd name="adj" fmla="val 5939"/>
            </a:avLst>
          </a:prstGeom>
          <a:solidFill>
            <a:schemeClr val="bg1"/>
          </a:solidFill>
          <a:effectLst>
            <a:outerShdw blurRad="72662" sx="102000" sy="102000" algn="ct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BF6E250-E31D-943A-8412-9BCBDA1AABD8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9003752" y="1986600"/>
            <a:ext cx="2642400" cy="4338000"/>
          </a:xfrm>
          <a:prstGeom prst="roundRect">
            <a:avLst>
              <a:gd name="adj" fmla="val 5939"/>
            </a:avLst>
          </a:prstGeom>
          <a:solidFill>
            <a:schemeClr val="bg1"/>
          </a:solidFill>
          <a:effectLst>
            <a:outerShdw blurRad="72662" sx="102000" sy="102000" algn="ct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000865C2-AD7C-2154-B560-ED2EF1C7494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7E799C3-CB17-8FF9-7542-E60447DFAEAD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A00E69E-CF21-2790-566A-96C38622A985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4B958C09-E51C-9ADC-E8D0-55316A6E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20" name="Text Placeholder Eyebrow">
            <a:extLst>
              <a:ext uri="{FF2B5EF4-FFF2-40B4-BE49-F238E27FC236}">
                <a16:creationId xmlns:a16="http://schemas.microsoft.com/office/drawing/2014/main" id="{C3600E4F-8465-362E-461C-84C2AA05450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305B56CF-575D-1BC4-2EE3-0EE6E52A9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/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1F4737-78C1-BB03-EB26-F592D510E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07200"/>
            <a:ext cx="11113200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/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46425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Four Content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AD04BD4-43A6-315A-C69F-B694509E3B3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49476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D04BD4-43A6-315A-C69F-B694509E3B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079DB1F0-FCCC-467F-BFF2-5B26ACFFF65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345FD0A0-6C0C-432A-A33C-9CA264153023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9999" y="1986600"/>
            <a:ext cx="2642400" cy="4338000"/>
          </a:xfrm>
          <a:prstGeom prst="roundRect">
            <a:avLst>
              <a:gd name="adj" fmla="val 5939"/>
            </a:avLst>
          </a:prstGeom>
          <a:solidFill>
            <a:schemeClr val="bg1">
              <a:alpha val="30000"/>
            </a:schemeClr>
          </a:solidFill>
          <a:effectLst>
            <a:outerShdw blurRad="72662" sx="102000" sy="102000" algn="ct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C16A5B-EB77-4119-661E-C736D1EEF2E4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3368840" y="1986600"/>
            <a:ext cx="2642400" cy="4338000"/>
          </a:xfrm>
          <a:prstGeom prst="roundRect">
            <a:avLst>
              <a:gd name="adj" fmla="val 5939"/>
            </a:avLst>
          </a:prstGeom>
          <a:solidFill>
            <a:schemeClr val="bg1">
              <a:alpha val="30000"/>
            </a:schemeClr>
          </a:solidFill>
          <a:effectLst>
            <a:outerShdw blurRad="72662" sx="102000" sy="102000" algn="ct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C821415-7FC5-D991-1CDE-56780DFB2C8E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6194296" y="1986600"/>
            <a:ext cx="2642400" cy="4338000"/>
          </a:xfrm>
          <a:prstGeom prst="roundRect">
            <a:avLst>
              <a:gd name="adj" fmla="val 5939"/>
            </a:avLst>
          </a:prstGeom>
          <a:solidFill>
            <a:schemeClr val="bg1">
              <a:alpha val="30000"/>
            </a:schemeClr>
          </a:solidFill>
          <a:effectLst>
            <a:outerShdw blurRad="72662" sx="102000" sy="102000" algn="ct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BF6E250-E31D-943A-8412-9BCBDA1AABD8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9003752" y="1986600"/>
            <a:ext cx="2642400" cy="4338000"/>
          </a:xfrm>
          <a:prstGeom prst="roundRect">
            <a:avLst>
              <a:gd name="adj" fmla="val 5939"/>
            </a:avLst>
          </a:prstGeom>
          <a:solidFill>
            <a:schemeClr val="bg1">
              <a:alpha val="30000"/>
            </a:schemeClr>
          </a:solidFill>
          <a:effectLst>
            <a:outerShdw blurRad="72662" sx="102000" sy="102000" algn="ct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000865C2-AD7C-2154-B560-ED2EF1C7494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7E799C3-CB17-8FF9-7542-E60447DFAEAD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A00E69E-CF21-2790-566A-96C38622A985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4B958C09-E51C-9ADC-E8D0-55316A6E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20" name="Text Placeholder Eyebrow">
            <a:extLst>
              <a:ext uri="{FF2B5EF4-FFF2-40B4-BE49-F238E27FC236}">
                <a16:creationId xmlns:a16="http://schemas.microsoft.com/office/drawing/2014/main" id="{C3600E4F-8465-362E-461C-84C2AA05450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305B56CF-575D-1BC4-2EE3-0EE6E52A9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6C32BFF-892C-AD0F-0004-A3CEB4838A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07200"/>
            <a:ext cx="11113200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3186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3D92E12-76BF-5392-96FC-A260F7155C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7505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D92E12-76BF-5392-96FC-A260F7155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149A4EF-72D8-39AF-3AD2-866DED10BB5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4303713" cy="6858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MX" dirty="0"/>
          </a:p>
        </p:txBody>
      </p:sp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D83966FA-DB6B-4EB7-B191-94841F12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4D29A219-B416-4A19-A343-A6609F9B0089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A725902D-E246-B044-D1BB-CCB46E74342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D20962-EF44-B764-BEF8-AA6D2911FCBF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969B9C-D38D-A1A3-09C8-340A6B170A98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EEB1879-E619-774F-D494-37829007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5" name="Text Placeholder Eyebrow">
            <a:extLst>
              <a:ext uri="{FF2B5EF4-FFF2-40B4-BE49-F238E27FC236}">
                <a16:creationId xmlns:a16="http://schemas.microsoft.com/office/drawing/2014/main" id="{83CC1058-102E-6EE0-1171-635D0801478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6B641C22-B8F8-FBAB-D502-0EB0931C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2189ADD-ED09-7AA9-50AF-8D82065341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25" y="907200"/>
            <a:ext cx="6589075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/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8059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ADFBB02-F233-9D5E-C89E-8EBB5B85D0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6468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DFBB02-F233-9D5E-C89E-8EBB5B85D0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149A4EF-72D8-39AF-3AD2-866DED10BB5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303713" y="0"/>
            <a:ext cx="7888287" cy="6858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MX" dirty="0"/>
          </a:p>
        </p:txBody>
      </p:sp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D83966FA-DB6B-4EB7-B191-94841F12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EDA57ABA-4B63-4DA4-8B9E-C976247F9559}" type="datetime4">
              <a:rPr lang="en-US" smtClean="0"/>
              <a:t>August 28, 2026</a:t>
            </a:fld>
            <a:endParaRPr lang="de-D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D20962-EF44-B764-BEF8-AA6D2911FCBF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969B9C-D38D-A1A3-09C8-340A6B170A98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EEB1879-E619-774F-D494-37829007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5" name="Text Placeholder Eyebrow">
            <a:extLst>
              <a:ext uri="{FF2B5EF4-FFF2-40B4-BE49-F238E27FC236}">
                <a16:creationId xmlns:a16="http://schemas.microsoft.com/office/drawing/2014/main" id="{83CC1058-102E-6EE0-1171-635D0801478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6B641C22-B8F8-FBAB-D502-0EB0931C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8DEF34D-974F-9E01-4D81-CD4B7943FA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07200"/>
            <a:ext cx="3576388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/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A725902D-E246-B044-D1BB-CCB46E74342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6985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Header Only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88BD3A6-0673-4CBD-5251-CD8F33977D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50456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8BD3A6-0673-4CBD-5251-CD8F33977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D83966FA-DB6B-4EB7-B191-94841F12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5D3F7BC5-5617-4E17-8782-A2AA0C1EBA93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A725902D-E246-B044-D1BB-CCB46E74342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D20962-EF44-B764-BEF8-AA6D2911FCBF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969B9C-D38D-A1A3-09C8-340A6B170A98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EEB1879-E619-774F-D494-37829007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5" name="Text Placeholder Eyebrow">
            <a:extLst>
              <a:ext uri="{FF2B5EF4-FFF2-40B4-BE49-F238E27FC236}">
                <a16:creationId xmlns:a16="http://schemas.microsoft.com/office/drawing/2014/main" id="{83CC1058-102E-6EE0-1171-635D0801478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6B641C22-B8F8-FBAB-D502-0EB0931C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A7FBE67-ACB0-8E5E-D1CB-33ADD56F68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07200"/>
            <a:ext cx="11113200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4444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Gradient"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BA11D70-CD3C-35B5-EBA7-DF37C8521B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68949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A11D70-CD3C-35B5-EBA7-DF37C8521B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Date Placeholder 3" hidden="1">
            <a:extLst>
              <a:ext uri="{FF2B5EF4-FFF2-40B4-BE49-F238E27FC236}">
                <a16:creationId xmlns:a16="http://schemas.microsoft.com/office/drawing/2014/main" id="{89EF8E2F-AD04-40B6-823D-52E48F4E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93200" y="6858000"/>
            <a:ext cx="0" cy="0"/>
          </a:xfrm>
        </p:spPr>
        <p:txBody>
          <a:bodyPr/>
          <a:lstStyle>
            <a:lvl1pPr rtl="0">
              <a:defRPr/>
            </a:lvl1pPr>
          </a:lstStyle>
          <a:p>
            <a:fld id="{0881A0D8-8D76-488C-BEFF-97A5115A22C0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B5BE10E3-DE45-E1D7-FBE1-73AC879BB78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82CB72-8E85-6E2E-E155-D5A0055B4A4E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086ADD-2B30-6338-A723-67BAA91E2882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E3FEFBC-78F1-FD60-BB89-883E76EA5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5" name="Text Placeholder Eyebrow">
            <a:extLst>
              <a:ext uri="{FF2B5EF4-FFF2-40B4-BE49-F238E27FC236}">
                <a16:creationId xmlns:a16="http://schemas.microsoft.com/office/drawing/2014/main" id="{EAE862ED-8BD7-7184-068F-71809A5D1D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2082DEF-609A-2ADB-2E6B-59D0EEEB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260B914-BB7D-D137-EC5C-F9EDF1607D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07200"/>
            <a:ext cx="11113200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/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83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Gradi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EF543161-8B9B-BA81-B85A-ED50D18718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149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543161-8B9B-BA81-B85A-ED50D18718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05BCBE0-A72F-44F9-B907-61C45B8CE45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E418063C-60BE-44C6-B24E-0C881C081004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83B00A4-20D6-495F-906F-445B9363312B}"/>
              </a:ext>
            </a:extLst>
          </p:cNvPr>
          <p:cNvSpPr/>
          <p:nvPr userDrawn="1"/>
        </p:nvSpPr>
        <p:spPr bwMode="white">
          <a:xfrm>
            <a:off x="4303713" y="0"/>
            <a:ext cx="7888287" cy="6858000"/>
          </a:xfrm>
          <a:custGeom>
            <a:avLst/>
            <a:gdLst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179926 w 9007473"/>
              <a:gd name="connsiteY2" fmla="*/ 1979614 h 6858000"/>
              <a:gd name="connsiteX3" fmla="*/ 0 w 9007473"/>
              <a:gd name="connsiteY3" fmla="*/ 0 h 6858000"/>
              <a:gd name="connsiteX4" fmla="*/ 9007473 w 9007473"/>
              <a:gd name="connsiteY4" fmla="*/ 0 h 6858000"/>
              <a:gd name="connsiteX5" fmla="*/ 9007473 w 9007473"/>
              <a:gd name="connsiteY5" fmla="*/ 6858000 h 6858000"/>
              <a:gd name="connsiteX6" fmla="*/ 0 w 9007473"/>
              <a:gd name="connsiteY6" fmla="*/ 6858000 h 6858000"/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228721 w 9007473"/>
              <a:gd name="connsiteY2" fmla="*/ 1985630 h 6858000"/>
              <a:gd name="connsiteX3" fmla="*/ 2 w 9007473"/>
              <a:gd name="connsiteY3" fmla="*/ 1865314 h 6858000"/>
              <a:gd name="connsiteX4" fmla="*/ 0 w 9007473"/>
              <a:gd name="connsiteY4" fmla="*/ 0 h 6858000"/>
              <a:gd name="connsiteX5" fmla="*/ 9007473 w 9007473"/>
              <a:gd name="connsiteY5" fmla="*/ 0 h 6858000"/>
              <a:gd name="connsiteX6" fmla="*/ 9007473 w 9007473"/>
              <a:gd name="connsiteY6" fmla="*/ 6858000 h 6858000"/>
              <a:gd name="connsiteX7" fmla="*/ 0 w 9007473"/>
              <a:gd name="connsiteY7" fmla="*/ 6858000 h 6858000"/>
              <a:gd name="connsiteX8" fmla="*/ 0 w 9007473"/>
              <a:gd name="connsiteY8" fmla="*/ 0 h 6858000"/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2 w 9007473"/>
              <a:gd name="connsiteY2" fmla="*/ 1865314 h 6858000"/>
              <a:gd name="connsiteX3" fmla="*/ 0 w 9007473"/>
              <a:gd name="connsiteY3" fmla="*/ 0 h 6858000"/>
              <a:gd name="connsiteX4" fmla="*/ 9007473 w 9007473"/>
              <a:gd name="connsiteY4" fmla="*/ 0 h 6858000"/>
              <a:gd name="connsiteX5" fmla="*/ 9007473 w 9007473"/>
              <a:gd name="connsiteY5" fmla="*/ 6858000 h 6858000"/>
              <a:gd name="connsiteX6" fmla="*/ 0 w 9007473"/>
              <a:gd name="connsiteY6" fmla="*/ 6858000 h 6858000"/>
              <a:gd name="connsiteX7" fmla="*/ 0 w 9007473"/>
              <a:gd name="connsiteY7" fmla="*/ 0 h 6858000"/>
              <a:gd name="connsiteX0" fmla="*/ 0 w 9007473"/>
              <a:gd name="connsiteY0" fmla="*/ 0 h 6858000"/>
              <a:gd name="connsiteX1" fmla="*/ 9007473 w 9007473"/>
              <a:gd name="connsiteY1" fmla="*/ 0 h 6858000"/>
              <a:gd name="connsiteX2" fmla="*/ 9007473 w 9007473"/>
              <a:gd name="connsiteY2" fmla="*/ 6858000 h 6858000"/>
              <a:gd name="connsiteX3" fmla="*/ 0 w 9007473"/>
              <a:gd name="connsiteY3" fmla="*/ 6858000 h 6858000"/>
              <a:gd name="connsiteX4" fmla="*/ 0 w 9007473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7473" h="6858000">
                <a:moveTo>
                  <a:pt x="0" y="0"/>
                </a:moveTo>
                <a:lnTo>
                  <a:pt x="9007473" y="0"/>
                </a:lnTo>
                <a:lnTo>
                  <a:pt x="9007473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de-DE" dirty="0"/>
          </a:p>
        </p:txBody>
      </p:sp>
      <p:sp>
        <p:nvSpPr>
          <p:cNvPr id="23" name="Logo">
            <a:extLst>
              <a:ext uri="{FF2B5EF4-FFF2-40B4-BE49-F238E27FC236}">
                <a16:creationId xmlns:a16="http://schemas.microsoft.com/office/drawing/2014/main" id="{E4355A66-8151-441E-ACDA-BF23348F00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40000" y="1132678"/>
            <a:ext cx="3576388" cy="846935"/>
          </a:xfrm>
        </p:spPr>
        <p:txBody>
          <a:bodyPr vert="horz"/>
          <a:lstStyle>
            <a:lvl1pPr rtl="0"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C576C5-4825-D279-A104-CE235DC7F4E2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844D00-6C0B-47FC-84AF-6D9D76C900FA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96DB040-D9FF-B841-B31F-E9EE9CA89B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513442"/>
            <a:ext cx="3576389" cy="2582540"/>
          </a:xfrm>
        </p:spPr>
        <p:txBody>
          <a:bodyPr/>
          <a:lstStyle>
            <a:lvl1pPr marL="0" indent="0" rtl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</a:t>
            </a:r>
            <a:endParaRPr lang="de-DE" noProof="0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37A7002-F855-9BD2-A413-EFBF05FF600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9999" y="6052457"/>
            <a:ext cx="3576389" cy="272144"/>
          </a:xfrm>
        </p:spPr>
        <p:txBody>
          <a:bodyPr/>
          <a:lstStyle>
            <a:lvl1pPr marL="0" indent="0" rtl="0"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 sz="11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 text</a:t>
            </a:r>
            <a:endParaRPr lang="de-DE" noProof="0" dirty="0"/>
          </a:p>
        </p:txBody>
      </p:sp>
      <p:sp>
        <p:nvSpPr>
          <p:cNvPr id="10" name="Text Placeholder 27">
            <a:extLst>
              <a:ext uri="{FF2B5EF4-FFF2-40B4-BE49-F238E27FC236}">
                <a16:creationId xmlns:a16="http://schemas.microsoft.com/office/drawing/2014/main" id="{593A1579-D448-35F4-F787-F89F8F3446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41338" y="5499706"/>
            <a:ext cx="758825" cy="23495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/>
          <a:lstStyle>
            <a:lvl1pPr marL="0" indent="0" algn="ctr" rtl="0">
              <a:buNone/>
              <a:defRPr sz="1100" b="1" i="0">
                <a:solidFill>
                  <a:srgbClr val="AD6CD3"/>
                </a:solidFill>
                <a:latin typeface="Graphik Bold" panose="020B0503030202060203" pitchFamily="34" charset="77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0E81EB1-C63D-B429-6AAA-EF6FFA30E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2" name="Text Placeholder Eyebrow">
            <a:extLst>
              <a:ext uri="{FF2B5EF4-FFF2-40B4-BE49-F238E27FC236}">
                <a16:creationId xmlns:a16="http://schemas.microsoft.com/office/drawing/2014/main" id="{7BC97E57-2E60-963E-6B25-B32E56B186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64F68F8-8F02-F688-08FD-9DCEA43C3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441EBD67-CB1A-7349-DDF7-37E1977754F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049080" y="1131371"/>
            <a:ext cx="6635069" cy="463550"/>
          </a:xfrm>
        </p:spPr>
        <p:txBody>
          <a:bodyPr/>
          <a:lstStyle>
            <a:lvl1pPr marL="0" indent="0" rtl="0">
              <a:buNone/>
              <a:defRPr sz="2200" b="1" i="0">
                <a:latin typeface="Graphik Bold" panose="020B0503030202060203" pitchFamily="34" charset="77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52376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0" userDrawn="1">
          <p15:clr>
            <a:srgbClr val="FBAE40"/>
          </p15:clr>
        </p15:guide>
        <p15:guide id="2" orient="horz" pos="3453" userDrawn="1">
          <p15:clr>
            <a:srgbClr val="FBAE40"/>
          </p15:clr>
        </p15:guide>
        <p15:guide id="3" orient="horz" pos="709" userDrawn="1">
          <p15:clr>
            <a:srgbClr val="FBAE40"/>
          </p15:clr>
        </p15:guide>
        <p15:guide id="4" orient="horz" pos="93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DEBAR Gradi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14E4D92-5CFF-8C9E-2299-404BA208018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9492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E4D92-5CFF-8C9E-2299-404BA20801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05BCBE0-A72F-44F9-B907-61C45B8CE45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50E13060-EE32-4C95-8017-0ED9B538FD97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83B00A4-20D6-495F-906F-445B9363312B}"/>
              </a:ext>
            </a:extLst>
          </p:cNvPr>
          <p:cNvSpPr/>
          <p:nvPr userDrawn="1"/>
        </p:nvSpPr>
        <p:spPr bwMode="white">
          <a:xfrm>
            <a:off x="4303713" y="0"/>
            <a:ext cx="7888287" cy="6858000"/>
          </a:xfrm>
          <a:custGeom>
            <a:avLst/>
            <a:gdLst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179926 w 9007473"/>
              <a:gd name="connsiteY2" fmla="*/ 1979614 h 6858000"/>
              <a:gd name="connsiteX3" fmla="*/ 0 w 9007473"/>
              <a:gd name="connsiteY3" fmla="*/ 0 h 6858000"/>
              <a:gd name="connsiteX4" fmla="*/ 9007473 w 9007473"/>
              <a:gd name="connsiteY4" fmla="*/ 0 h 6858000"/>
              <a:gd name="connsiteX5" fmla="*/ 9007473 w 9007473"/>
              <a:gd name="connsiteY5" fmla="*/ 6858000 h 6858000"/>
              <a:gd name="connsiteX6" fmla="*/ 0 w 9007473"/>
              <a:gd name="connsiteY6" fmla="*/ 6858000 h 6858000"/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228721 w 9007473"/>
              <a:gd name="connsiteY2" fmla="*/ 1985630 h 6858000"/>
              <a:gd name="connsiteX3" fmla="*/ 2 w 9007473"/>
              <a:gd name="connsiteY3" fmla="*/ 1865314 h 6858000"/>
              <a:gd name="connsiteX4" fmla="*/ 0 w 9007473"/>
              <a:gd name="connsiteY4" fmla="*/ 0 h 6858000"/>
              <a:gd name="connsiteX5" fmla="*/ 9007473 w 9007473"/>
              <a:gd name="connsiteY5" fmla="*/ 0 h 6858000"/>
              <a:gd name="connsiteX6" fmla="*/ 9007473 w 9007473"/>
              <a:gd name="connsiteY6" fmla="*/ 6858000 h 6858000"/>
              <a:gd name="connsiteX7" fmla="*/ 0 w 9007473"/>
              <a:gd name="connsiteY7" fmla="*/ 6858000 h 6858000"/>
              <a:gd name="connsiteX8" fmla="*/ 0 w 9007473"/>
              <a:gd name="connsiteY8" fmla="*/ 0 h 6858000"/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2 w 9007473"/>
              <a:gd name="connsiteY2" fmla="*/ 1865314 h 6858000"/>
              <a:gd name="connsiteX3" fmla="*/ 0 w 9007473"/>
              <a:gd name="connsiteY3" fmla="*/ 0 h 6858000"/>
              <a:gd name="connsiteX4" fmla="*/ 9007473 w 9007473"/>
              <a:gd name="connsiteY4" fmla="*/ 0 h 6858000"/>
              <a:gd name="connsiteX5" fmla="*/ 9007473 w 9007473"/>
              <a:gd name="connsiteY5" fmla="*/ 6858000 h 6858000"/>
              <a:gd name="connsiteX6" fmla="*/ 0 w 9007473"/>
              <a:gd name="connsiteY6" fmla="*/ 6858000 h 6858000"/>
              <a:gd name="connsiteX7" fmla="*/ 0 w 9007473"/>
              <a:gd name="connsiteY7" fmla="*/ 0 h 6858000"/>
              <a:gd name="connsiteX0" fmla="*/ 0 w 9007473"/>
              <a:gd name="connsiteY0" fmla="*/ 0 h 6858000"/>
              <a:gd name="connsiteX1" fmla="*/ 9007473 w 9007473"/>
              <a:gd name="connsiteY1" fmla="*/ 0 h 6858000"/>
              <a:gd name="connsiteX2" fmla="*/ 9007473 w 9007473"/>
              <a:gd name="connsiteY2" fmla="*/ 6858000 h 6858000"/>
              <a:gd name="connsiteX3" fmla="*/ 0 w 9007473"/>
              <a:gd name="connsiteY3" fmla="*/ 6858000 h 6858000"/>
              <a:gd name="connsiteX4" fmla="*/ 0 w 9007473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7473" h="6858000">
                <a:moveTo>
                  <a:pt x="0" y="0"/>
                </a:moveTo>
                <a:lnTo>
                  <a:pt x="9007473" y="0"/>
                </a:lnTo>
                <a:lnTo>
                  <a:pt x="9007473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de-DE" dirty="0"/>
          </a:p>
        </p:txBody>
      </p:sp>
      <p:sp>
        <p:nvSpPr>
          <p:cNvPr id="23" name="Logo">
            <a:extLst>
              <a:ext uri="{FF2B5EF4-FFF2-40B4-BE49-F238E27FC236}">
                <a16:creationId xmlns:a16="http://schemas.microsoft.com/office/drawing/2014/main" id="{E4355A66-8151-441E-ACDA-BF23348F00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C576C5-4825-D279-A104-CE235DC7F4E2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844D00-6C0B-47FC-84AF-6D9D76C900FA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0E81EB1-C63D-B429-6AAA-EF6FFA30E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AE4886-143F-61A2-E29A-8B533BF3768A}"/>
              </a:ext>
            </a:extLst>
          </p:cNvPr>
          <p:cNvSpPr txBox="1">
            <a:spLocks/>
          </p:cNvSpPr>
          <p:nvPr userDrawn="1"/>
        </p:nvSpPr>
        <p:spPr>
          <a:xfrm>
            <a:off x="4967774" y="2494987"/>
            <a:ext cx="3354612" cy="446787"/>
          </a:xfrm>
          <a:prstGeom prst="roundRect">
            <a:avLst>
              <a:gd name="adj" fmla="val 50000"/>
            </a:avLst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 anchor="ctr" anchorCtr="0">
            <a:noAutofit/>
          </a:bodyPr>
          <a:lstStyle>
            <a:lvl1pPr marL="18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1" i="0" kern="1200" cap="none" baseline="0">
                <a:solidFill>
                  <a:schemeClr val="tx1"/>
                </a:solidFill>
                <a:latin typeface="Graphik Bold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​"/>
              <a:defRPr sz="1000" b="0" kern="1200" baseline="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7pPr>
            <a:lvl8pPr marL="18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50"/>
              </a:spcBef>
              <a:spcAft>
                <a:spcPts val="50"/>
              </a:spcAft>
              <a:buFont typeface="Arial" panose="020B0604020202020204" pitchFamily="34" charset="0"/>
              <a:buChar char="​"/>
              <a:defRPr sz="2000" kern="1200" baseline="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9pPr>
          </a:lstStyle>
          <a:p>
            <a:pPr marL="0" indent="0" algn="ctr" rtl="0">
              <a:buFont typeface="Arial" panose="020B0604020202020204" pitchFamily="34" charset="0"/>
              <a:buNone/>
            </a:pPr>
            <a:endParaRPr lang="de-DE" sz="1100" b="1" dirty="0">
              <a:solidFill>
                <a:schemeClr val="bg1"/>
              </a:solidFill>
              <a:latin typeface="Graphik Bold" panose="020B0503030202060203" pitchFamily="34" charset="77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F95CFDE0-2C32-C257-AA82-9AD1540287F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053693" y="1731797"/>
            <a:ext cx="3133866" cy="622520"/>
          </a:xfrm>
        </p:spPr>
        <p:txBody>
          <a:bodyPr/>
          <a:lstStyle>
            <a:lvl4pPr marL="0" indent="0" rtl="0">
              <a:buFont typeface="Arial" panose="020B0604020202020204" pitchFamily="34" charset="0"/>
              <a:buNone/>
              <a:defRPr b="1" i="0">
                <a:latin typeface="Graphik Bold" panose="020B0503030202060203" pitchFamily="34" charset="77"/>
              </a:defRPr>
            </a:lvl4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31577DB3-6379-DF04-ACBA-DC218D91078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532156" y="1733107"/>
            <a:ext cx="3120094" cy="631720"/>
          </a:xfrm>
        </p:spPr>
        <p:txBody>
          <a:bodyPr/>
          <a:lstStyle>
            <a:lvl4pPr marL="0" indent="0" rtl="0">
              <a:buFont typeface="Arial" panose="020B0604020202020204" pitchFamily="34" charset="0"/>
              <a:buNone/>
              <a:defRPr/>
            </a:lvl4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able Placeholder 23">
            <a:extLst>
              <a:ext uri="{FF2B5EF4-FFF2-40B4-BE49-F238E27FC236}">
                <a16:creationId xmlns:a16="http://schemas.microsoft.com/office/drawing/2014/main" id="{32612384-2305-66B9-D57F-5BAEBCA7C854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4124" y="2494989"/>
            <a:ext cx="3112924" cy="3475256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MX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FDDF8DA-0B71-3CCB-FA7B-82AEC5F379B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049080" y="1131371"/>
            <a:ext cx="6635069" cy="463550"/>
          </a:xfrm>
        </p:spPr>
        <p:txBody>
          <a:bodyPr/>
          <a:lstStyle>
            <a:lvl1pPr marL="0" indent="0" rtl="0">
              <a:buNone/>
              <a:defRPr sz="2200" b="1" i="0">
                <a:latin typeface="Graphik Bold" panose="020B0503030202060203" pitchFamily="34" charset="77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225B0631-C95F-AF75-F002-8CE20B28C632}"/>
              </a:ext>
            </a:extLst>
          </p:cNvPr>
          <p:cNvSpPr txBox="1">
            <a:spLocks/>
          </p:cNvSpPr>
          <p:nvPr userDrawn="1"/>
        </p:nvSpPr>
        <p:spPr>
          <a:xfrm>
            <a:off x="8406464" y="2494988"/>
            <a:ext cx="3354612" cy="446787"/>
          </a:xfrm>
          <a:prstGeom prst="roundRect">
            <a:avLst>
              <a:gd name="adj" fmla="val 50000"/>
            </a:avLst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 anchor="ctr" anchorCtr="0">
            <a:noAutofit/>
          </a:bodyPr>
          <a:lstStyle>
            <a:lvl1pPr marL="18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1" i="0" kern="1200" cap="none" baseline="0">
                <a:solidFill>
                  <a:schemeClr val="tx1"/>
                </a:solidFill>
                <a:latin typeface="Graphik Bold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​"/>
              <a:defRPr sz="1000" b="0" kern="1200" baseline="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7pPr>
            <a:lvl8pPr marL="18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50"/>
              </a:spcBef>
              <a:spcAft>
                <a:spcPts val="50"/>
              </a:spcAft>
              <a:buFont typeface="Arial" panose="020B0604020202020204" pitchFamily="34" charset="0"/>
              <a:buChar char="​"/>
              <a:defRPr sz="2000" kern="1200" baseline="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9pPr>
          </a:lstStyle>
          <a:p>
            <a:pPr marL="0" indent="0" algn="ctr" rtl="0">
              <a:buFont typeface="Arial" panose="020B0604020202020204" pitchFamily="34" charset="0"/>
              <a:buNone/>
            </a:pPr>
            <a:endParaRPr lang="de-DE" sz="1100" b="1" dirty="0">
              <a:solidFill>
                <a:schemeClr val="bg1"/>
              </a:solidFill>
              <a:latin typeface="Graphik Bold" panose="020B0503030202060203" pitchFamily="34" charset="77"/>
            </a:endParaRPr>
          </a:p>
        </p:txBody>
      </p:sp>
      <p:sp>
        <p:nvSpPr>
          <p:cNvPr id="25" name="Table Placeholder 23">
            <a:extLst>
              <a:ext uri="{FF2B5EF4-FFF2-40B4-BE49-F238E27FC236}">
                <a16:creationId xmlns:a16="http://schemas.microsoft.com/office/drawing/2014/main" id="{642DFCA0-4468-D7C3-2A32-5FD77A69FDCD}"/>
              </a:ext>
            </a:extLst>
          </p:cNvPr>
          <p:cNvSpPr>
            <a:spLocks noGrp="1"/>
          </p:cNvSpPr>
          <p:nvPr>
            <p:ph type="tbl" sz="quarter" idx="41"/>
          </p:nvPr>
        </p:nvSpPr>
        <p:spPr>
          <a:xfrm>
            <a:off x="8544272" y="2494989"/>
            <a:ext cx="3112924" cy="3475256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MX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1575219B-47C9-5070-B639-9B5DF69A309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6358" y="6052457"/>
            <a:ext cx="3110181" cy="272144"/>
          </a:xfrm>
        </p:spPr>
        <p:txBody>
          <a:bodyPr/>
          <a:lstStyle>
            <a:lvl1pPr marL="0" indent="0" rtl="0">
              <a:buNone/>
              <a:defRPr sz="900">
                <a:solidFill>
                  <a:schemeClr val="bg1">
                    <a:lumMod val="65000"/>
                  </a:schemeClr>
                </a:solidFill>
              </a:defRPr>
            </a:lvl1pPr>
            <a:lvl2pPr marL="180000" indent="0">
              <a:buNone/>
              <a:defRPr sz="11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 text</a:t>
            </a:r>
            <a:endParaRPr lang="de-DE" noProof="0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0783121-E02B-5013-062C-988A75F618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544272" y="6052457"/>
            <a:ext cx="3110181" cy="272144"/>
          </a:xfrm>
        </p:spPr>
        <p:txBody>
          <a:bodyPr/>
          <a:lstStyle>
            <a:lvl1pPr marL="0" indent="0" rtl="0">
              <a:buNone/>
              <a:defRPr sz="900">
                <a:solidFill>
                  <a:schemeClr val="bg1">
                    <a:lumMod val="65000"/>
                  </a:schemeClr>
                </a:solidFill>
              </a:defRPr>
            </a:lvl1pPr>
            <a:lvl2pPr marL="180000" indent="0">
              <a:buNone/>
              <a:defRPr sz="11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 text</a:t>
            </a:r>
            <a:endParaRPr lang="de-DE" noProof="0" dirty="0"/>
          </a:p>
        </p:txBody>
      </p:sp>
      <p:sp>
        <p:nvSpPr>
          <p:cNvPr id="17" name="Text Placeholder Eyebrow">
            <a:extLst>
              <a:ext uri="{FF2B5EF4-FFF2-40B4-BE49-F238E27FC236}">
                <a16:creationId xmlns:a16="http://schemas.microsoft.com/office/drawing/2014/main" id="{326A8C4E-08FA-9AAB-9A73-D892A8C983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7415D704-D34F-FC32-7EEE-F7C5BC75E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9" name="Title 3">
            <a:extLst>
              <a:ext uri="{FF2B5EF4-FFF2-40B4-BE49-F238E27FC236}">
                <a16:creationId xmlns:a16="http://schemas.microsoft.com/office/drawing/2014/main" id="{5B752225-BD7C-653D-DE63-50F13355D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40000" y="1132678"/>
            <a:ext cx="3576388" cy="846935"/>
          </a:xfrm>
        </p:spPr>
        <p:txBody>
          <a:bodyPr vert="horz"/>
          <a:lstStyle>
            <a:lvl1pPr rtl="0"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9ED93F64-2EF4-9AC1-1274-A63B5E99C6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513442"/>
            <a:ext cx="3576389" cy="2582540"/>
          </a:xfrm>
        </p:spPr>
        <p:txBody>
          <a:bodyPr/>
          <a:lstStyle>
            <a:lvl1pPr marL="0" indent="0" rtl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</a:t>
            </a:r>
            <a:endParaRPr lang="de-DE" noProof="0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CF96F2F-9459-0961-3501-1DF8EFDBFF2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9999" y="6052457"/>
            <a:ext cx="3576389" cy="272144"/>
          </a:xfrm>
        </p:spPr>
        <p:txBody>
          <a:bodyPr/>
          <a:lstStyle>
            <a:lvl1pPr marL="0" indent="0" rtl="0"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 sz="11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 text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85932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0" userDrawn="1">
          <p15:clr>
            <a:srgbClr val="FBAE40"/>
          </p15:clr>
        </p15:guide>
        <p15:guide id="2" orient="horz" pos="345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BAR Gradi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FED20E-1E5C-2BDC-F652-27E2C7541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09627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FED20E-1E5C-2BDC-F652-27E2C7541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83B00A4-20D6-495F-906F-445B9363312B}"/>
              </a:ext>
            </a:extLst>
          </p:cNvPr>
          <p:cNvSpPr/>
          <p:nvPr userDrawn="1"/>
        </p:nvSpPr>
        <p:spPr bwMode="white">
          <a:xfrm>
            <a:off x="0" y="0"/>
            <a:ext cx="4303713" cy="6858000"/>
          </a:xfrm>
          <a:custGeom>
            <a:avLst/>
            <a:gdLst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179926 w 9007473"/>
              <a:gd name="connsiteY2" fmla="*/ 1979614 h 6858000"/>
              <a:gd name="connsiteX3" fmla="*/ 0 w 9007473"/>
              <a:gd name="connsiteY3" fmla="*/ 0 h 6858000"/>
              <a:gd name="connsiteX4" fmla="*/ 9007473 w 9007473"/>
              <a:gd name="connsiteY4" fmla="*/ 0 h 6858000"/>
              <a:gd name="connsiteX5" fmla="*/ 9007473 w 9007473"/>
              <a:gd name="connsiteY5" fmla="*/ 6858000 h 6858000"/>
              <a:gd name="connsiteX6" fmla="*/ 0 w 9007473"/>
              <a:gd name="connsiteY6" fmla="*/ 6858000 h 6858000"/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228721 w 9007473"/>
              <a:gd name="connsiteY2" fmla="*/ 1985630 h 6858000"/>
              <a:gd name="connsiteX3" fmla="*/ 2 w 9007473"/>
              <a:gd name="connsiteY3" fmla="*/ 1865314 h 6858000"/>
              <a:gd name="connsiteX4" fmla="*/ 0 w 9007473"/>
              <a:gd name="connsiteY4" fmla="*/ 0 h 6858000"/>
              <a:gd name="connsiteX5" fmla="*/ 9007473 w 9007473"/>
              <a:gd name="connsiteY5" fmla="*/ 0 h 6858000"/>
              <a:gd name="connsiteX6" fmla="*/ 9007473 w 9007473"/>
              <a:gd name="connsiteY6" fmla="*/ 6858000 h 6858000"/>
              <a:gd name="connsiteX7" fmla="*/ 0 w 9007473"/>
              <a:gd name="connsiteY7" fmla="*/ 6858000 h 6858000"/>
              <a:gd name="connsiteX8" fmla="*/ 0 w 9007473"/>
              <a:gd name="connsiteY8" fmla="*/ 0 h 6858000"/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2 w 9007473"/>
              <a:gd name="connsiteY2" fmla="*/ 1865314 h 6858000"/>
              <a:gd name="connsiteX3" fmla="*/ 0 w 9007473"/>
              <a:gd name="connsiteY3" fmla="*/ 0 h 6858000"/>
              <a:gd name="connsiteX4" fmla="*/ 9007473 w 9007473"/>
              <a:gd name="connsiteY4" fmla="*/ 0 h 6858000"/>
              <a:gd name="connsiteX5" fmla="*/ 9007473 w 9007473"/>
              <a:gd name="connsiteY5" fmla="*/ 6858000 h 6858000"/>
              <a:gd name="connsiteX6" fmla="*/ 0 w 9007473"/>
              <a:gd name="connsiteY6" fmla="*/ 6858000 h 6858000"/>
              <a:gd name="connsiteX7" fmla="*/ 0 w 9007473"/>
              <a:gd name="connsiteY7" fmla="*/ 0 h 6858000"/>
              <a:gd name="connsiteX0" fmla="*/ 0 w 9007473"/>
              <a:gd name="connsiteY0" fmla="*/ 0 h 6858000"/>
              <a:gd name="connsiteX1" fmla="*/ 9007473 w 9007473"/>
              <a:gd name="connsiteY1" fmla="*/ 0 h 6858000"/>
              <a:gd name="connsiteX2" fmla="*/ 9007473 w 9007473"/>
              <a:gd name="connsiteY2" fmla="*/ 6858000 h 6858000"/>
              <a:gd name="connsiteX3" fmla="*/ 0 w 9007473"/>
              <a:gd name="connsiteY3" fmla="*/ 6858000 h 6858000"/>
              <a:gd name="connsiteX4" fmla="*/ 0 w 9007473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7473" h="6858000">
                <a:moveTo>
                  <a:pt x="0" y="0"/>
                </a:moveTo>
                <a:lnTo>
                  <a:pt x="9007473" y="0"/>
                </a:lnTo>
                <a:lnTo>
                  <a:pt x="9007473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de-DE" dirty="0"/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05BCBE0-A72F-44F9-B907-61C45B8CE45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615CBBD8-2B1D-40E0-9369-B71C2ABC4869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D138E432-0509-AFEF-B2F2-88C44B132A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49AF23-E13B-69C9-69E4-A16879E2F780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91FE23-F4D4-1895-9E81-EBF7619294E0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6B07EE4-3397-F1B6-C759-2CE32A11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1" name="Text Placeholder Eyebrow">
            <a:extLst>
              <a:ext uri="{FF2B5EF4-FFF2-40B4-BE49-F238E27FC236}">
                <a16:creationId xmlns:a16="http://schemas.microsoft.com/office/drawing/2014/main" id="{4A405EAB-8014-59FE-200E-823871407D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E21E0F99-C445-7A50-4BBC-ADFE45BD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/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ACBF7BA0-1080-67D0-7C70-049DD499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40000" y="1132678"/>
            <a:ext cx="3576388" cy="846935"/>
          </a:xfrm>
        </p:spPr>
        <p:txBody>
          <a:bodyPr vert="horz"/>
          <a:lstStyle>
            <a:lvl1pPr rtl="0">
              <a:defRPr sz="3200">
                <a:solidFill>
                  <a:schemeClr val="tx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6FE726B-FA20-7F53-4977-68CDC41BB7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513442"/>
            <a:ext cx="3576389" cy="2582540"/>
          </a:xfr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</a:t>
            </a:r>
            <a:endParaRPr lang="de-DE" noProof="0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45B3D3DF-847B-4083-18A6-F4166D184C3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9999" y="6052457"/>
            <a:ext cx="3576389" cy="272144"/>
          </a:xfrm>
        </p:spPr>
        <p:txBody>
          <a:bodyPr/>
          <a:lstStyle>
            <a:lvl1pPr marL="0" indent="0" rtl="0">
              <a:buNone/>
              <a:defRPr sz="900">
                <a:solidFill>
                  <a:schemeClr val="tx1"/>
                </a:solidFill>
              </a:defRPr>
            </a:lvl1pPr>
            <a:lvl2pPr marL="180000" indent="0">
              <a:buNone/>
              <a:defRPr sz="11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 text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45271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0" userDrawn="1">
          <p15:clr>
            <a:srgbClr val="FBAE40"/>
          </p15:clr>
        </p15:guide>
        <p15:guide id="2" orient="horz" pos="345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1792BA1-0BD0-013D-9E0B-3FCCD59188E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14515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792BA1-0BD0-013D-9E0B-3FCCD59188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05BCBE0-A72F-44F9-B907-61C45B8CE45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0F69841F-27A5-4959-B3ED-1F3A5E026959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5FEA0-2762-772D-BAD2-52001BD7AD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03713" y="904874"/>
            <a:ext cx="7348537" cy="5419725"/>
          </a:xfrm>
          <a:prstGeom prst="roundRect">
            <a:avLst>
              <a:gd name="adj" fmla="val 3213"/>
            </a:avLst>
          </a:prstGeom>
          <a:solidFill>
            <a:schemeClr val="bg1"/>
          </a:solidFill>
          <a:effectLst>
            <a:outerShdw blurRad="176568" sx="102000" sy="102000" algn="ctr" rotWithShape="0">
              <a:prstClr val="black">
                <a:alpha val="9949"/>
              </a:prstClr>
            </a:outerShdw>
          </a:effectLst>
        </p:spPr>
        <p:txBody>
          <a:bodyPr lIns="251999" tIns="251999" rIns="251999" bIns="251999"/>
          <a:lstStyle>
            <a:lvl1pPr marL="0" indent="0" rtl="0">
              <a:buFont typeface="Arial" panose="020B0604020202020204" pitchFamily="34" charset="0"/>
              <a:buNone/>
              <a:defRPr/>
            </a:lvl1pPr>
            <a:lvl2pPr marL="465750" indent="-285750" rtl="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/>
            </a:lvl2pPr>
            <a:lvl3pPr marL="360000" indent="0" rtl="0">
              <a:buNone/>
              <a:defRPr/>
            </a:lvl3pPr>
            <a:lvl4pPr rtl="0">
              <a:buNone/>
              <a:defRPr/>
            </a:lvl4pPr>
            <a:lvl5pPr rtl="0">
              <a:buNone/>
              <a:defRPr/>
            </a:lvl5pPr>
            <a:lvl6pPr rtl="0">
              <a:buNone/>
              <a:defRPr/>
            </a:lvl6pPr>
            <a:lvl7pPr rtl="0">
              <a:buNone/>
              <a:defRPr/>
            </a:lvl7pPr>
            <a:lvl8pPr marL="0" indent="0" rtl="0">
              <a:buNone/>
              <a:defRPr/>
            </a:lvl8pPr>
            <a:lvl9pPr rtl="0">
              <a:buNone/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4E5A8B58-223F-3D06-C4EF-F276A535CE7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1990F8-31EF-24BF-021B-874B2FE337EA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BBEAB2-EC38-A8BD-D928-0156E683D709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1FEC49FE-3BDA-CFDD-7A3C-C9023915F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8" name="Text Placeholder Eyebrow">
            <a:extLst>
              <a:ext uri="{FF2B5EF4-FFF2-40B4-BE49-F238E27FC236}">
                <a16:creationId xmlns:a16="http://schemas.microsoft.com/office/drawing/2014/main" id="{01D3A029-C1A7-D376-1D16-B56DC1D747A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5B89060F-7B54-B0F7-DFB1-5A1F5952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/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54ECE5E0-A780-8347-8298-816E47594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40000" y="1132678"/>
            <a:ext cx="3576388" cy="846935"/>
          </a:xfrm>
        </p:spPr>
        <p:txBody>
          <a:bodyPr vert="horz"/>
          <a:lstStyle>
            <a:lvl1pPr rtl="0">
              <a:defRPr sz="3200">
                <a:solidFill>
                  <a:schemeClr val="tx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C8F357EF-D5F8-41D2-087D-00899CB942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513442"/>
            <a:ext cx="3576389" cy="2582540"/>
          </a:xfr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60227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0" userDrawn="1">
          <p15:clr>
            <a:srgbClr val="FBAE40"/>
          </p15:clr>
        </p15:guide>
        <p15:guide id="2" orient="horz" pos="3203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BA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5C7859E-15DC-DAF8-53F9-A7F26868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39598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C7859E-15DC-DAF8-53F9-A7F26868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05BCBE0-A72F-44F9-B907-61C45B8CE45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DC799047-EA7A-4B7B-BDD0-4BBE00DC2356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0BD250-AD35-28FA-5370-6E6259FF7EC9}"/>
              </a:ext>
            </a:extLst>
          </p:cNvPr>
          <p:cNvSpPr/>
          <p:nvPr userDrawn="1"/>
        </p:nvSpPr>
        <p:spPr>
          <a:xfrm>
            <a:off x="4303713" y="904875"/>
            <a:ext cx="7348537" cy="5419725"/>
          </a:xfrm>
          <a:prstGeom prst="roundRect">
            <a:avLst>
              <a:gd name="adj" fmla="val 3405"/>
            </a:avLst>
          </a:prstGeom>
          <a:solidFill>
            <a:schemeClr val="bg1"/>
          </a:solidFill>
          <a:ln>
            <a:noFill/>
          </a:ln>
          <a:effectLst>
            <a:outerShdw blurRad="193425" sx="102000" sy="102000" algn="ctr" rotWithShape="0">
              <a:prstClr val="black">
                <a:alpha val="1008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 rtl="0"/>
            <a:endParaRPr lang="de-DE" sz="1400" noProof="0" dirty="0" err="1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A745A5E-E861-7EF2-19E2-BD837A447812}"/>
              </a:ext>
            </a:extLst>
          </p:cNvPr>
          <p:cNvSpPr txBox="1">
            <a:spLocks/>
          </p:cNvSpPr>
          <p:nvPr userDrawn="1"/>
        </p:nvSpPr>
        <p:spPr>
          <a:xfrm>
            <a:off x="4584506" y="1979612"/>
            <a:ext cx="2622693" cy="446787"/>
          </a:xfrm>
          <a:prstGeom prst="roundRect">
            <a:avLst>
              <a:gd name="adj" fmla="val 50000"/>
            </a:avLst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 anchor="ctr" anchorCtr="0">
            <a:noAutofit/>
          </a:bodyPr>
          <a:lstStyle>
            <a:lvl1pPr marL="18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1" i="0" kern="1200" cap="none" baseline="0">
                <a:solidFill>
                  <a:schemeClr val="tx1"/>
                </a:solidFill>
                <a:latin typeface="Graphik Bold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​"/>
              <a:defRPr sz="1000" b="0" kern="1200" baseline="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7pPr>
            <a:lvl8pPr marL="18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50"/>
              </a:spcBef>
              <a:spcAft>
                <a:spcPts val="50"/>
              </a:spcAft>
              <a:buFont typeface="Arial" panose="020B0604020202020204" pitchFamily="34" charset="0"/>
              <a:buChar char="​"/>
              <a:defRPr sz="2000" kern="1200" baseline="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9pPr>
          </a:lstStyle>
          <a:p>
            <a:pPr marL="0" indent="0" algn="ctr" rtl="0">
              <a:buFont typeface="Arial" panose="020B0604020202020204" pitchFamily="34" charset="0"/>
              <a:buNone/>
            </a:pPr>
            <a:endParaRPr lang="de-DE" sz="1100" b="1" dirty="0">
              <a:solidFill>
                <a:schemeClr val="bg1"/>
              </a:solidFill>
              <a:latin typeface="Graphik Bold" panose="020B0503030202060203" pitchFamily="34" charset="77"/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BE8D8D5-B8DB-00B5-CBBF-430FF1E5A3BC}"/>
              </a:ext>
            </a:extLst>
          </p:cNvPr>
          <p:cNvSpPr txBox="1">
            <a:spLocks/>
          </p:cNvSpPr>
          <p:nvPr userDrawn="1"/>
        </p:nvSpPr>
        <p:spPr>
          <a:xfrm>
            <a:off x="7328791" y="1979612"/>
            <a:ext cx="4067755" cy="446787"/>
          </a:xfrm>
          <a:prstGeom prst="roundRect">
            <a:avLst>
              <a:gd name="adj" fmla="val 50000"/>
            </a:avLst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 anchor="ctr" anchorCtr="0">
            <a:noAutofit/>
          </a:bodyPr>
          <a:lstStyle>
            <a:lvl1pPr marL="18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1" i="0" kern="1200" cap="none" baseline="0">
                <a:solidFill>
                  <a:schemeClr val="tx1"/>
                </a:solidFill>
                <a:latin typeface="Graphik Bold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​"/>
              <a:defRPr sz="1000" b="0" kern="1200" baseline="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7pPr>
            <a:lvl8pPr marL="18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50"/>
              </a:spcBef>
              <a:spcAft>
                <a:spcPts val="50"/>
              </a:spcAft>
              <a:buFont typeface="Arial" panose="020B0604020202020204" pitchFamily="34" charset="0"/>
              <a:buChar char="​"/>
              <a:defRPr sz="2000" kern="1200" baseline="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9pPr>
          </a:lstStyle>
          <a:p>
            <a:pPr marL="0" indent="0" algn="ctr" rtl="0">
              <a:buFont typeface="Arial" panose="020B0604020202020204" pitchFamily="34" charset="0"/>
              <a:buNone/>
            </a:pPr>
            <a:endParaRPr lang="de-DE" sz="1100" b="1" dirty="0">
              <a:solidFill>
                <a:schemeClr val="bg1"/>
              </a:solidFill>
              <a:latin typeface="Graphik Bold" panose="020B0503030202060203" pitchFamily="34" charset="77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6C10D10-539B-ECD1-AEE0-8792BE8EE8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70425" y="1643063"/>
            <a:ext cx="2276475" cy="228600"/>
          </a:xfrm>
        </p:spPr>
        <p:txBody>
          <a:bodyPr/>
          <a:lstStyle>
            <a:lvl4pPr rtl="0">
              <a:defRPr/>
            </a:lvl4pPr>
          </a:lstStyle>
          <a:p>
            <a:pPr lvl="3"/>
            <a:r>
              <a:rPr lang="de-DE"/>
              <a:t>Fourth level</a:t>
            </a:r>
            <a:endParaRPr lang="de-DE" dirty="0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DDE5F0AC-E276-05D7-5D41-7C61A5AC196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92144" y="1643063"/>
            <a:ext cx="2276475" cy="228600"/>
          </a:xfrm>
        </p:spPr>
        <p:txBody>
          <a:bodyPr/>
          <a:lstStyle>
            <a:lvl4pPr rtl="0">
              <a:defRPr/>
            </a:lvl4pPr>
          </a:lstStyle>
          <a:p>
            <a:pPr lvl="3"/>
            <a:r>
              <a:rPr lang="de-DE"/>
              <a:t>Fourth level</a:t>
            </a:r>
            <a:endParaRPr lang="de-DE" dirty="0"/>
          </a:p>
        </p:txBody>
      </p:sp>
      <p:sp>
        <p:nvSpPr>
          <p:cNvPr id="24" name="Table Placeholder 23">
            <a:extLst>
              <a:ext uri="{FF2B5EF4-FFF2-40B4-BE49-F238E27FC236}">
                <a16:creationId xmlns:a16="http://schemas.microsoft.com/office/drawing/2014/main" id="{F24FFA63-A98A-690E-048A-6657BF8552F4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4680857" y="1979613"/>
            <a:ext cx="2447018" cy="43449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Tabelle durch Klicken auf Symbol hinzufügen</a:t>
            </a:r>
            <a:endParaRPr lang="en-MX" dirty="0"/>
          </a:p>
        </p:txBody>
      </p:sp>
      <p:sp>
        <p:nvSpPr>
          <p:cNvPr id="25" name="Table Placeholder 23">
            <a:extLst>
              <a:ext uri="{FF2B5EF4-FFF2-40B4-BE49-F238E27FC236}">
                <a16:creationId xmlns:a16="http://schemas.microsoft.com/office/drawing/2014/main" id="{6C10B3AD-F4F5-5657-5401-41502AE32A7C}"/>
              </a:ext>
            </a:extLst>
          </p:cNvPr>
          <p:cNvSpPr>
            <a:spLocks noGrp="1"/>
          </p:cNvSpPr>
          <p:nvPr>
            <p:ph type="tbl" sz="quarter" idx="38"/>
          </p:nvPr>
        </p:nvSpPr>
        <p:spPr>
          <a:xfrm>
            <a:off x="7464152" y="1979613"/>
            <a:ext cx="3824334" cy="43449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Tabelle durch Klicken auf Symbol hinzufügen</a:t>
            </a:r>
            <a:endParaRPr lang="en-MX" dirty="0"/>
          </a:p>
        </p:txBody>
      </p:sp>
      <p:sp>
        <p:nvSpPr>
          <p:cNvPr id="32" name="Logo">
            <a:extLst>
              <a:ext uri="{FF2B5EF4-FFF2-40B4-BE49-F238E27FC236}">
                <a16:creationId xmlns:a16="http://schemas.microsoft.com/office/drawing/2014/main" id="{BB116AF8-8381-B72B-F4A3-74697DE65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CC7153D-9533-0AF3-BDC0-E0960C5B9AD6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AD71DF-FA65-33B2-8695-C06159BB8396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CDC9BDEB-9C02-2553-15E9-805FDA739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7" name="Text Placeholder Eyebrow">
            <a:extLst>
              <a:ext uri="{FF2B5EF4-FFF2-40B4-BE49-F238E27FC236}">
                <a16:creationId xmlns:a16="http://schemas.microsoft.com/office/drawing/2014/main" id="{2FED1214-FA2E-CAAC-1A57-41A20E80BA7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B033BBA-4792-0DE0-A56E-C3ED082C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/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2B83114-D5FA-B53C-93BF-2B48E38AAE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40000" y="1132678"/>
            <a:ext cx="3576388" cy="846935"/>
          </a:xfrm>
        </p:spPr>
        <p:txBody>
          <a:bodyPr vert="horz"/>
          <a:lstStyle>
            <a:lvl1pPr rtl="0">
              <a:defRPr sz="3200">
                <a:solidFill>
                  <a:schemeClr val="tx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083C955-6988-96BE-116D-B5C4245D409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513442"/>
            <a:ext cx="3576389" cy="2582540"/>
          </a:xfr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</a:t>
            </a:r>
            <a:endParaRPr lang="de-DE" noProof="0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67F9BF2-5EA0-A36C-1193-5C5081AFEE8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9999" y="6052457"/>
            <a:ext cx="3576389" cy="272144"/>
          </a:xfrm>
        </p:spPr>
        <p:txBody>
          <a:bodyPr/>
          <a:lstStyle>
            <a:lvl1pPr marL="0" indent="0" rtl="0">
              <a:buNone/>
              <a:defRPr sz="900">
                <a:solidFill>
                  <a:schemeClr val="tx1"/>
                </a:solidFill>
              </a:defRPr>
            </a:lvl1pPr>
            <a:lvl2pPr marL="180000" indent="0">
              <a:buNone/>
              <a:defRPr sz="11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 text</a:t>
            </a:r>
            <a:endParaRPr lang="de-DE" noProof="0" dirty="0"/>
          </a:p>
        </p:txBody>
      </p:sp>
      <p:sp>
        <p:nvSpPr>
          <p:cNvPr id="14" name="Text Placeholder 27">
            <a:extLst>
              <a:ext uri="{FF2B5EF4-FFF2-40B4-BE49-F238E27FC236}">
                <a16:creationId xmlns:a16="http://schemas.microsoft.com/office/drawing/2014/main" id="{EADD985F-E99B-C431-FFE9-57B6D29C0A5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41338" y="5499706"/>
            <a:ext cx="758825" cy="234950"/>
          </a:xfrm>
          <a:prstGeom prst="roundRect">
            <a:avLst>
              <a:gd name="adj" fmla="val 50000"/>
            </a:avLst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marL="0" indent="0" algn="ctr" rtl="0">
              <a:buNone/>
              <a:defRPr sz="1100" b="1" i="0">
                <a:solidFill>
                  <a:schemeClr val="bg1"/>
                </a:solidFill>
                <a:latin typeface="Graphik Bold" panose="020B0503030202060203" pitchFamily="34" charset="77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CEAB04-B127-58DC-BBDC-5860C7EB7279}"/>
              </a:ext>
            </a:extLst>
          </p:cNvPr>
          <p:cNvCxnSpPr>
            <a:cxnSpLocks/>
          </p:cNvCxnSpPr>
          <p:nvPr userDrawn="1"/>
        </p:nvCxnSpPr>
        <p:spPr>
          <a:xfrm>
            <a:off x="539750" y="5910943"/>
            <a:ext cx="170021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753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0" userDrawn="1">
          <p15:clr>
            <a:srgbClr val="FBAE40"/>
          </p15:clr>
        </p15:guide>
        <p15:guide id="2" orient="horz" pos="3453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adi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D8AC50B-A21A-1979-B1CF-720C8D5533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48888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D8AC50B-A21A-1979-B1CF-720C8D5533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DA70F102-654C-47C7-A601-E29FF62A2D1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 rtl="0">
              <a:defRPr/>
            </a:lvl1pPr>
          </a:lstStyle>
          <a:p>
            <a:fld id="{092FB086-FD54-49A7-8291-6DE6E4011F03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2422800" y="1980000"/>
            <a:ext cx="6408000" cy="2073600"/>
          </a:xfrm>
        </p:spPr>
        <p:txBody>
          <a:bodyPr vert="horz" anchor="t" anchorCtr="0"/>
          <a:lstStyle>
            <a:lvl1pPr algn="l" rtl="0">
              <a:lnSpc>
                <a:spcPct val="90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Click to add title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28C65-3092-4106-A8DF-27457D5E86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540000" y="1980000"/>
            <a:ext cx="1702800" cy="1036800"/>
          </a:xfrm>
        </p:spPr>
        <p:txBody>
          <a:bodyPr/>
          <a:lstStyle>
            <a:lvl1pPr marL="0" indent="0" rtl="0">
              <a:lnSpc>
                <a:spcPct val="90000"/>
              </a:lnSpc>
              <a:buNone/>
              <a:defRPr sz="7200">
                <a:latin typeface="+mj-lt"/>
              </a:defRPr>
            </a:lvl1pPr>
            <a:lvl2pPr marL="180000" indent="0">
              <a:buNone/>
              <a:defRPr sz="7200"/>
            </a:lvl2pPr>
          </a:lstStyle>
          <a:p>
            <a:pPr lvl="0"/>
            <a:r>
              <a:rPr lang="de-DE"/>
              <a:t>0</a:t>
            </a:r>
            <a:endParaRPr lang="de-DE" dirty="0"/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0D2306D1-8F7B-138B-B386-757BE02069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082B44F-27B9-0393-FF62-8452A38D9228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15C9CB-8FA3-7FCA-ECC6-015690622493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FCA8F1A-CC64-EEAF-26D0-FBCC51EA2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4" name="Text Placeholder Eyebrow">
            <a:extLst>
              <a:ext uri="{FF2B5EF4-FFF2-40B4-BE49-F238E27FC236}">
                <a16:creationId xmlns:a16="http://schemas.microsoft.com/office/drawing/2014/main" id="{D13DE08A-6130-FE16-CD48-C9739A8197F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5F02757D-D37D-7C71-2E61-E2801DC8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4759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C832DC3-9198-A0F6-06F2-09F4030403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44887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832DC3-9198-A0F6-06F2-09F4030403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Date Placeholder 3" hidden="1">
            <a:extLst>
              <a:ext uri="{FF2B5EF4-FFF2-40B4-BE49-F238E27FC236}">
                <a16:creationId xmlns:a16="http://schemas.microsoft.com/office/drawing/2014/main" id="{2E54130F-9ED5-4851-A7A0-1B8BFC10F0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93200" y="6858000"/>
            <a:ext cx="0" cy="0"/>
          </a:xfrm>
        </p:spPr>
        <p:txBody>
          <a:bodyPr/>
          <a:lstStyle>
            <a:lvl1pPr rtl="0">
              <a:defRPr/>
            </a:lvl1pPr>
          </a:lstStyle>
          <a:p>
            <a:fld id="{58999B77-4FC6-4762-B722-87B16B605134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479600" y="1980000"/>
            <a:ext cx="9230400" cy="2217600"/>
          </a:xfrm>
        </p:spPr>
        <p:txBody>
          <a:bodyPr vert="horz" anchor="t" anchorCtr="0"/>
          <a:lstStyle>
            <a:lvl1pPr algn="ctr" rtl="0">
              <a:lnSpc>
                <a:spcPct val="9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Click to add quote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41ABEE-80CA-4CC6-8A52-6B374DA4E2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1138" y="4320000"/>
            <a:ext cx="9230400" cy="576000"/>
          </a:xfrm>
        </p:spPr>
        <p:txBody>
          <a:bodyPr/>
          <a:lstStyle>
            <a:lvl1pPr marL="0" indent="0" algn="ctr" rtl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cap="none" spc="0" baseline="0"/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b="0" cap="all" spc="600"/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b="0" cap="all" spc="600"/>
            </a:lvl3pPr>
            <a:lvl4pPr marL="0"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b="0" cap="all" spc="600"/>
            </a:lvl4pPr>
            <a:lvl5pPr marL="0"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b="0" cap="all" spc="600"/>
            </a:lvl5pPr>
          </a:lstStyle>
          <a:p>
            <a:r>
              <a:rPr lang="de-DE"/>
              <a:t>Click to add text</a:t>
            </a:r>
            <a:endParaRPr lang="de-DE" dirty="0"/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6C6FEE0C-6C2A-B726-02F5-39E737C08A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89A3C98-6A13-5FD2-D499-1329D478B38B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D78F80-3F86-AE27-7FC0-FFA8BFD8D4A7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98ABE8E2-1ED0-F6CC-0CF6-FDDBDFA8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3" name="Text Placeholder Eyebrow">
            <a:extLst>
              <a:ext uri="{FF2B5EF4-FFF2-40B4-BE49-F238E27FC236}">
                <a16:creationId xmlns:a16="http://schemas.microsoft.com/office/drawing/2014/main" id="{B9391B92-AA0D-6112-66AD-CD94AD1D11B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EC33D853-031B-9683-2BE9-F2D167BD4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1054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B59624A-3BE6-5DF8-3DF2-FCD1A15F78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5103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59624A-3BE6-5DF8-3DF2-FCD1A15F78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8D572D3D-47CC-4107-B5E4-EBD73574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8EFCE01E-B905-405C-9BF2-055634675969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9600" y="1980000"/>
            <a:ext cx="9230400" cy="2217600"/>
          </a:xfrm>
        </p:spPr>
        <p:txBody>
          <a:bodyPr vert="horz" anchor="t" anchorCtr="0"/>
          <a:lstStyle>
            <a:lvl1pPr algn="ctr" rtl="0">
              <a:lnSpc>
                <a:spcPct val="9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Click to add quote</a:t>
            </a:r>
            <a:endParaRPr lang="de-DE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7F63DC0-19C0-4D0C-8CBB-8E65D18A1D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1138" y="4320000"/>
            <a:ext cx="9230400" cy="576000"/>
          </a:xfrm>
        </p:spPr>
        <p:txBody>
          <a:bodyPr/>
          <a:lstStyle>
            <a:lvl1pPr marL="0" indent="0" algn="ctr" rtl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cap="none" spc="0" baseline="0"/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b="0" cap="all" spc="600"/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b="0" cap="all" spc="600"/>
            </a:lvl3pPr>
            <a:lvl4pPr marL="0"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b="0" cap="all" spc="600"/>
            </a:lvl4pPr>
            <a:lvl5pPr marL="0"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b="0" cap="all" spc="600"/>
            </a:lvl5pPr>
          </a:lstStyle>
          <a:p>
            <a:r>
              <a:rPr lang="de-DE"/>
              <a:t>Click to add text</a:t>
            </a:r>
            <a:endParaRPr lang="de-DE" dirty="0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CDD8A832-BF6A-7677-FE41-A05BAE3328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30B44E-C310-E1BE-F36F-744411EC0FC7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E75D21-2131-C2F2-7944-11F771C895B7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A8996937-C6EE-BD36-ABA3-649489F2D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8" name="Text Placeholder Eyebrow">
            <a:extLst>
              <a:ext uri="{FF2B5EF4-FFF2-40B4-BE49-F238E27FC236}">
                <a16:creationId xmlns:a16="http://schemas.microsoft.com/office/drawing/2014/main" id="{65AC7566-335C-CCAD-3E56-73E846FC18F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3C20313E-9E75-0695-39C7-0BC550B7F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/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6143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Thank you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AABBC4C-BD85-629C-EBEB-464B204727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5404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ABBC4C-BD85-629C-EBEB-464B204727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40000" y="2778644"/>
            <a:ext cx="10798560" cy="2303640"/>
          </a:xfrm>
        </p:spPr>
        <p:txBody>
          <a:bodyPr vert="horz" anchor="t" anchorCtr="0"/>
          <a:lstStyle>
            <a:lvl1pPr algn="l" rtl="0">
              <a:lnSpc>
                <a:spcPts val="10000"/>
              </a:lnSpc>
              <a:defRPr sz="13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Thank you</a:t>
            </a:r>
            <a:endParaRPr lang="de-DE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0F99A056-2174-4F78-B721-335A77C40013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2193200" y="6858000"/>
            <a:ext cx="0" cy="0"/>
          </a:xfrm>
        </p:spPr>
        <p:txBody>
          <a:bodyPr/>
          <a:lstStyle>
            <a:lvl1pPr rtl="0">
              <a:defRPr/>
            </a:lvl1pPr>
          </a:lstStyle>
          <a:p>
            <a:fld id="{3368A7F0-2C8B-4FD7-83C1-72287ADAF593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1A7F20-0D87-6F48-BC0A-09AF7FC1C45C}"/>
              </a:ext>
            </a:extLst>
          </p:cNvPr>
          <p:cNvSpPr/>
          <p:nvPr userDrawn="1"/>
        </p:nvSpPr>
        <p:spPr bwMode="white">
          <a:xfrm>
            <a:off x="539999" y="4965177"/>
            <a:ext cx="1710000" cy="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 rtl="0"/>
            <a:endParaRPr lang="de-DE" sz="2000" noProof="0" dirty="0" err="1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F36A5363-3D46-AB45-B9B9-4442D2365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9998" y="5146198"/>
            <a:ext cx="5098801" cy="2520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4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/>
              <a:t>Living Consumer Intelligence | yougov.com/business</a:t>
            </a:r>
            <a:endParaRPr lang="de-DE" dirty="0"/>
          </a:p>
        </p:txBody>
      </p:sp>
      <p:sp>
        <p:nvSpPr>
          <p:cNvPr id="27" name="Coppyright text">
            <a:extLst>
              <a:ext uri="{FF2B5EF4-FFF2-40B4-BE49-F238E27FC236}">
                <a16:creationId xmlns:a16="http://schemas.microsoft.com/office/drawing/2014/main" id="{86B4D0E5-A722-F144-8E9F-FC6CF6A5510E}"/>
              </a:ext>
            </a:extLst>
          </p:cNvPr>
          <p:cNvSpPr/>
          <p:nvPr userDrawn="1"/>
        </p:nvSpPr>
        <p:spPr bwMode="white">
          <a:xfrm>
            <a:off x="539999" y="5663693"/>
            <a:ext cx="6006575" cy="754053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 algn="l" rtl="0">
              <a:spcAft>
                <a:spcPts val="400"/>
              </a:spcAft>
            </a:pP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YouGov, 2026, all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reserved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All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materials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contained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herein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protected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copyright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laws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Any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reproduction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distribution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such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materials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form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YouGov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prohibited.This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including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enclosures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attachments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propriety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confidential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been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prepared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exclusive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benefit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addressee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(s) and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solely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provided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representations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warranties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guarantees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express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implied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accurate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date.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exclude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implied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warranties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representations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not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liable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damage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contract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tort (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including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negligence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breach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statutory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duty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otherwise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foreseeable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arising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connection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reliance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not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exclude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liability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unlawful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so.</a:t>
            </a:r>
            <a:endParaRPr lang="de-DE" sz="700" b="0" i="0" dirty="0">
              <a:solidFill>
                <a:schemeClr val="tx1"/>
              </a:solidFill>
              <a:effectLst/>
              <a:latin typeface="+mn-lt"/>
              <a:ea typeface="Arial" panose="020B0604020202020204" pitchFamily="34" charset="0"/>
            </a:endParaRP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E5EC613B-501F-360E-94DA-3A3F2D4628B2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556126" y="511471"/>
            <a:ext cx="744037" cy="154751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83014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C6B09DE-6D54-91DF-F492-307FC514CE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18266542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378" imgH="377" progId="TCLayout.ActiveDocument.1">
                  <p:embed/>
                </p:oleObj>
              </mc:Choice>
              <mc:Fallback>
                <p:oleObj name="think-cell Slide" r:id="rId22" imgW="378" imgH="377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6B09DE-6D54-91DF-F492-307FC514CE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guide" hidden="1">
            <a:extLst>
              <a:ext uri="{FF2B5EF4-FFF2-40B4-BE49-F238E27FC236}">
                <a16:creationId xmlns:a16="http://schemas.microsoft.com/office/drawing/2014/main" id="{E985DA37-A332-4770-BDA5-42D84824B99A}"/>
              </a:ext>
            </a:extLst>
          </p:cNvPr>
          <p:cNvGrpSpPr/>
          <p:nvPr userDrawn="1"/>
        </p:nvGrpSpPr>
        <p:grpSpPr>
          <a:xfrm>
            <a:off x="0" y="0"/>
            <a:ext cx="12192000" cy="900000"/>
            <a:chOff x="0" y="0"/>
            <a:chExt cx="12192000" cy="900000"/>
          </a:xfrm>
        </p:grpSpPr>
        <p:sp>
          <p:nvSpPr>
            <p:cNvPr id="11" name="Slide Number Placeholder 3">
              <a:extLst>
                <a:ext uri="{FF2B5EF4-FFF2-40B4-BE49-F238E27FC236}">
                  <a16:creationId xmlns:a16="http://schemas.microsoft.com/office/drawing/2014/main" id="{CF91F00B-1F3B-430E-A283-B4F9D9941B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362400" y="481818"/>
              <a:ext cx="270000" cy="1548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rtl="0"/>
              <a:fld id="{23AA811B-2EBD-4900-905E-5BE206449611}" type="slidenum">
                <a:rPr lang="de-DE" smtClean="0"/>
                <a:pPr rtl="0"/>
                <a:t>‹#›</a:t>
              </a:fld>
              <a:endParaRPr lang="de-DE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FE622B8-F672-422B-8D00-701CE4CCEDFB}"/>
                </a:ext>
              </a:extLst>
            </p:cNvPr>
            <p:cNvSpPr/>
            <p:nvPr userDrawn="1"/>
          </p:nvSpPr>
          <p:spPr>
            <a:xfrm>
              <a:off x="0" y="0"/>
              <a:ext cx="539749" cy="90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7FE2E9-90AC-4127-A151-0AC6F798925B}"/>
                </a:ext>
              </a:extLst>
            </p:cNvPr>
            <p:cNvSpPr/>
            <p:nvPr userDrawn="1"/>
          </p:nvSpPr>
          <p:spPr>
            <a:xfrm>
              <a:off x="540000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6A4C998-EDA8-4F3D-85DD-FA691F8E0A29}"/>
                </a:ext>
              </a:extLst>
            </p:cNvPr>
            <p:cNvSpPr/>
            <p:nvPr userDrawn="1"/>
          </p:nvSpPr>
          <p:spPr>
            <a:xfrm>
              <a:off x="12996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BC71813-76AD-4C6B-8849-F48EE09CE4DB}"/>
                </a:ext>
              </a:extLst>
            </p:cNvPr>
            <p:cNvSpPr/>
            <p:nvPr userDrawn="1"/>
          </p:nvSpPr>
          <p:spPr>
            <a:xfrm>
              <a:off x="1481236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85C3B98-E905-4981-B031-8990C3C8B06D}"/>
                </a:ext>
              </a:extLst>
            </p:cNvPr>
            <p:cNvSpPr/>
            <p:nvPr userDrawn="1"/>
          </p:nvSpPr>
          <p:spPr>
            <a:xfrm>
              <a:off x="22410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82C2C86-A82E-429D-945C-27AF21DF2D05}"/>
                </a:ext>
              </a:extLst>
            </p:cNvPr>
            <p:cNvSpPr/>
            <p:nvPr userDrawn="1"/>
          </p:nvSpPr>
          <p:spPr>
            <a:xfrm>
              <a:off x="2422472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B3F4B88-DBC2-4774-8709-5C2EA2FDB812}"/>
                </a:ext>
              </a:extLst>
            </p:cNvPr>
            <p:cNvSpPr/>
            <p:nvPr userDrawn="1"/>
          </p:nvSpPr>
          <p:spPr>
            <a:xfrm>
              <a:off x="31824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49E338A-F780-432C-9929-7C2FA4A4E131}"/>
                </a:ext>
              </a:extLst>
            </p:cNvPr>
            <p:cNvSpPr/>
            <p:nvPr userDrawn="1"/>
          </p:nvSpPr>
          <p:spPr>
            <a:xfrm>
              <a:off x="3363708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E37327B-583B-40AB-8D04-E7B95EA9BEF2}"/>
                </a:ext>
              </a:extLst>
            </p:cNvPr>
            <p:cNvSpPr/>
            <p:nvPr userDrawn="1"/>
          </p:nvSpPr>
          <p:spPr>
            <a:xfrm>
              <a:off x="41238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175DAB5-5A90-4EA2-86B6-925B496E6EC6}"/>
                </a:ext>
              </a:extLst>
            </p:cNvPr>
            <p:cNvSpPr/>
            <p:nvPr userDrawn="1"/>
          </p:nvSpPr>
          <p:spPr>
            <a:xfrm>
              <a:off x="4304944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55E3ED5-D435-46B0-A3BB-580299F0836C}"/>
                </a:ext>
              </a:extLst>
            </p:cNvPr>
            <p:cNvSpPr/>
            <p:nvPr userDrawn="1"/>
          </p:nvSpPr>
          <p:spPr>
            <a:xfrm>
              <a:off x="50652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34C85DA-E7B5-4762-BBCE-DF677ED45B50}"/>
                </a:ext>
              </a:extLst>
            </p:cNvPr>
            <p:cNvSpPr/>
            <p:nvPr userDrawn="1"/>
          </p:nvSpPr>
          <p:spPr>
            <a:xfrm>
              <a:off x="5246180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C5CBB31-C438-491A-9BD2-9E9A20743A9D}"/>
                </a:ext>
              </a:extLst>
            </p:cNvPr>
            <p:cNvSpPr/>
            <p:nvPr userDrawn="1"/>
          </p:nvSpPr>
          <p:spPr>
            <a:xfrm>
              <a:off x="60066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A42A0C8-1264-4ECA-B65F-FE50640421C6}"/>
                </a:ext>
              </a:extLst>
            </p:cNvPr>
            <p:cNvSpPr/>
            <p:nvPr userDrawn="1"/>
          </p:nvSpPr>
          <p:spPr>
            <a:xfrm>
              <a:off x="6187416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CD5F723-CD3A-4A32-8CD7-5596EAB5AD2E}"/>
                </a:ext>
              </a:extLst>
            </p:cNvPr>
            <p:cNvSpPr/>
            <p:nvPr userDrawn="1"/>
          </p:nvSpPr>
          <p:spPr>
            <a:xfrm>
              <a:off x="69480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2CD6379-E499-4471-9E66-B12E22A860A1}"/>
                </a:ext>
              </a:extLst>
            </p:cNvPr>
            <p:cNvSpPr/>
            <p:nvPr userDrawn="1"/>
          </p:nvSpPr>
          <p:spPr>
            <a:xfrm>
              <a:off x="7128652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2F954B9-DAFE-4935-9A4A-2E32BB71A796}"/>
                </a:ext>
              </a:extLst>
            </p:cNvPr>
            <p:cNvSpPr/>
            <p:nvPr userDrawn="1"/>
          </p:nvSpPr>
          <p:spPr>
            <a:xfrm>
              <a:off x="78894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6E7E691-112B-4BD5-B618-B58C74FD9358}"/>
                </a:ext>
              </a:extLst>
            </p:cNvPr>
            <p:cNvSpPr/>
            <p:nvPr userDrawn="1"/>
          </p:nvSpPr>
          <p:spPr>
            <a:xfrm>
              <a:off x="8069888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DFF8352-568B-4780-8900-DB0385591717}"/>
                </a:ext>
              </a:extLst>
            </p:cNvPr>
            <p:cNvSpPr/>
            <p:nvPr userDrawn="1"/>
          </p:nvSpPr>
          <p:spPr>
            <a:xfrm>
              <a:off x="88308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BEEFC0A-631B-41D4-9984-2E629EB7E7E2}"/>
                </a:ext>
              </a:extLst>
            </p:cNvPr>
            <p:cNvSpPr/>
            <p:nvPr userDrawn="1"/>
          </p:nvSpPr>
          <p:spPr>
            <a:xfrm>
              <a:off x="9011124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929431-BD6A-45BC-A306-4CFE1F3BB180}"/>
                </a:ext>
              </a:extLst>
            </p:cNvPr>
            <p:cNvSpPr/>
            <p:nvPr userDrawn="1"/>
          </p:nvSpPr>
          <p:spPr>
            <a:xfrm>
              <a:off x="97722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8D9816D-E982-46F9-97D3-C05CA83A3B9D}"/>
                </a:ext>
              </a:extLst>
            </p:cNvPr>
            <p:cNvSpPr/>
            <p:nvPr userDrawn="1"/>
          </p:nvSpPr>
          <p:spPr>
            <a:xfrm>
              <a:off x="9952360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D63B170-C73A-4272-B9CD-EF8F90438771}"/>
                </a:ext>
              </a:extLst>
            </p:cNvPr>
            <p:cNvSpPr/>
            <p:nvPr userDrawn="1"/>
          </p:nvSpPr>
          <p:spPr>
            <a:xfrm>
              <a:off x="107136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39930CA-85CD-4FA9-A2A1-7AD604B5E55E}"/>
                </a:ext>
              </a:extLst>
            </p:cNvPr>
            <p:cNvSpPr/>
            <p:nvPr userDrawn="1"/>
          </p:nvSpPr>
          <p:spPr>
            <a:xfrm>
              <a:off x="10893600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E3DA1E3-7FE7-4866-8EE9-370387D65889}"/>
                </a:ext>
              </a:extLst>
            </p:cNvPr>
            <p:cNvSpPr/>
            <p:nvPr userDrawn="1"/>
          </p:nvSpPr>
          <p:spPr>
            <a:xfrm>
              <a:off x="11652251" y="0"/>
              <a:ext cx="539749" cy="90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</p:grp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193200" y="6858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rtl="0">
              <a:defRPr sz="100">
                <a:noFill/>
              </a:defRPr>
            </a:lvl1pPr>
          </a:lstStyle>
          <a:p>
            <a:fld id="{89EB1269-E9AB-4640-88C2-FCB7B858BBEA}" type="datetime4">
              <a:rPr lang="en-US" smtClean="0"/>
              <a:t>August 28, 2026</a:t>
            </a:fld>
            <a:endParaRPr lang="de-DE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7200"/>
            <a:ext cx="11113200" cy="107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Click to add title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99" y="1980000"/>
            <a:ext cx="11113200" cy="433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Level 1 (Enter+TAB for next text level, SHIFT+TAB to go back in levels)</a:t>
            </a:r>
          </a:p>
          <a:p>
            <a:pPr lvl="1"/>
            <a:r>
              <a:rPr lang="de-DE" noProof="0"/>
              <a:t>Level 2</a:t>
            </a:r>
          </a:p>
          <a:p>
            <a:pPr lvl="2"/>
            <a:r>
              <a:rPr lang="de-DE" noProof="0"/>
              <a:t>Level 3</a:t>
            </a:r>
          </a:p>
          <a:p>
            <a:pPr lvl="3"/>
            <a:r>
              <a:rPr lang="de-DE" noProof="0"/>
              <a:t>Level 4, Header</a:t>
            </a:r>
          </a:p>
          <a:p>
            <a:pPr lvl="4"/>
            <a:r>
              <a:rPr lang="de-DE" noProof="0"/>
              <a:t>Level 5, Body</a:t>
            </a:r>
          </a:p>
          <a:p>
            <a:pPr lvl="5"/>
            <a:r>
              <a:rPr lang="de-DE" noProof="0"/>
              <a:t>Level 6</a:t>
            </a:r>
          </a:p>
          <a:p>
            <a:pPr lvl="6"/>
            <a:r>
              <a:rPr lang="de-DE" noProof="0"/>
              <a:t>Level 7</a:t>
            </a:r>
          </a:p>
          <a:p>
            <a:pPr lvl="7"/>
            <a:r>
              <a:rPr lang="de-DE" noProof="0"/>
              <a:t>Level 8</a:t>
            </a:r>
          </a:p>
          <a:p>
            <a:pPr lvl="8"/>
            <a:r>
              <a:rPr lang="de-DE" noProof="0"/>
              <a:t>Level 9, </a:t>
            </a:r>
            <a:r>
              <a:rPr lang="de-DE"/>
              <a:t>Highlight</a:t>
            </a:r>
            <a:endParaRPr lang="de-DE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3599" y="481818"/>
            <a:ext cx="5135612" cy="154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rtl="0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62400" y="481818"/>
            <a:ext cx="270000" cy="154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rtl="0">
              <a:defRPr sz="900"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214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8" r:id="rId3"/>
    <p:sldLayoutId id="2147483734" r:id="rId4"/>
    <p:sldLayoutId id="2147483669" r:id="rId5"/>
    <p:sldLayoutId id="2147483735" r:id="rId6"/>
    <p:sldLayoutId id="2147483670" r:id="rId7"/>
    <p:sldLayoutId id="2147483736" r:id="rId8"/>
    <p:sldLayoutId id="2147483733" r:id="rId9"/>
    <p:sldLayoutId id="2147483671" r:id="rId10"/>
    <p:sldLayoutId id="2147483682" r:id="rId11"/>
    <p:sldLayoutId id="2147483732" r:id="rId12"/>
    <p:sldLayoutId id="2147483730" r:id="rId13"/>
    <p:sldLayoutId id="2147483689" r:id="rId14"/>
    <p:sldLayoutId id="2147483731" r:id="rId15"/>
    <p:sldLayoutId id="2147483692" r:id="rId16"/>
    <p:sldLayoutId id="2147483712" r:id="rId17"/>
    <p:sldLayoutId id="2147483713" r:id="rId18"/>
    <p:sldLayoutId id="2147483719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2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2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2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​"/>
        <a:defRPr sz="1400" b="1" i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​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​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​"/>
        <a:defRPr sz="1000" b="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0000" indent="-180000" algn="l" defTabSz="914400" rtl="0" eaLnBrk="1" latinLnBrk="0" hangingPunct="1">
        <a:lnSpc>
          <a:spcPct val="12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50"/>
        </a:spcBef>
        <a:spcAft>
          <a:spcPts val="50"/>
        </a:spcAft>
        <a:buFont typeface="Arial" panose="020B0604020202020204" pitchFamily="34" charset="0"/>
        <a:buChar char="​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0">
          <p15:clr>
            <a:srgbClr val="F26B43"/>
          </p15:clr>
        </p15:guide>
        <p15:guide id="2" pos="819">
          <p15:clr>
            <a:srgbClr val="A4A3A4"/>
          </p15:clr>
        </p15:guide>
        <p15:guide id="4" orient="horz" pos="570">
          <p15:clr>
            <a:srgbClr val="F26B43"/>
          </p15:clr>
        </p15:guide>
        <p15:guide id="5" pos="933">
          <p15:clr>
            <a:srgbClr val="A4A3A4"/>
          </p15:clr>
        </p15:guide>
        <p15:guide id="6" pos="1411">
          <p15:clr>
            <a:srgbClr val="A4A3A4"/>
          </p15:clr>
        </p15:guide>
        <p15:guide id="7" pos="1525">
          <p15:clr>
            <a:srgbClr val="A4A3A4"/>
          </p15:clr>
        </p15:guide>
        <p15:guide id="8" pos="2026" userDrawn="1">
          <p15:clr>
            <a:srgbClr val="A4A3A4"/>
          </p15:clr>
        </p15:guide>
        <p15:guide id="9" pos="2139" userDrawn="1">
          <p15:clr>
            <a:srgbClr val="A4A3A4"/>
          </p15:clr>
        </p15:guide>
        <p15:guide id="10" pos="2593">
          <p15:clr>
            <a:srgbClr val="A4A3A4"/>
          </p15:clr>
        </p15:guide>
        <p15:guide id="11" pos="2711">
          <p15:clr>
            <a:srgbClr val="A4A3A4"/>
          </p15:clr>
        </p15:guide>
        <p15:guide id="12" pos="3190">
          <p15:clr>
            <a:srgbClr val="A4A3A4"/>
          </p15:clr>
        </p15:guide>
        <p15:guide id="13" pos="3304">
          <p15:clr>
            <a:srgbClr val="A4A3A4"/>
          </p15:clr>
        </p15:guide>
        <p15:guide id="14" pos="3783">
          <p15:clr>
            <a:srgbClr val="A4A3A4"/>
          </p15:clr>
        </p15:guide>
        <p15:guide id="15" pos="3897">
          <p15:clr>
            <a:srgbClr val="A4A3A4"/>
          </p15:clr>
        </p15:guide>
        <p15:guide id="16" pos="4376">
          <p15:clr>
            <a:srgbClr val="A4A3A4"/>
          </p15:clr>
        </p15:guide>
        <p15:guide id="17" pos="4490">
          <p15:clr>
            <a:srgbClr val="A4A3A4"/>
          </p15:clr>
        </p15:guide>
        <p15:guide id="18" pos="4969">
          <p15:clr>
            <a:srgbClr val="A4A3A4"/>
          </p15:clr>
        </p15:guide>
        <p15:guide id="19" pos="5083">
          <p15:clr>
            <a:srgbClr val="A4A3A4"/>
          </p15:clr>
        </p15:guide>
        <p15:guide id="20" pos="5562">
          <p15:clr>
            <a:srgbClr val="A4A3A4"/>
          </p15:clr>
        </p15:guide>
        <p15:guide id="21" pos="5676">
          <p15:clr>
            <a:srgbClr val="A4A3A4"/>
          </p15:clr>
        </p15:guide>
        <p15:guide id="22" pos="6155">
          <p15:clr>
            <a:srgbClr val="A4A3A4"/>
          </p15:clr>
        </p15:guide>
        <p15:guide id="23" pos="6269">
          <p15:clr>
            <a:srgbClr val="A4A3A4"/>
          </p15:clr>
        </p15:guide>
        <p15:guide id="24" pos="6748">
          <p15:clr>
            <a:srgbClr val="A4A3A4"/>
          </p15:clr>
        </p15:guide>
        <p15:guide id="25" pos="6862">
          <p15:clr>
            <a:srgbClr val="A4A3A4"/>
          </p15:clr>
        </p15:guide>
        <p15:guide id="26" pos="7340">
          <p15:clr>
            <a:srgbClr val="F26B43"/>
          </p15:clr>
        </p15:guide>
        <p15:guide id="27" orient="horz" pos="1247">
          <p15:clr>
            <a:srgbClr val="F26B43"/>
          </p15:clr>
        </p15:guide>
        <p15:guide id="28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chart" Target="../charts/char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3BCFB-9F85-FD42-A0A1-C3925C3BE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DC4D8B64-AD72-E751-09B6-A33E9CF036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4D8B64-AD72-E751-09B6-A33E9CF036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9D4970F-0B46-03F5-30FB-E10D141CC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dirty="0"/>
              <a:t>Van Westendorp Price </a:t>
            </a:r>
            <a:r>
              <a:rPr lang="de-DE" dirty="0" err="1"/>
              <a:t>Sensitivity</a:t>
            </a:r>
            <a:r>
              <a:rPr lang="de-DE" dirty="0"/>
              <a:t> Meter (PSM)</a:t>
            </a:r>
            <a:endParaRPr lang="de-DE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31339-4544-9783-9AF8-90E85A60F2F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de-DE" dirty="0" err="1"/>
              <a:t>Advanced</a:t>
            </a:r>
            <a:r>
              <a:rPr lang="de-DE" dirty="0"/>
              <a:t> Analytics: Price </a:t>
            </a:r>
            <a:r>
              <a:rPr lang="de-DE" dirty="0" err="1"/>
              <a:t>Sensitivity</a:t>
            </a:r>
            <a:r>
              <a:rPr lang="de-DE" dirty="0"/>
              <a:t> 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DBDE1-7F7E-A377-5134-68BF1D06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de-DE" smtClean="0"/>
              <a:pPr/>
              <a:t>1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BF9D2A-0B18-F8B6-7220-D76ACBB6EE4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de-DE" dirty="0"/>
              <a:t>Basis: n=0’000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14A1F2-FDBB-8282-5777-8CD6E5839446}"/>
              </a:ext>
            </a:extLst>
          </p:cNvPr>
          <p:cNvSpPr txBox="1"/>
          <p:nvPr/>
        </p:nvSpPr>
        <p:spPr>
          <a:xfrm>
            <a:off x="553695" y="1403906"/>
            <a:ext cx="11096968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de-DE" dirty="0">
                <a:solidFill>
                  <a:schemeClr val="accent1"/>
                </a:solidFill>
              </a:rPr>
              <a:t>Action Title</a:t>
            </a:r>
          </a:p>
        </p:txBody>
      </p:sp>
      <p:sp>
        <p:nvSpPr>
          <p:cNvPr id="49" name="Footer Placeholder 48">
            <a:extLst>
              <a:ext uri="{FF2B5EF4-FFF2-40B4-BE49-F238E27FC236}">
                <a16:creationId xmlns:a16="http://schemas.microsoft.com/office/drawing/2014/main" id="{CF9842C9-DFD3-CD1F-D981-2390FAC75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99B5202-45A9-49F0-CC28-0EBBCBAED4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5473998"/>
              </p:ext>
            </p:extLst>
          </p:nvPr>
        </p:nvGraphicFramePr>
        <p:xfrm>
          <a:off x="539750" y="1773238"/>
          <a:ext cx="11110913" cy="4177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65861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FCB39-CBE7-1A07-0BEB-2B0B6DAF5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PSM: Newton Mille Smith Extension (NMS)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C588D-4938-0EA9-2FCA-CA62A66CD98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A9CBFE-ABC4-8D1D-60DF-89A4FAAD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4C48B-E7E7-2750-3FB5-89E2C0D04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E69A35-8171-7902-D8A3-64C9D21A07CB}"/>
              </a:ext>
            </a:extLst>
          </p:cNvPr>
          <p:cNvSpPr txBox="1"/>
          <p:nvPr/>
        </p:nvSpPr>
        <p:spPr>
          <a:xfrm>
            <a:off x="553695" y="1403906"/>
            <a:ext cx="11096968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de-DE" dirty="0">
                <a:solidFill>
                  <a:schemeClr val="accent1"/>
                </a:solidFill>
              </a:rPr>
              <a:t>Action Title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A6B7389-A6D4-7060-9FF6-5739EA20B3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39750" y="5911850"/>
            <a:ext cx="11110913" cy="412750"/>
          </a:xfrm>
        </p:spPr>
        <p:txBody>
          <a:bodyPr/>
          <a:lstStyle/>
          <a:p>
            <a:r>
              <a:rPr lang="de-DE" dirty="0"/>
              <a:t>Basis: n=0’000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E835C12C-CEE5-6402-74D4-892CA1855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8868376"/>
              </p:ext>
            </p:extLst>
          </p:nvPr>
        </p:nvGraphicFramePr>
        <p:xfrm>
          <a:off x="539750" y="1773238"/>
          <a:ext cx="5556250" cy="4138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9D2B15D7-6F1D-43A0-9CA0-82BBB80016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7184569"/>
              </p:ext>
            </p:extLst>
          </p:nvPr>
        </p:nvGraphicFramePr>
        <p:xfrm>
          <a:off x="6095206" y="1773238"/>
          <a:ext cx="5555457" cy="4138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993913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YouGov">
  <a:themeElements>
    <a:clrScheme name="YouGov">
      <a:dk1>
        <a:srgbClr val="000000"/>
      </a:dk1>
      <a:lt1>
        <a:srgbClr val="FFFFFF"/>
      </a:lt1>
      <a:dk2>
        <a:srgbClr val="33415C"/>
      </a:dk2>
      <a:lt2>
        <a:srgbClr val="E6E8ED"/>
      </a:lt2>
      <a:accent1>
        <a:srgbClr val="FF412C"/>
      </a:accent1>
      <a:accent2>
        <a:srgbClr val="9F29FF"/>
      </a:accent2>
      <a:accent3>
        <a:srgbClr val="06A6EE"/>
      </a:accent3>
      <a:accent4>
        <a:srgbClr val="31CAA8"/>
      </a:accent4>
      <a:accent5>
        <a:srgbClr val="808DA5"/>
      </a:accent5>
      <a:accent6>
        <a:srgbClr val="FF2380"/>
      </a:accent6>
      <a:hlink>
        <a:srgbClr val="FF412C"/>
      </a:hlink>
      <a:folHlink>
        <a:srgbClr val="808DA5"/>
      </a:folHlink>
    </a:clrScheme>
    <a:fontScheme name="YouGov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defRPr sz="1400" noProof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Stone gray 7">
      <a:srgbClr val="E6E8ED"/>
    </a:custClr>
    <a:custClr name="Stone gray 1">
      <a:srgbClr val="33415C"/>
    </a:custClr>
    <a:custClr name="Grapefruit">
      <a:srgbClr val="FF412C"/>
    </a:custClr>
    <a:custClr name="Plum">
      <a:srgbClr val="9F29FF"/>
    </a:custClr>
    <a:custClr name="Blueberry">
      <a:srgbClr val="06A6EE"/>
    </a:custClr>
    <a:custClr name="Avocado">
      <a:srgbClr val="31CAA8"/>
    </a:custClr>
    <a:custClr name="Stone gray 3">
      <a:srgbClr val="808DA5"/>
    </a:custClr>
    <a:custClr name="Pomegranate">
      <a:srgbClr val="FF2380"/>
    </a:custClr>
    <a:custClr>
      <a:srgbClr val="FFFFFF"/>
    </a:custClr>
    <a:custClr>
      <a:srgbClr val="FFFFFF"/>
    </a:custClr>
    <a:custClr name="Stone gray 6">
      <a:srgbClr val="CCD1DB"/>
    </a:custClr>
    <a:custClr name="Stone gray 2">
      <a:srgbClr val="616E90"/>
    </a:custClr>
    <a:custClr name="Grapefruit 60%">
      <a:srgbClr val="FF8D80"/>
    </a:custClr>
    <a:custClr name="Plum 60%">
      <a:srgbClr val="C57FFF"/>
    </a:custClr>
    <a:custClr name="Blueberry 60%">
      <a:srgbClr val="6ACAF5"/>
    </a:custClr>
    <a:custClr name="Avocado 60%">
      <a:srgbClr val="83DFCB"/>
    </a:custClr>
    <a:custClr name="Stone gray 4">
      <a:srgbClr val="99A4B7"/>
    </a:custClr>
    <a:custClr name="Pomegranate 60%">
      <a:srgbClr val="FF7BB3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Grapefruit 80%">
      <a:srgbClr val="FF6756"/>
    </a:custClr>
    <a:custClr name="Plum 80%">
      <a:srgbClr val="B254FF"/>
    </a:custClr>
    <a:custClr name="Blueberry 80%">
      <a:srgbClr val="38B8F1"/>
    </a:custClr>
    <a:custClr name="Avocado 80%">
      <a:srgbClr val="5AD5B9"/>
    </a:custClr>
    <a:custClr name="Stone gray 5">
      <a:srgbClr val="B3BBC9"/>
    </a:custClr>
    <a:custClr name="Pomegranate 80%">
      <a:srgbClr val="FF4F9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Grapefruit dark 1">
      <a:srgbClr val="E8281E"/>
    </a:custClr>
    <a:custClr name="Plum dark 1">
      <a:srgbClr val="8001D8"/>
    </a:custClr>
    <a:custClr name="Blueberry dark 1">
      <a:srgbClr val="006BDB"/>
    </a:custClr>
    <a:custClr name="Avocado dark 1">
      <a:srgbClr val="149678"/>
    </a:custClr>
    <a:custClr>
      <a:srgbClr val="FFFFFF"/>
    </a:custClr>
    <a:custClr name="Pomegranate dark 1">
      <a:srgbClr val="CD0E28"/>
    </a:custClr>
    <a:custClr name="Color has no name">
      <a:srgbClr val="FFFFFF"/>
    </a:custClr>
    <a:custClr name="Color has no name">
      <a:srgbClr val="FFFFFF"/>
    </a:custClr>
    <a:custClr>
      <a:srgbClr val="FFFFFF"/>
    </a:custClr>
    <a:custClr>
      <a:srgbClr val="FFFFFF"/>
    </a:custClr>
    <a:custClr name="Grapefruit dark 2">
      <a:srgbClr val="C20800"/>
    </a:custClr>
    <a:custClr name="Plum dark 2">
      <a:srgbClr val="6600AB"/>
    </a:custClr>
    <a:custClr name="Blueberry dark 2">
      <a:srgbClr val="003CAB"/>
    </a:custClr>
    <a:custClr name="Avocado dark 2">
      <a:srgbClr val="006B46"/>
    </a:custClr>
    <a:custClr>
      <a:srgbClr val="FFFFFF"/>
    </a:custClr>
    <a:custClr name="Pomegranate dark 2">
      <a:srgbClr val="A50115"/>
    </a:custClr>
  </a:custClrLst>
  <a:extLst>
    <a:ext uri="{05A4C25C-085E-4340-85A3-A5531E510DB2}">
      <thm15:themeFamily xmlns:thm15="http://schemas.microsoft.com/office/thememl/2012/main" name="Ergebnispräsentation_Manual Charting YG Schweiz" id="{111132DD-5105-4EE6-BEB4-30D7CCFBCB9F}" vid="{55587E89-61BD-424C-B876-947233F5CD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2">
    <a:dk1>
      <a:srgbClr val="000000"/>
    </a:dk1>
    <a:lt1>
      <a:srgbClr val="FFFFFF"/>
    </a:lt1>
    <a:dk2>
      <a:srgbClr val="33415C"/>
    </a:dk2>
    <a:lt2>
      <a:srgbClr val="E6E8ED"/>
    </a:lt2>
    <a:accent1>
      <a:srgbClr val="06A6EE"/>
    </a:accent1>
    <a:accent2>
      <a:srgbClr val="808DA5"/>
    </a:accent2>
    <a:accent3>
      <a:srgbClr val="FF2380"/>
    </a:accent3>
    <a:accent4>
      <a:srgbClr val="31CAA8"/>
    </a:accent4>
    <a:accent5>
      <a:srgbClr val="FF412C"/>
    </a:accent5>
    <a:accent6>
      <a:srgbClr val="9F29FF"/>
    </a:accent6>
    <a:hlink>
      <a:srgbClr val="FF412C"/>
    </a:hlink>
    <a:folHlink>
      <a:srgbClr val="808DA5"/>
    </a:folHlink>
  </a:clrScheme>
  <a:fontScheme name="YouGov">
    <a:majorFont>
      <a:latin typeface="Arial Black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Custom 2">
    <a:dk1>
      <a:srgbClr val="000000"/>
    </a:dk1>
    <a:lt1>
      <a:srgbClr val="FFFFFF"/>
    </a:lt1>
    <a:dk2>
      <a:srgbClr val="33415C"/>
    </a:dk2>
    <a:lt2>
      <a:srgbClr val="E6E8ED"/>
    </a:lt2>
    <a:accent1>
      <a:srgbClr val="06A6EE"/>
    </a:accent1>
    <a:accent2>
      <a:srgbClr val="808DA5"/>
    </a:accent2>
    <a:accent3>
      <a:srgbClr val="FF2380"/>
    </a:accent3>
    <a:accent4>
      <a:srgbClr val="31CAA8"/>
    </a:accent4>
    <a:accent5>
      <a:srgbClr val="FF412C"/>
    </a:accent5>
    <a:accent6>
      <a:srgbClr val="9F29FF"/>
    </a:accent6>
    <a:hlink>
      <a:srgbClr val="FF412C"/>
    </a:hlink>
    <a:folHlink>
      <a:srgbClr val="808DA5"/>
    </a:folHlink>
  </a:clrScheme>
  <a:fontScheme name="YouGov">
    <a:majorFont>
      <a:latin typeface="Arial Black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Custom 2">
    <a:dk1>
      <a:srgbClr val="000000"/>
    </a:dk1>
    <a:lt1>
      <a:srgbClr val="FFFFFF"/>
    </a:lt1>
    <a:dk2>
      <a:srgbClr val="33415C"/>
    </a:dk2>
    <a:lt2>
      <a:srgbClr val="E6E8ED"/>
    </a:lt2>
    <a:accent1>
      <a:srgbClr val="06A6EE"/>
    </a:accent1>
    <a:accent2>
      <a:srgbClr val="808DA5"/>
    </a:accent2>
    <a:accent3>
      <a:srgbClr val="FF2380"/>
    </a:accent3>
    <a:accent4>
      <a:srgbClr val="31CAA8"/>
    </a:accent4>
    <a:accent5>
      <a:srgbClr val="FF412C"/>
    </a:accent5>
    <a:accent6>
      <a:srgbClr val="9F29FF"/>
    </a:accent6>
    <a:hlink>
      <a:srgbClr val="FF412C"/>
    </a:hlink>
    <a:folHlink>
      <a:srgbClr val="808DA5"/>
    </a:folHlink>
  </a:clrScheme>
  <a:fontScheme name="YouGov">
    <a:majorFont>
      <a:latin typeface="Arial Black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94f6385-94f5-44e2-8137-55f4e11c3995" xsi:nil="true"/>
    <lcf76f155ced4ddcb4097134ff3c332f xmlns="739c7357-ad4b-4234-8453-41b5a089927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38DA2C36A68F4089B1821473F355A5" ma:contentTypeVersion="10" ma:contentTypeDescription="Create a new document." ma:contentTypeScope="" ma:versionID="d90583123e59d2d23d5bb3c301c41d0d">
  <xsd:schema xmlns:xsd="http://www.w3.org/2001/XMLSchema" xmlns:xs="http://www.w3.org/2001/XMLSchema" xmlns:p="http://schemas.microsoft.com/office/2006/metadata/properties" xmlns:ns2="739c7357-ad4b-4234-8453-41b5a0899272" xmlns:ns3="c94f6385-94f5-44e2-8137-55f4e11c3995" targetNamespace="http://schemas.microsoft.com/office/2006/metadata/properties" ma:root="true" ma:fieldsID="cd811974a41103eb572483fb22cefb54" ns2:_="" ns3:_="">
    <xsd:import namespace="739c7357-ad4b-4234-8453-41b5a0899272"/>
    <xsd:import namespace="c94f6385-94f5-44e2-8137-55f4e11c39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9c7357-ad4b-4234-8453-41b5a08992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18eee4b-1bb2-4d66-b734-98d7ff5681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4f6385-94f5-44e2-8137-55f4e11c399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753bce8-0367-4f2b-8796-783fac11fc34}" ma:internalName="TaxCatchAll" ma:showField="CatchAllData" ma:web="c94f6385-94f5-44e2-8137-55f4e11c39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687A0B-028E-4D8C-93C6-D7D177D990AE}">
  <ds:schemaRefs>
    <ds:schemaRef ds:uri="http://schemas.microsoft.com/office/2006/metadata/properties"/>
    <ds:schemaRef ds:uri="7956a615-d9ab-460c-9535-01aba8a11dd1"/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83f57ff1-df2e-4ac4-a7b4-a4cb90e21744"/>
    <ds:schemaRef ds:uri="da30c981-2d6c-4286-87e8-5c69c6d8559e"/>
    <ds:schemaRef ds:uri="8be6ffaf-f5d6-4faf-9b40-8a0636ee74e1"/>
    <ds:schemaRef ds:uri="http://purl.org/dc/terms/"/>
    <ds:schemaRef ds:uri="c94f6385-94f5-44e2-8137-55f4e11c3995"/>
    <ds:schemaRef ds:uri="739c7357-ad4b-4234-8453-41b5a0899272"/>
  </ds:schemaRefs>
</ds:datastoreItem>
</file>

<file path=customXml/itemProps2.xml><?xml version="1.0" encoding="utf-8"?>
<ds:datastoreItem xmlns:ds="http://schemas.openxmlformats.org/officeDocument/2006/customXml" ds:itemID="{CF00642B-F65C-46B6-A066-2BAFED673C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771885-CCAE-46D8-939F-7254AE9EBC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9c7357-ad4b-4234-8453-41b5a0899272"/>
    <ds:schemaRef ds:uri="c94f6385-94f5-44e2-8137-55f4e11c39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Ergebnispräsentation_Manual Charting YG Schweiz</Template>
  <TotalTime>123</TotalTime>
  <Words>55</Words>
  <Application>Microsoft Office PowerPoint</Application>
  <PresentationFormat>Widescreen</PresentationFormat>
  <Paragraphs>17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Black</vt:lpstr>
      <vt:lpstr>Calibri</vt:lpstr>
      <vt:lpstr>Graphik Bold</vt:lpstr>
      <vt:lpstr>YouGov</vt:lpstr>
      <vt:lpstr>think-cell Slide</vt:lpstr>
      <vt:lpstr>Van Westendorp Price Sensitivity Meter (PSM)</vt:lpstr>
      <vt:lpstr>PSM: Newton Mille Smith Extension (NMS)</vt:lpstr>
    </vt:vector>
  </TitlesOfParts>
  <Company>YouGov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Lilly Blättner</dc:creator>
  <cp:lastModifiedBy>Emmanuel Guizar Rosales</cp:lastModifiedBy>
  <cp:revision>6</cp:revision>
  <dcterms:created xsi:type="dcterms:W3CDTF">2026-02-05T12:48:03Z</dcterms:created>
  <dcterms:modified xsi:type="dcterms:W3CDTF">2026-08-28T12:52:27Z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0x010100E638DA2C36A68F4089B1821473F355A5</vt:lpwstr>
  </property>
  <property fmtid="{D5CDD505-2E9C-101B-9397-08002B2CF9AE}" pid="3" name="MediaServiceImageTags">
    <vt:lpwstr/>
  </property>
  <property fmtid="{D5CDD505-2E9C-101B-9397-08002B2CF9AE}" pid="4" name="Order">
    <vt:r8>389330100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</Properties>
</file>