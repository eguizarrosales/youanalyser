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heme/theme2.xml" ContentType="application/vnd.openxmlformats-officedocument.theme+xml"/>
  <Override PartName="/ppt/tags/tag22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tags/tag23.xml" ContentType="application/vnd.openxmlformats-officedocument.presentationml.tags+xml"/>
  <Override PartName="/ppt/notesSlides/notesSlide2.xml" ContentType="application/vnd.openxmlformats-officedocument.presentationml.notesSlide+xml"/>
  <Override PartName="/ppt/tags/tag24.xml" ContentType="application/vnd.openxmlformats-officedocument.presentationml.tags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tags/tag25.xml" ContentType="application/vnd.openxmlformats-officedocument.presentationml.tags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9"/>
  </p:notesMasterIdLst>
  <p:sldIdLst>
    <p:sldId id="2145706245" r:id="rId5"/>
    <p:sldId id="2145706243" r:id="rId6"/>
    <p:sldId id="2145706247" r:id="rId7"/>
    <p:sldId id="2145706244" r:id="rId8"/>
  </p:sldIdLst>
  <p:sldSz cx="12192000" cy="6858000"/>
  <p:notesSz cx="6858000" cy="9144000"/>
  <p:custDataLst>
    <p:tags r:id="rId10"/>
  </p:custDataLst>
  <p:defaultTextStyle>
    <a:defPPr>
      <a:defRPr lang="en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rman" id="{C2A47F10-1A99-4BA8-9EB4-396943AD2BF4}">
          <p14:sldIdLst>
            <p14:sldId id="2145706245"/>
            <p14:sldId id="2145706243"/>
          </p14:sldIdLst>
        </p14:section>
        <p14:section name="English" id="{624340F7-77E9-4E59-95EF-27350C8D7F16}">
          <p14:sldIdLst>
            <p14:sldId id="2145706247"/>
            <p14:sldId id="21457062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7673" userDrawn="1">
          <p15:clr>
            <a:srgbClr val="A4A3A4"/>
          </p15:clr>
        </p15:guide>
        <p15:guide id="4" orient="horz" pos="3022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6C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EAAFA5-8686-43B2-B558-470693DC59E0}" v="20" dt="2026-05-08T10:58:39.8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7845" autoAdjust="0"/>
  </p:normalViewPr>
  <p:slideViewPr>
    <p:cSldViewPr snapToGrid="0" showGuides="1">
      <p:cViewPr varScale="1">
        <p:scale>
          <a:sx n="100" d="100"/>
          <a:sy n="100" d="100"/>
        </p:scale>
        <p:origin x="222" y="84"/>
      </p:cViewPr>
      <p:guideLst>
        <p:guide orient="horz" pos="1570"/>
        <p:guide pos="7673"/>
        <p:guide orient="horz" pos="3022"/>
        <p:guide orient="horz" pos="935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tags" Target="tags/tag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nuel Guizar Rosales" userId="3c96448b-a9c8-436e-8abe-c5b4b4d9e6f9" providerId="ADAL" clId="{05DCB6A1-E90A-4F3E-851B-1240A1D95529}"/>
    <pc:docChg chg="undo custSel addSld delSld modSld addSection delSection modSection">
      <pc:chgData name="Emmanuel Guizar Rosales" userId="3c96448b-a9c8-436e-8abe-c5b4b4d9e6f9" providerId="ADAL" clId="{05DCB6A1-E90A-4F3E-851B-1240A1D95529}" dt="2026-05-08T11:02:17.078" v="519" actId="27918"/>
      <pc:docMkLst>
        <pc:docMk/>
      </pc:docMkLst>
      <pc:sldChg chg="addSp delSp modSp mod">
        <pc:chgData name="Emmanuel Guizar Rosales" userId="3c96448b-a9c8-436e-8abe-c5b4b4d9e6f9" providerId="ADAL" clId="{05DCB6A1-E90A-4F3E-851B-1240A1D95529}" dt="2026-05-08T10:58:27.783" v="400"/>
        <pc:sldMkLst>
          <pc:docMk/>
          <pc:sldMk cId="1102268804" sldId="2145706243"/>
        </pc:sldMkLst>
        <pc:spChg chg="mod">
          <ac:chgData name="Emmanuel Guizar Rosales" userId="3c96448b-a9c8-436e-8abe-c5b4b4d9e6f9" providerId="ADAL" clId="{05DCB6A1-E90A-4F3E-851B-1240A1D95529}" dt="2026-04-23T08:03:36.757" v="165" actId="20577"/>
          <ac:spMkLst>
            <pc:docMk/>
            <pc:sldMk cId="1102268804" sldId="2145706243"/>
            <ac:spMk id="2" creationId="{9AB50443-5709-8342-AC78-A8EC1FB46876}"/>
          </ac:spMkLst>
        </pc:spChg>
        <pc:spChg chg="mod">
          <ac:chgData name="Emmanuel Guizar Rosales" userId="3c96448b-a9c8-436e-8abe-c5b4b4d9e6f9" providerId="ADAL" clId="{05DCB6A1-E90A-4F3E-851B-1240A1D95529}" dt="2026-04-23T08:03:49.180" v="167"/>
          <ac:spMkLst>
            <pc:docMk/>
            <pc:sldMk cId="1102268804" sldId="2145706243"/>
            <ac:spMk id="3" creationId="{CD4E7BEA-171B-26E0-E500-808FFEA1A64E}"/>
          </ac:spMkLst>
        </pc:spChg>
        <pc:spChg chg="mod">
          <ac:chgData name="Emmanuel Guizar Rosales" userId="3c96448b-a9c8-436e-8abe-c5b4b4d9e6f9" providerId="ADAL" clId="{05DCB6A1-E90A-4F3E-851B-1240A1D95529}" dt="2026-04-23T08:03:40.394" v="166" actId="20577"/>
          <ac:spMkLst>
            <pc:docMk/>
            <pc:sldMk cId="1102268804" sldId="2145706243"/>
            <ac:spMk id="19" creationId="{D938FE84-EC46-36BF-FCCD-303CB25CC405}"/>
          </ac:spMkLst>
        </pc:spChg>
        <pc:spChg chg="mod">
          <ac:chgData name="Emmanuel Guizar Rosales" userId="3c96448b-a9c8-436e-8abe-c5b4b4d9e6f9" providerId="ADAL" clId="{05DCB6A1-E90A-4F3E-851B-1240A1D95529}" dt="2026-04-23T08:03:51.731" v="168" actId="20577"/>
          <ac:spMkLst>
            <pc:docMk/>
            <pc:sldMk cId="1102268804" sldId="2145706243"/>
            <ac:spMk id="30" creationId="{B2C4E2AC-F869-15E0-93BE-B2E6143172ED}"/>
          </ac:spMkLst>
        </pc:spChg>
        <pc:graphicFrameChg chg="add mod">
          <ac:chgData name="Emmanuel Guizar Rosales" userId="3c96448b-a9c8-436e-8abe-c5b4b4d9e6f9" providerId="ADAL" clId="{05DCB6A1-E90A-4F3E-851B-1240A1D95529}" dt="2026-05-08T10:58:27.783" v="400"/>
          <ac:graphicFrameMkLst>
            <pc:docMk/>
            <pc:sldMk cId="1102268804" sldId="2145706243"/>
            <ac:graphicFrameMk id="5" creationId="{8F6D7C55-F966-D836-5166-B692C7DE7B2E}"/>
          </ac:graphicFrameMkLst>
        </pc:graphicFrameChg>
        <pc:graphicFrameChg chg="mod modGraphic">
          <ac:chgData name="Emmanuel Guizar Rosales" userId="3c96448b-a9c8-436e-8abe-c5b4b4d9e6f9" providerId="ADAL" clId="{05DCB6A1-E90A-4F3E-851B-1240A1D95529}" dt="2026-04-23T08:01:51.734" v="142" actId="207"/>
          <ac:graphicFrameMkLst>
            <pc:docMk/>
            <pc:sldMk cId="1102268804" sldId="2145706243"/>
            <ac:graphicFrameMk id="20" creationId="{BB3AE844-5198-5C7B-B8B8-04EEA5A33E4B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02:21.211" v="143" actId="207"/>
          <ac:graphicFrameMkLst>
            <pc:docMk/>
            <pc:sldMk cId="1102268804" sldId="2145706243"/>
            <ac:graphicFrameMk id="21" creationId="{927BB620-8C65-D231-CCC4-FF4633D49A89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03:09.862" v="147" actId="207"/>
          <ac:graphicFrameMkLst>
            <pc:docMk/>
            <pc:sldMk cId="1102268804" sldId="2145706243"/>
            <ac:graphicFrameMk id="22" creationId="{995276E9-1DCB-374A-F437-367B543C89F7}"/>
          </ac:graphicFrameMkLst>
        </pc:graphicFrameChg>
        <pc:graphicFrameChg chg="mod modGraphic">
          <ac:chgData name="Emmanuel Guizar Rosales" userId="3c96448b-a9c8-436e-8abe-c5b4b4d9e6f9" providerId="ADAL" clId="{05DCB6A1-E90A-4F3E-851B-1240A1D95529}" dt="2026-04-23T08:03:03.641" v="146" actId="207"/>
          <ac:graphicFrameMkLst>
            <pc:docMk/>
            <pc:sldMk cId="1102268804" sldId="2145706243"/>
            <ac:graphicFrameMk id="23" creationId="{65EBDB6A-29EC-8D05-0F66-A2E61DDE0D50}"/>
          </ac:graphicFrameMkLst>
        </pc:graphicFrameChg>
      </pc:sldChg>
      <pc:sldChg chg="modSp mod">
        <pc:chgData name="Emmanuel Guizar Rosales" userId="3c96448b-a9c8-436e-8abe-c5b4b4d9e6f9" providerId="ADAL" clId="{05DCB6A1-E90A-4F3E-851B-1240A1D95529}" dt="2026-04-23T08:15:08.622" v="380"/>
        <pc:sldMkLst>
          <pc:docMk/>
          <pc:sldMk cId="789712583" sldId="2145706244"/>
        </pc:sldMkLst>
        <pc:spChg chg="mod">
          <ac:chgData name="Emmanuel Guizar Rosales" userId="3c96448b-a9c8-436e-8abe-c5b4b4d9e6f9" providerId="ADAL" clId="{05DCB6A1-E90A-4F3E-851B-1240A1D95529}" dt="2026-04-23T08:14:47.455" v="351" actId="20577"/>
          <ac:spMkLst>
            <pc:docMk/>
            <pc:sldMk cId="789712583" sldId="2145706244"/>
            <ac:spMk id="2" creationId="{6DE2B11E-316F-AA74-EE4E-38EC037055DA}"/>
          </ac:spMkLst>
        </pc:spChg>
        <pc:spChg chg="mod">
          <ac:chgData name="Emmanuel Guizar Rosales" userId="3c96448b-a9c8-436e-8abe-c5b4b4d9e6f9" providerId="ADAL" clId="{05DCB6A1-E90A-4F3E-851B-1240A1D95529}" dt="2026-04-23T08:15:08.622" v="380"/>
          <ac:spMkLst>
            <pc:docMk/>
            <pc:sldMk cId="789712583" sldId="2145706244"/>
            <ac:spMk id="3" creationId="{DC4C48B5-A771-3444-AB70-0FD340258EA6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4" creationId="{7ED822EB-F0D0-57D8-D687-C7D6AC618196}"/>
          </ac:spMkLst>
        </pc:spChg>
        <pc:spChg chg="mod">
          <ac:chgData name="Emmanuel Guizar Rosales" userId="3c96448b-a9c8-436e-8abe-c5b4b4d9e6f9" providerId="ADAL" clId="{05DCB6A1-E90A-4F3E-851B-1240A1D95529}" dt="2026-04-23T08:14:55.850" v="378" actId="20577"/>
          <ac:spMkLst>
            <pc:docMk/>
            <pc:sldMk cId="789712583" sldId="2145706244"/>
            <ac:spMk id="20" creationId="{293A52E0-EB21-0049-412B-3B18E081E2E3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25" creationId="{4A3AD792-8C9E-099B-CC27-008411373CFB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26" creationId="{F2E3CA2A-D169-8750-4DCB-6D44B5631996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28" creationId="{2E23B0D5-CB68-E71E-0BC7-D7BC927993BA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29" creationId="{0F845180-A316-9FEF-C919-C4E1E32F9175}"/>
          </ac:spMkLst>
        </pc:spChg>
        <pc:spChg chg="mod">
          <ac:chgData name="Emmanuel Guizar Rosales" userId="3c96448b-a9c8-436e-8abe-c5b4b4d9e6f9" providerId="ADAL" clId="{05DCB6A1-E90A-4F3E-851B-1240A1D95529}" dt="2026-04-23T08:14:59.777" v="379" actId="20577"/>
          <ac:spMkLst>
            <pc:docMk/>
            <pc:sldMk cId="789712583" sldId="2145706244"/>
            <ac:spMk id="30" creationId="{F302D394-C5C4-1CAC-0A77-89EDACF42EB3}"/>
          </ac:spMkLst>
        </pc:spChg>
        <pc:graphicFrameChg chg="mod modGraphic">
          <ac:chgData name="Emmanuel Guizar Rosales" userId="3c96448b-a9c8-436e-8abe-c5b4b4d9e6f9" providerId="ADAL" clId="{05DCB6A1-E90A-4F3E-851B-1240A1D95529}" dt="2026-04-23T08:13:06.129" v="301" actId="207"/>
          <ac:graphicFrameMkLst>
            <pc:docMk/>
            <pc:sldMk cId="789712583" sldId="2145706244"/>
            <ac:graphicFrameMk id="19" creationId="{36AEDBBD-E4EF-CE5D-30A4-77EF4E3F50AF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13:38.502" v="310" actId="207"/>
          <ac:graphicFrameMkLst>
            <pc:docMk/>
            <pc:sldMk cId="789712583" sldId="2145706244"/>
            <ac:graphicFrameMk id="21" creationId="{19753286-EE27-4B57-A733-DDF359FB4C8A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13:57.604" v="323" actId="207"/>
          <ac:graphicFrameMkLst>
            <pc:docMk/>
            <pc:sldMk cId="789712583" sldId="2145706244"/>
            <ac:graphicFrameMk id="22" creationId="{A7A348B5-AA89-7450-0139-0335623C7357}"/>
          </ac:graphicFrameMkLst>
        </pc:graphicFrameChg>
        <pc:graphicFrameChg chg="mod modGraphic">
          <ac:chgData name="Emmanuel Guizar Rosales" userId="3c96448b-a9c8-436e-8abe-c5b4b4d9e6f9" providerId="ADAL" clId="{05DCB6A1-E90A-4F3E-851B-1240A1D95529}" dt="2026-04-23T08:14:30.557" v="332" actId="207"/>
          <ac:graphicFrameMkLst>
            <pc:docMk/>
            <pc:sldMk cId="789712583" sldId="2145706244"/>
            <ac:graphicFrameMk id="23" creationId="{318E9517-534B-0371-42A5-DE0DE3D8AF16}"/>
          </ac:graphicFrameMkLst>
        </pc:graphicFrameChg>
      </pc:sldChg>
      <pc:sldChg chg="modSp mod">
        <pc:chgData name="Emmanuel Guizar Rosales" userId="3c96448b-a9c8-436e-8abe-c5b4b4d9e6f9" providerId="ADAL" clId="{05DCB6A1-E90A-4F3E-851B-1240A1D95529}" dt="2026-05-08T10:58:17.418" v="399" actId="27918"/>
        <pc:sldMkLst>
          <pc:docMk/>
          <pc:sldMk cId="265861374" sldId="2145706245"/>
        </pc:sldMkLst>
        <pc:spChg chg="mod">
          <ac:chgData name="Emmanuel Guizar Rosales" userId="3c96448b-a9c8-436e-8abe-c5b4b4d9e6f9" providerId="ADAL" clId="{05DCB6A1-E90A-4F3E-851B-1240A1D95529}" dt="2026-04-23T07:48:51.120" v="52" actId="20577"/>
          <ac:spMkLst>
            <pc:docMk/>
            <pc:sldMk cId="265861374" sldId="2145706245"/>
            <ac:spMk id="2" creationId="{A9D4970F-0B46-03F5-30FB-E10D141CCCDF}"/>
          </ac:spMkLst>
        </pc:spChg>
        <pc:spChg chg="mod">
          <ac:chgData name="Emmanuel Guizar Rosales" userId="3c96448b-a9c8-436e-8abe-c5b4b4d9e6f9" providerId="ADAL" clId="{05DCB6A1-E90A-4F3E-851B-1240A1D95529}" dt="2026-04-23T07:49:06.394" v="111" actId="20577"/>
          <ac:spMkLst>
            <pc:docMk/>
            <pc:sldMk cId="265861374" sldId="2145706245"/>
            <ac:spMk id="3" creationId="{88B31339-4544-9783-9AF8-90E85A60F2F0}"/>
          </ac:spMkLst>
        </pc:spChg>
        <pc:spChg chg="mod">
          <ac:chgData name="Emmanuel Guizar Rosales" userId="3c96448b-a9c8-436e-8abe-c5b4b4d9e6f9" providerId="ADAL" clId="{05DCB6A1-E90A-4F3E-851B-1240A1D95529}" dt="2026-04-23T07:49:10.423" v="112" actId="20577"/>
          <ac:spMkLst>
            <pc:docMk/>
            <pc:sldMk cId="265861374" sldId="2145706245"/>
            <ac:spMk id="49" creationId="{CF9842C9-DFD3-CD1F-D981-2390FAC759D7}"/>
          </ac:spMkLst>
        </pc:spChg>
        <pc:graphicFrameChg chg="modGraphic">
          <ac:chgData name="Emmanuel Guizar Rosales" userId="3c96448b-a9c8-436e-8abe-c5b4b4d9e6f9" providerId="ADAL" clId="{05DCB6A1-E90A-4F3E-851B-1240A1D95529}" dt="2026-04-23T07:49:43.549" v="117" actId="6549"/>
          <ac:graphicFrameMkLst>
            <pc:docMk/>
            <pc:sldMk cId="265861374" sldId="2145706245"/>
            <ac:graphicFrameMk id="22" creationId="{6576CE87-9A6A-A923-5A12-BF405DC0ABA1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7:49:27.971" v="113" actId="6549"/>
          <ac:graphicFrameMkLst>
            <pc:docMk/>
            <pc:sldMk cId="265861374" sldId="2145706245"/>
            <ac:graphicFrameMk id="23" creationId="{57888D6B-CCC6-4429-D9B6-E5994971B6C3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7:49:48.026" v="118" actId="6549"/>
          <ac:graphicFrameMkLst>
            <pc:docMk/>
            <pc:sldMk cId="265861374" sldId="2145706245"/>
            <ac:graphicFrameMk id="24" creationId="{B8C9D0C1-1647-AE5A-7733-CC897EFA21AD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7:49:38.261" v="116" actId="6549"/>
          <ac:graphicFrameMkLst>
            <pc:docMk/>
            <pc:sldMk cId="265861374" sldId="2145706245"/>
            <ac:graphicFrameMk id="25" creationId="{D28DF0B3-698F-C7DA-D36A-0B5053723CF8}"/>
          </ac:graphicFrameMkLst>
        </pc:graphicFrameChg>
        <pc:graphicFrameChg chg="mod">
          <ac:chgData name="Emmanuel Guizar Rosales" userId="3c96448b-a9c8-436e-8abe-c5b4b4d9e6f9" providerId="ADAL" clId="{05DCB6A1-E90A-4F3E-851B-1240A1D95529}" dt="2026-05-08T10:56:35.544" v="396"/>
          <ac:graphicFrameMkLst>
            <pc:docMk/>
            <pc:sldMk cId="265861374" sldId="2145706245"/>
            <ac:graphicFrameMk id="27" creationId="{F62C8AAB-33BE-F096-EA97-493DA775C047}"/>
          </ac:graphicFrameMkLst>
        </pc:graphicFrameChg>
      </pc:sldChg>
      <pc:sldChg chg="modSp add del mod">
        <pc:chgData name="Emmanuel Guizar Rosales" userId="3c96448b-a9c8-436e-8abe-c5b4b4d9e6f9" providerId="ADAL" clId="{05DCB6A1-E90A-4F3E-851B-1240A1D95529}" dt="2026-05-08T11:00:03.207" v="509" actId="47"/>
        <pc:sldMkLst>
          <pc:docMk/>
          <pc:sldMk cId="4283598283" sldId="2145706246"/>
        </pc:sldMkLst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2" creationId="{CD97E843-F510-E168-EC2E-8AD207632AB6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3" creationId="{E9ED1B53-9B52-9B15-A3BC-273314A635C8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5" creationId="{908CF415-1C1C-0F17-122D-830FDE853E35}"/>
          </ac:spMkLst>
        </pc:spChg>
        <pc:spChg chg="mod">
          <ac:chgData name="Emmanuel Guizar Rosales" userId="3c96448b-a9c8-436e-8abe-c5b4b4d9e6f9" providerId="ADAL" clId="{05DCB6A1-E90A-4F3E-851B-1240A1D95529}" dt="2026-04-23T08:09:01.917" v="287" actId="20577"/>
          <ac:spMkLst>
            <pc:docMk/>
            <pc:sldMk cId="4283598283" sldId="2145706246"/>
            <ac:spMk id="21" creationId="{46754A46-8A92-E96A-1ACD-74D8D9B1F605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28" creationId="{A2F27220-DE42-52F9-6FAA-EADFCD00680C}"/>
          </ac:spMkLst>
        </pc:spChg>
        <pc:spChg chg="mod">
          <ac:chgData name="Emmanuel Guizar Rosales" userId="3c96448b-a9c8-436e-8abe-c5b4b4d9e6f9" providerId="ADAL" clId="{05DCB6A1-E90A-4F3E-851B-1240A1D95529}" dt="2026-04-23T08:07:00.925" v="221" actId="20577"/>
          <ac:spMkLst>
            <pc:docMk/>
            <pc:sldMk cId="4283598283" sldId="2145706246"/>
            <ac:spMk id="33" creationId="{D8A0AADB-400A-CDF8-6B80-B8147A2F12A0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34" creationId="{2A85CCB6-CB73-3577-3B9A-CFA12334648A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35" creationId="{10586046-CE02-307B-9654-506CCFF2067F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36" creationId="{0ADF5149-B51D-2BC9-B586-A009DB4F4789}"/>
          </ac:spMkLst>
        </pc:spChg>
        <pc:spChg chg="mod">
          <ac:chgData name="Emmanuel Guizar Rosales" userId="3c96448b-a9c8-436e-8abe-c5b4b4d9e6f9" providerId="ADAL" clId="{05DCB6A1-E90A-4F3E-851B-1240A1D95529}" dt="2026-04-23T08:07:51.180" v="274" actId="20577"/>
          <ac:spMkLst>
            <pc:docMk/>
            <pc:sldMk cId="4283598283" sldId="2145706246"/>
            <ac:spMk id="37" creationId="{59B2C01A-D2A4-9383-7EA4-BB17936E98F8}"/>
          </ac:spMkLst>
        </pc:spChg>
        <pc:spChg chg="mod">
          <ac:chgData name="Emmanuel Guizar Rosales" userId="3c96448b-a9c8-436e-8abe-c5b4b4d9e6f9" providerId="ADAL" clId="{05DCB6A1-E90A-4F3E-851B-1240A1D95529}" dt="2026-04-23T08:07:24.730" v="260" actId="20577"/>
          <ac:spMkLst>
            <pc:docMk/>
            <pc:sldMk cId="4283598283" sldId="2145706246"/>
            <ac:spMk id="40" creationId="{CB243D5B-73F5-876E-EFDC-00E41B20694D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41" creationId="{BC33CC4A-2EFD-7745-CB79-74CAAEB5534F}"/>
          </ac:spMkLst>
        </pc:spChg>
        <pc:spChg chg="mod">
          <ac:chgData name="Emmanuel Guizar Rosales" userId="3c96448b-a9c8-436e-8abe-c5b4b4d9e6f9" providerId="ADAL" clId="{05DCB6A1-E90A-4F3E-851B-1240A1D95529}" dt="2026-04-23T08:07:21.113" v="249" actId="20577"/>
          <ac:spMkLst>
            <pc:docMk/>
            <pc:sldMk cId="4283598283" sldId="2145706246"/>
            <ac:spMk id="46" creationId="{91C30195-4356-AA44-F5A6-B298882948CA}"/>
          </ac:spMkLst>
        </pc:spChg>
        <pc:spChg chg="mod">
          <ac:chgData name="Emmanuel Guizar Rosales" userId="3c96448b-a9c8-436e-8abe-c5b4b4d9e6f9" providerId="ADAL" clId="{05DCB6A1-E90A-4F3E-851B-1240A1D95529}" dt="2026-04-23T08:07:38.320" v="267" actId="20577"/>
          <ac:spMkLst>
            <pc:docMk/>
            <pc:sldMk cId="4283598283" sldId="2145706246"/>
            <ac:spMk id="47" creationId="{C9EC4FFA-9B51-5B17-81D3-D5FAD59D325D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48" creationId="{8C07E084-F97A-D854-D3B1-11FD9B05CF40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49" creationId="{35BAE84F-9BC0-A76B-57D8-2F13CFD6F8FF}"/>
          </ac:spMkLst>
        </pc:spChg>
        <pc:graphicFrameChg chg="modGraphic">
          <ac:chgData name="Emmanuel Guizar Rosales" userId="3c96448b-a9c8-436e-8abe-c5b4b4d9e6f9" providerId="ADAL" clId="{05DCB6A1-E90A-4F3E-851B-1240A1D95529}" dt="2026-04-23T08:06:43.586" v="194" actId="20577"/>
          <ac:graphicFrameMkLst>
            <pc:docMk/>
            <pc:sldMk cId="4283598283" sldId="2145706246"/>
            <ac:graphicFrameMk id="22" creationId="{0FF1E6C4-0177-11A6-961D-DA72AC681648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05:05.497" v="179" actId="20577"/>
          <ac:graphicFrameMkLst>
            <pc:docMk/>
            <pc:sldMk cId="4283598283" sldId="2145706246"/>
            <ac:graphicFrameMk id="23" creationId="{888105CD-15AE-FB1B-CF82-733F661DD183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06:49.932" v="206" actId="20577"/>
          <ac:graphicFrameMkLst>
            <pc:docMk/>
            <pc:sldMk cId="4283598283" sldId="2145706246"/>
            <ac:graphicFrameMk id="24" creationId="{DC060E08-9D88-0EC6-302C-E498B1A0CF76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06:38.147" v="187" actId="20577"/>
          <ac:graphicFrameMkLst>
            <pc:docMk/>
            <pc:sldMk cId="4283598283" sldId="2145706246"/>
            <ac:graphicFrameMk id="25" creationId="{9FFF1B21-60D0-7C8F-697E-17DF1A23D0E0}"/>
          </ac:graphicFrameMkLst>
        </pc:graphicFrameChg>
      </pc:sldChg>
      <pc:sldChg chg="modSp add mod">
        <pc:chgData name="Emmanuel Guizar Rosales" userId="3c96448b-a9c8-436e-8abe-c5b4b4d9e6f9" providerId="ADAL" clId="{05DCB6A1-E90A-4F3E-851B-1240A1D95529}" dt="2026-05-08T11:02:17.078" v="519" actId="27918"/>
        <pc:sldMkLst>
          <pc:docMk/>
          <pc:sldMk cId="1163026181" sldId="2145706247"/>
        </pc:sldMkLst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2" creationId="{44AC9BAA-6243-46CE-5D4E-94BBD4F48ED6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3" creationId="{58365F1C-ACF3-1E8A-CFDC-B5BFFC4D30A8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4" creationId="{022F374D-B7E9-6ABD-4260-3AB5F7B106BF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5" creationId="{AB26F82A-98F1-2D26-83A9-FDC83A70FD2F}"/>
          </ac:spMkLst>
        </pc:spChg>
        <pc:spChg chg="mod">
          <ac:chgData name="Emmanuel Guizar Rosales" userId="3c96448b-a9c8-436e-8abe-c5b4b4d9e6f9" providerId="ADAL" clId="{05DCB6A1-E90A-4F3E-851B-1240A1D95529}" dt="2026-05-08T10:59:55.499" v="505" actId="20577"/>
          <ac:spMkLst>
            <pc:docMk/>
            <pc:sldMk cId="1163026181" sldId="2145706247"/>
            <ac:spMk id="21" creationId="{E398133D-BF13-CEBE-7455-BABF28B1490E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28" creationId="{BAFC07CA-1BB6-84C3-FA59-546D72C4816F}"/>
          </ac:spMkLst>
        </pc:spChg>
        <pc:spChg chg="mod">
          <ac:chgData name="Emmanuel Guizar Rosales" userId="3c96448b-a9c8-436e-8abe-c5b4b4d9e6f9" providerId="ADAL" clId="{05DCB6A1-E90A-4F3E-851B-1240A1D95529}" dt="2026-05-08T10:58:59.110" v="418" actId="20577"/>
          <ac:spMkLst>
            <pc:docMk/>
            <pc:sldMk cId="1163026181" sldId="2145706247"/>
            <ac:spMk id="33" creationId="{73A40BF5-6CA6-34B6-1D83-1F1B64338A5B}"/>
          </ac:spMkLst>
        </pc:spChg>
        <pc:spChg chg="mod">
          <ac:chgData name="Emmanuel Guizar Rosales" userId="3c96448b-a9c8-436e-8abe-c5b4b4d9e6f9" providerId="ADAL" clId="{05DCB6A1-E90A-4F3E-851B-1240A1D95529}" dt="2026-05-08T10:59:08.154" v="430" actId="20577"/>
          <ac:spMkLst>
            <pc:docMk/>
            <pc:sldMk cId="1163026181" sldId="2145706247"/>
            <ac:spMk id="34" creationId="{0E2960A6-AA87-CEB1-BF3F-460B2C44CCAA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35" creationId="{A571AADE-D037-B44F-7541-0CF34CD086A4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37" creationId="{D08A4A92-D96D-17AC-1D41-BCF5E4B5D354}"/>
          </ac:spMkLst>
        </pc:spChg>
        <pc:spChg chg="mod">
          <ac:chgData name="Emmanuel Guizar Rosales" userId="3c96448b-a9c8-436e-8abe-c5b4b4d9e6f9" providerId="ADAL" clId="{05DCB6A1-E90A-4F3E-851B-1240A1D95529}" dt="2026-05-08T10:59:41.308" v="490" actId="20577"/>
          <ac:spMkLst>
            <pc:docMk/>
            <pc:sldMk cId="1163026181" sldId="2145706247"/>
            <ac:spMk id="40" creationId="{891C75FE-2625-1EF2-3E2F-12638C5A94D0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46" creationId="{3A9A5E2E-AA62-8BC0-B58C-C72B081B6468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48" creationId="{E74EFB44-FA6F-BBCD-B7B0-C0F9C423335E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49" creationId="{9D5EC809-2420-B808-61B0-2B5AD4B313B3}"/>
          </ac:spMkLst>
        </pc:spChg>
        <pc:graphicFrameChg chg="modGraphic">
          <ac:chgData name="Emmanuel Guizar Rosales" userId="3c96448b-a9c8-436e-8abe-c5b4b4d9e6f9" providerId="ADAL" clId="{05DCB6A1-E90A-4F3E-851B-1240A1D95529}" dt="2026-05-08T10:59:24.229" v="457" actId="20577"/>
          <ac:graphicFrameMkLst>
            <pc:docMk/>
            <pc:sldMk cId="1163026181" sldId="2145706247"/>
            <ac:graphicFrameMk id="22" creationId="{3C316F03-5B40-8F17-42CF-CB24F44D6192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5-08T10:59:16.480" v="442" actId="20577"/>
          <ac:graphicFrameMkLst>
            <pc:docMk/>
            <pc:sldMk cId="1163026181" sldId="2145706247"/>
            <ac:graphicFrameMk id="23" creationId="{5206D809-817D-920B-7553-214817429F39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5-08T10:59:29.741" v="469" actId="20577"/>
          <ac:graphicFrameMkLst>
            <pc:docMk/>
            <pc:sldMk cId="1163026181" sldId="2145706247"/>
            <ac:graphicFrameMk id="24" creationId="{FB3C69B4-F246-A83E-0150-ACA85FD75D0B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5-08T10:59:19.894" v="450" actId="20577"/>
          <ac:graphicFrameMkLst>
            <pc:docMk/>
            <pc:sldMk cId="1163026181" sldId="2145706247"/>
            <ac:graphicFrameMk id="25" creationId="{1A01B636-6EFD-3B97-4EB2-D8ADA1A88E87}"/>
          </ac:graphicFrameMkLst>
        </pc:graphicFrameChg>
      </pc:sldChg>
      <pc:sldChg chg="add del">
        <pc:chgData name="Emmanuel Guizar Rosales" userId="3c96448b-a9c8-436e-8abe-c5b4b4d9e6f9" providerId="ADAL" clId="{05DCB6A1-E90A-4F3E-851B-1240A1D95529}" dt="2026-05-08T10:58:39.845" v="402"/>
        <pc:sldMkLst>
          <pc:docMk/>
          <pc:sldMk cId="3581327806" sldId="214570624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2.6887292588210817E-2"/>
          <c:y val="0"/>
          <c:w val="0.95600261212838233"/>
          <c:h val="0.95510577009865172"/>
        </c:manualLayout>
      </c:layout>
      <c:scatterChart>
        <c:scatterStyle val="lineMarker"/>
        <c:varyColors val="0"/>
        <c:ser>
          <c:idx val="0"/>
          <c:order val="0"/>
          <c:tx>
            <c:strRef>
              <c:f>Tabelle1!$F$4</c:f>
              <c:strCache>
                <c:ptCount val="1"/>
                <c:pt idx="0">
                  <c:v>Q1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31CAA8"/>
              </a:solidFill>
              <a:ln w="9525">
                <a:noFill/>
              </a:ln>
              <a:effectLst/>
            </c:spPr>
          </c:marker>
          <c:dLbls>
            <c:dLbl>
              <c:idx val="0"/>
              <c:tx>
                <c:strRef>
                  <c:f>Tabelle1!$A$5</c:f>
                  <c:strCache>
                    <c:ptCount val="1"/>
                    <c:pt idx="0">
                      <c:v>13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{C511C8D8-11BA-44B9-9460-CD22C0CD917C}</c15:txfldGUID>
                      <c15:f>Tabelle1!$A$5</c15:f>
                      <c15:dlblFieldTableCache>
                        <c:ptCount val="1"/>
                        <c:pt idx="0">
                          <c:v>13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  <c:pt idx="0">
                      <c:v>3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{EC8393C1-6BBB-4D52-8A6F-56820CFD38BD}</c15:txfldGUID>
                      <c15:f>Tabelle1!$A$6</c15:f>
                      <c15:dlblFieldTableCache>
                        <c:ptCount val="1"/>
                        <c:pt idx="0">
                          <c:v>3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  <c:pt idx="0">
                      <c:v>11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{7ABA13F0-1773-474D-8028-93F3905037BA}</c15:txfldGUID>
                      <c15:f>Tabelle1!$A$7</c15:f>
                      <c15:dlblFieldTableCache>
                        <c:ptCount val="1"/>
                        <c:pt idx="0">
                          <c:v>11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  <c:pt idx="0">
                      <c:v>12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{D3CAE4A4-54CE-44EE-BEDD-C43FC9714303}</c15:txfldGUID>
                      <c15:f>Tabelle1!$A$8</c15:f>
                      <c15:dlblFieldTableCache>
                        <c:ptCount val="1"/>
                        <c:pt idx="0">
                          <c:v>12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  <c:pt idx="0">
                      <c:v>1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{B5E9B910-E0CC-4D15-BBC5-BBACDA063726}</c15:txfldGUID>
                      <c15:f>Tabelle1!$A$9</c15:f>
                      <c15:dlblFieldTableCache>
                        <c:ptCount val="1"/>
                        <c:pt idx="0">
                          <c:v>1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  <c:pt idx="0">
                      <c:v>5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{63F6CAD4-A392-451C-AA31-8CB62CB55DE0}</c15:txfldGUID>
                      <c15:f>Tabelle1!$A$10</c15:f>
                      <c15:dlblFieldTableCache>
                        <c:ptCount val="1"/>
                        <c:pt idx="0">
                          <c:v>5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  <c:pt idx="0">
                      <c:v>6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{C1C50544-A281-48B3-8F3F-7E3DB97804E1}</c15:txfldGUID>
                      <c15:f>Tabelle1!$A$11</c15:f>
                      <c15:dlblFieldTableCache>
                        <c:ptCount val="1"/>
                        <c:pt idx="0">
                          <c:v>6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  <c:pt idx="0">
                      <c:v>8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{E8662483-2FB2-42E1-B9D8-41EDCFD09946}</c15:txfldGUID>
                      <c15:f>Tabelle1!$A$12</c15:f>
                      <c15:dlblFieldTableCache>
                        <c:ptCount val="1"/>
                        <c:pt idx="0">
                          <c:v>8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  <c:pt idx="0">
                      <c:v>10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{31B61119-6295-42AD-890F-4424C496817C}</c15:txfldGUID>
                      <c15:f>Tabelle1!$A$13</c15:f>
                      <c15:dlblFieldTableCache>
                        <c:ptCount val="1"/>
                        <c:pt idx="0">
                          <c:v>10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  <c:pt idx="0">
                      <c:v>15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{C75B347D-80A1-4190-BDBF-1B2F35A68FD0}</c15:txfldGUID>
                      <c15:f>Tabelle1!$A$14</c15:f>
                      <c15:dlblFieldTableCache>
                        <c:ptCount val="1"/>
                        <c:pt idx="0">
                          <c:v>15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  <c:pt idx="0">
                      <c:v>14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{AF3BF07C-0302-4E7B-9628-CB0FF465F4AA}</c15:txfldGUID>
                      <c15:f>Tabelle1!$A$15</c15:f>
                      <c15:dlblFieldTableCache>
                        <c:ptCount val="1"/>
                        <c:pt idx="0">
                          <c:v>14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  <c:pt idx="0">
                      <c:v>9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{3AC636D0-9C29-4ADC-BDD4-FF0756E0C009}</c15:txfldGUID>
                      <c15:f>Tabelle1!$A$16</c15:f>
                      <c15:dlblFieldTableCache>
                        <c:ptCount val="1"/>
                        <c:pt idx="0">
                          <c:v>9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  <c:pt idx="0">
                      <c:v>16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{4E42319C-F904-409E-8DBA-A327371E4BB0}</c15:txfldGUID>
                      <c15:f>Tabelle1!$A$17</c15:f>
                      <c15:dlblFieldTableCache>
                        <c:ptCount val="1"/>
                        <c:pt idx="0">
                          <c:v>16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  <c:pt idx="0">
                      <c:v>4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{80909B98-D900-4410-9422-FEC229CD092C}</c15:txfldGUID>
                      <c15:f>Tabelle1!$A$18</c15:f>
                      <c15:dlblFieldTableCache>
                        <c:ptCount val="1"/>
                        <c:pt idx="0">
                          <c:v>4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  <c:pt idx="0">
                      <c:v>2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{B94ACEF6-F339-4E16-B925-E4101E45C1B7}</c15:txfldGUID>
                      <c15:f>Tabelle1!$A$19</c15:f>
                      <c15:dlblFieldTableCache>
                        <c:ptCount val="1"/>
                        <c:pt idx="0">
                          <c:v>2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  <c:pt idx="0">
                      <c:v>7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{2F5FEBBF-6C88-47CA-BC29-411E2A56667E}</c15:txfldGUID>
                      <c15:f>Tabelle1!$A$20</c15:f>
                      <c15:dlblFieldTableCache>
                        <c:ptCount val="1"/>
                        <c:pt idx="0">
                          <c:v>7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{1794322C-7075-4E05-9859-ED6A469E508D}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{5140E8F5-8902-49D5-AFC4-755FCCFC7387}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{08435988-7C9E-4C40-B102-A634D8541D2E}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{F7B05DBD-7F3A-4A82-BCE8-5E6845696B85}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{7154C0C6-BEED-41CC-BB8E-279C7B4244B3}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{12F2536C-C3A3-492B-B959-3A39077D6067}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{2544CE28-5C54-4CE7-A717-979FCEDAC7F6}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{78D3E5CA-C272-4F2C-A2A2-4BDF0EF04B93}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{C84580B8-C082-4AE2-8A2E-C684EB39FA44}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{F649A419-253A-4439-BAD3-EBD28CD3D2CB}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{795EFA72-E1EF-4DBA-9569-3CAFCF3BA75F}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{0A31A735-C83C-4AB9-8F0D-B7DDB9544536}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{73CD307D-7483-4464-A3CE-0A24EBE46A04}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{766DF532-28E5-419A-8195-A96A50FF0C01}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{C9905AFD-EBA1-4D98-BBB8-BBD96201C4A5}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Tabelle1!$F$5:$F$35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91BF-4123-A69D-9703F90EAC2E}"/>
            </c:ext>
          </c:extLst>
        </c:ser>
        <c:ser>
          <c:idx val="1"/>
          <c:order val="1"/>
          <c:tx>
            <c:strRef>
              <c:f>Tabelle1!$G$4</c:f>
              <c:strCache>
                <c:ptCount val="1"/>
                <c:pt idx="0">
                  <c:v>Q2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9F29FF"/>
              </a:solidFill>
              <a:ln w="9525">
                <a:noFill/>
              </a:ln>
              <a:effectLst/>
            </c:spPr>
          </c:marker>
          <c:dPt>
            <c:idx val="2"/>
            <c:marker>
              <c:symbol val="circle"/>
              <c:size val="7"/>
              <c:spPr>
                <a:solidFill>
                  <a:srgbClr val="9F29FF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22-91BF-4123-A69D-9703F90EAC2E}"/>
              </c:ext>
            </c:extLst>
          </c:dPt>
          <c:dLbls>
            <c:dLbl>
              <c:idx val="0"/>
              <c:layout>
                <c:manualLayout>
                  <c:x val="-5.133644471466467E-2"/>
                  <c:y val="1.6994763753836337E-2"/>
                </c:manualLayout>
              </c:layout>
              <c:tx>
                <c:strRef>
                  <c:f>Tabelle1!$A$5</c:f>
                  <c:strCache>
                    <c:ptCount val="1"/>
                    <c:pt idx="0">
                      <c:v>13</c:v>
                    </c:pt>
                  </c:strCache>
                </c:strRef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{811FEC61-137A-485D-BC7D-20D6DEF4B9FD}</c15:txfldGUID>
                      <c15:f>Tabelle1!$A$5</c15:f>
                      <c15:dlblFieldTableCache>
                        <c:ptCount val="1"/>
                        <c:pt idx="0">
                          <c:v>13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  <c:pt idx="0">
                      <c:v>3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{3052FFB7-0C3C-49AB-9386-51EE6ECD9700}</c15:txfldGUID>
                      <c15:f>Tabelle1!$A$6</c15:f>
                      <c15:dlblFieldTableCache>
                        <c:ptCount val="1"/>
                        <c:pt idx="0">
                          <c:v>3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  <c:pt idx="0">
                      <c:v>11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{8C4A9F6D-F0E5-4A2C-97B7-4193AB7353DA}</c15:txfldGUID>
                      <c15:f>Tabelle1!$A$7</c15:f>
                      <c15:dlblFieldTableCache>
                        <c:ptCount val="1"/>
                        <c:pt idx="0">
                          <c:v>11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  <c:pt idx="0">
                      <c:v>12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{679B8278-EA5C-4FCC-926C-BEC96FD625FB}</c15:txfldGUID>
                      <c15:f>Tabelle1!$A$8</c15:f>
                      <c15:dlblFieldTableCache>
                        <c:ptCount val="1"/>
                        <c:pt idx="0">
                          <c:v>12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  <c:pt idx="0">
                      <c:v>1</c:v>
                    </c:pt>
                  </c:strCache>
                </c:strRef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{D346834A-BC85-4871-8F71-ED74070E1328}</c15:txfldGUID>
                      <c15:f>Tabelle1!$A$9</c15:f>
                      <c15:dlblFieldTableCache>
                        <c:ptCount val="1"/>
                        <c:pt idx="0">
                          <c:v>1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  <c:pt idx="0">
                      <c:v>5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{BA4249B7-E907-474F-B6C1-B3738C66F5A2}</c15:txfldGUID>
                      <c15:f>Tabelle1!$A$10</c15:f>
                      <c15:dlblFieldTableCache>
                        <c:ptCount val="1"/>
                        <c:pt idx="0">
                          <c:v>5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  <c:pt idx="0">
                      <c:v>6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{725026E8-C729-4AAD-83B6-9EA008A840D3}</c15:txfldGUID>
                      <c15:f>Tabelle1!$A$11</c15:f>
                      <c15:dlblFieldTableCache>
                        <c:ptCount val="1"/>
                        <c:pt idx="0">
                          <c:v>6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  <c:pt idx="0">
                      <c:v>8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{10475CE2-664F-487B-80EF-2BA479D9A60A}</c15:txfldGUID>
                      <c15:f>Tabelle1!$A$12</c15:f>
                      <c15:dlblFieldTableCache>
                        <c:ptCount val="1"/>
                        <c:pt idx="0">
                          <c:v>8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  <c:pt idx="0">
                      <c:v>10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{FF2D7D90-66D5-4F0E-B48B-2F0687ADFE2B}</c15:txfldGUID>
                      <c15:f>Tabelle1!$A$13</c15:f>
                      <c15:dlblFieldTableCache>
                        <c:ptCount val="1"/>
                        <c:pt idx="0">
                          <c:v>10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  <c:pt idx="0">
                      <c:v>15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{F32F5059-7D10-447F-A48F-6C5CC38D41AD}</c15:txfldGUID>
                      <c15:f>Tabelle1!$A$14</c15:f>
                      <c15:dlblFieldTableCache>
                        <c:ptCount val="1"/>
                        <c:pt idx="0">
                          <c:v>15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  <c:pt idx="0">
                      <c:v>14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{2E05DBC6-BAA2-4F56-82FA-304BF75A0B3F}</c15:txfldGUID>
                      <c15:f>Tabelle1!$A$15</c15:f>
                      <c15:dlblFieldTableCache>
                        <c:ptCount val="1"/>
                        <c:pt idx="0">
                          <c:v>14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  <c:pt idx="0">
                      <c:v>9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{DF457B9B-E3E2-4047-8F13-4646A33B82D0}</c15:txfldGUID>
                      <c15:f>Tabelle1!$A$16</c15:f>
                      <c15:dlblFieldTableCache>
                        <c:ptCount val="1"/>
                        <c:pt idx="0">
                          <c:v>9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  <c:pt idx="0">
                      <c:v>16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{FA0364D2-B2BE-4EF6-90AB-6F13E3D2EA22}</c15:txfldGUID>
                      <c15:f>Tabelle1!$A$17</c15:f>
                      <c15:dlblFieldTableCache>
                        <c:ptCount val="1"/>
                        <c:pt idx="0">
                          <c:v>16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  <c:pt idx="0">
                      <c:v>4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{64BA9506-9520-4410-BBB8-06518200FB12}</c15:txfldGUID>
                      <c15:f>Tabelle1!$A$18</c15:f>
                      <c15:dlblFieldTableCache>
                        <c:ptCount val="1"/>
                        <c:pt idx="0">
                          <c:v>4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  <c:pt idx="0">
                      <c:v>2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{DA9BC646-0014-4095-AAFF-A76D5E9E3ECA}</c15:txfldGUID>
                      <c15:f>Tabelle1!$A$19</c15:f>
                      <c15:dlblFieldTableCache>
                        <c:ptCount val="1"/>
                        <c:pt idx="0">
                          <c:v>2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  <c:pt idx="0">
                      <c:v>7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{5B4037F5-7EFC-42F0-B8BD-68B8A11AB99F}</c15:txfldGUID>
                      <c15:f>Tabelle1!$A$20</c15:f>
                      <c15:dlblFieldTableCache>
                        <c:ptCount val="1"/>
                        <c:pt idx="0">
                          <c:v>7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{A1D84411-48A6-4730-BA31-3D5EFE485584}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{69647F90-C725-4E2F-A15E-EB5FC81E401D}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{7C99C4FE-078F-4366-8408-78D07058C52A}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{7799C639-3D17-42D4-9EFA-55CB542FE5FC}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{FBC09BFE-FDB4-40D5-854A-75B6D62D123F}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{11938A7E-1A3D-4015-A41F-1E6A2B719EBB}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{54B07FBD-CFFF-47D7-8409-BA6388BF328F}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{B18B321A-3FF2-42CB-BFD1-F898E52E57F4}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{D4659832-34EE-43EE-AC06-32963CEE50E6}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{652EC5E5-5553-4016-B4B1-F10F787F4CD4}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{C94E27C6-6ABE-4933-997D-E9CA60ACBC2D}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{CA0391FC-B451-4F47-A2FF-2EE74FECBA7F}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{4558C8D8-1BEC-4439-8890-76A86A67B100}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{C4C985BE-0046-4C84-A4BD-D7AA7C11F74A}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{3A773DEA-1F0A-4759-A3AB-513A647A3832}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Tabelle1!$G$5:$G$35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91BF-4123-A69D-9703F90EAC2E}"/>
            </c:ext>
          </c:extLst>
        </c:ser>
        <c:ser>
          <c:idx val="2"/>
          <c:order val="2"/>
          <c:tx>
            <c:strRef>
              <c:f>Tabelle1!$H$4</c:f>
              <c:strCache>
                <c:ptCount val="1"/>
                <c:pt idx="0">
                  <c:v>Q3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06A6EE"/>
              </a:solidFill>
              <a:ln w="9525">
                <a:noFill/>
              </a:ln>
              <a:effectLst/>
            </c:spPr>
          </c:marker>
          <c:dPt>
            <c:idx val="6"/>
            <c:marker>
              <c:symbol val="circle"/>
              <c:size val="7"/>
              <c:spPr>
                <a:solidFill>
                  <a:srgbClr val="06A6EE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46-91BF-4123-A69D-9703F90EAC2E}"/>
              </c:ext>
            </c:extLst>
          </c:dPt>
          <c:dLbls>
            <c:dLbl>
              <c:idx val="0"/>
              <c:tx>
                <c:strRef>
                  <c:f>Tabelle1!$A$5</c:f>
                  <c:strCache>
                    <c:ptCount val="1"/>
                    <c:pt idx="0">
                      <c:v>13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{5838AE5A-5611-4F0A-BDF7-0924C050DB0F}</c15:txfldGUID>
                      <c15:f>Tabelle1!$A$5</c15:f>
                      <c15:dlblFieldTableCache>
                        <c:ptCount val="1"/>
                        <c:pt idx="0">
                          <c:v>13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  <c:pt idx="0">
                      <c:v>3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{A2C169CE-BF58-4D1E-8F84-FFCD608FAF82}</c15:txfldGUID>
                      <c15:f>Tabelle1!$A$6</c15:f>
                      <c15:dlblFieldTableCache>
                        <c:ptCount val="1"/>
                        <c:pt idx="0">
                          <c:v>3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  <c:pt idx="0">
                      <c:v>11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{BD176749-BC40-459A-A182-AA764BBE8C47}</c15:txfldGUID>
                      <c15:f>Tabelle1!$A$7</c15:f>
                      <c15:dlblFieldTableCache>
                        <c:ptCount val="1"/>
                        <c:pt idx="0">
                          <c:v>11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  <c:pt idx="0">
                      <c:v>12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{D0DB8602-2CBB-4BCE-9F7F-939126D371DF}</c15:txfldGUID>
                      <c15:f>Tabelle1!$A$8</c15:f>
                      <c15:dlblFieldTableCache>
                        <c:ptCount val="1"/>
                        <c:pt idx="0">
                          <c:v>12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  <c:pt idx="0">
                      <c:v>1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{A78D88FC-F8EB-46F8-83B0-E57267D26815}</c15:txfldGUID>
                      <c15:f>Tabelle1!$A$9</c15:f>
                      <c15:dlblFieldTableCache>
                        <c:ptCount val="1"/>
                        <c:pt idx="0">
                          <c:v>1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  <c:pt idx="0">
                      <c:v>5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{19D21856-5B4B-49A9-B145-47FEE1F3AC29}</c15:txfldGUID>
                      <c15:f>Tabelle1!$A$10</c15:f>
                      <c15:dlblFieldTableCache>
                        <c:ptCount val="1"/>
                        <c:pt idx="0">
                          <c:v>5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  <c:pt idx="0">
                      <c:v>6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{48E56B7B-3A96-4176-9935-B07C0D7A3A4A}</c15:txfldGUID>
                      <c15:f>Tabelle1!$A$11</c15:f>
                      <c15:dlblFieldTableCache>
                        <c:ptCount val="1"/>
                        <c:pt idx="0">
                          <c:v>6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  <c:pt idx="0">
                      <c:v>8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{CBFF5E62-76C6-47E2-9FE0-468B02EF39CE}</c15:txfldGUID>
                      <c15:f>Tabelle1!$A$12</c15:f>
                      <c15:dlblFieldTableCache>
                        <c:ptCount val="1"/>
                        <c:pt idx="0">
                          <c:v>8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  <c:pt idx="0">
                      <c:v>10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{F3498041-BCFB-450E-A6B9-F666106E7F9C}</c15:txfldGUID>
                      <c15:f>Tabelle1!$A$13</c15:f>
                      <c15:dlblFieldTableCache>
                        <c:ptCount val="1"/>
                        <c:pt idx="0">
                          <c:v>10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  <c:pt idx="0">
                      <c:v>15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{5558602E-0DB0-4F94-A548-2265961CF38A}</c15:txfldGUID>
                      <c15:f>Tabelle1!$A$14</c15:f>
                      <c15:dlblFieldTableCache>
                        <c:ptCount val="1"/>
                        <c:pt idx="0">
                          <c:v>15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  <c:pt idx="0">
                      <c:v>14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{F0BB2CD0-3C94-4DA4-8BE7-3BFC6B94736E}</c15:txfldGUID>
                      <c15:f>Tabelle1!$A$15</c15:f>
                      <c15:dlblFieldTableCache>
                        <c:ptCount val="1"/>
                        <c:pt idx="0">
                          <c:v>14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  <c:pt idx="0">
                      <c:v>9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{D391D81E-E719-4E12-91EA-824D5E859605}</c15:txfldGUID>
                      <c15:f>Tabelle1!$A$16</c15:f>
                      <c15:dlblFieldTableCache>
                        <c:ptCount val="1"/>
                        <c:pt idx="0">
                          <c:v>9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  <c:pt idx="0">
                      <c:v>16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{9C089B3C-FC01-487E-9A8C-3E10E4CCB5E2}</c15:txfldGUID>
                      <c15:f>Tabelle1!$A$17</c15:f>
                      <c15:dlblFieldTableCache>
                        <c:ptCount val="1"/>
                        <c:pt idx="0">
                          <c:v>16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  <c:pt idx="0">
                      <c:v>4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{BCCBA76F-53DB-4E04-9965-EE0A149A207C}</c15:txfldGUID>
                      <c15:f>Tabelle1!$A$18</c15:f>
                      <c15:dlblFieldTableCache>
                        <c:ptCount val="1"/>
                        <c:pt idx="0">
                          <c:v>4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  <c:pt idx="0">
                      <c:v>2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{F0E230EE-07D2-43F9-87CB-FC9617B7B83B}</c15:txfldGUID>
                      <c15:f>Tabelle1!$A$19</c15:f>
                      <c15:dlblFieldTableCache>
                        <c:ptCount val="1"/>
                        <c:pt idx="0">
                          <c:v>2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  <c:pt idx="0">
                      <c:v>7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{80F4EB22-2923-4FC7-9B9C-6452CA20AE77}</c15:txfldGUID>
                      <c15:f>Tabelle1!$A$20</c15:f>
                      <c15:dlblFieldTableCache>
                        <c:ptCount val="1"/>
                        <c:pt idx="0">
                          <c:v>7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{20515725-96BB-4463-B69D-60B8A8EB99BE}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{48EC5E96-38D9-41E5-9E88-418CDFFC7B5C}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{1097464B-7A59-481D-AFD2-2C784368FE61}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{F7F9CF94-7C9F-4A8F-85D6-1EF50F1FE12B}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{2E5836B4-0165-4804-8F26-4FBD1A6297D3}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{DF2929CD-669E-4414-B6D4-426C7ECC769D}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{5123F218-F74F-42ED-B7D3-F341FA533AA1}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{C8AF12DD-B864-422F-9E38-891C01579939}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{55CBB7CD-B7EB-4C35-AFEB-F2D23CA11686}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{9AD85765-4F4A-49CD-9641-6B9B28FBC098}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{128E0994-54A0-41FA-986F-D63052F71DBE}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{24C0E2F5-6B23-450C-B6E5-8B76397B27F3}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{FBA93D0C-9895-4075-8BA8-61BAC9079076}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{9E50F233-21CB-4CF3-98BF-E91A7B990BB1}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{C49D58C0-D5C3-40D4-B074-1F9C0A53E298}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Tabelle1!$H$5:$H$35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91BF-4123-A69D-9703F90EAC2E}"/>
            </c:ext>
          </c:extLst>
        </c:ser>
        <c:ser>
          <c:idx val="3"/>
          <c:order val="3"/>
          <c:tx>
            <c:strRef>
              <c:f>Tabelle1!$I$4</c:f>
              <c:strCache>
                <c:ptCount val="1"/>
                <c:pt idx="0">
                  <c:v>Q4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FF412C"/>
              </a:solidFill>
              <a:ln w="9525">
                <a:noFill/>
              </a:ln>
              <a:effectLst/>
            </c:spPr>
          </c:marker>
          <c:dLbls>
            <c:dLbl>
              <c:idx val="0"/>
              <c:tx>
                <c:strRef>
                  <c:f>Tabelle1!$A$5</c:f>
                  <c:strCache>
                    <c:ptCount val="1"/>
                    <c:pt idx="0">
                      <c:v>13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{197911E9-5C33-413E-B483-548222C7642C}</c15:txfldGUID>
                      <c15:f>Tabelle1!$A$5</c15:f>
                      <c15:dlblFieldTableCache>
                        <c:ptCount val="1"/>
                        <c:pt idx="0">
                          <c:v>13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  <c:pt idx="0">
                      <c:v>3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{EC103D2E-8DFE-49DC-998F-5C7045520EAD}</c15:txfldGUID>
                      <c15:f>Tabelle1!$A$6</c15:f>
                      <c15:dlblFieldTableCache>
                        <c:ptCount val="1"/>
                        <c:pt idx="0">
                          <c:v>3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  <c:pt idx="0">
                      <c:v>11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{8F0B17B6-395E-46E6-BE63-58F9397EEFE2}</c15:txfldGUID>
                      <c15:f>Tabelle1!$A$7</c15:f>
                      <c15:dlblFieldTableCache>
                        <c:ptCount val="1"/>
                        <c:pt idx="0">
                          <c:v>11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  <c:pt idx="0">
                      <c:v>12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{2CDC1153-137F-413C-AF79-249B8C7A1D4C}</c15:txfldGUID>
                      <c15:f>Tabelle1!$A$8</c15:f>
                      <c15:dlblFieldTableCache>
                        <c:ptCount val="1"/>
                        <c:pt idx="0">
                          <c:v>12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  <c:pt idx="0">
                      <c:v>1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{3B803E9D-34F3-4AE2-ADDA-6DB9862079EE}</c15:txfldGUID>
                      <c15:f>Tabelle1!$A$9</c15:f>
                      <c15:dlblFieldTableCache>
                        <c:ptCount val="1"/>
                        <c:pt idx="0">
                          <c:v>1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  <c:pt idx="0">
                      <c:v>5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{6B9EDA67-6BF6-4CF9-ACF7-CAE01C716F55}</c15:txfldGUID>
                      <c15:f>Tabelle1!$A$10</c15:f>
                      <c15:dlblFieldTableCache>
                        <c:ptCount val="1"/>
                        <c:pt idx="0">
                          <c:v>5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  <c:pt idx="0">
                      <c:v>6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{374FAE7F-D8F1-48A3-99A5-EE8EAB4C860C}</c15:txfldGUID>
                      <c15:f>Tabelle1!$A$11</c15:f>
                      <c15:dlblFieldTableCache>
                        <c:ptCount val="1"/>
                        <c:pt idx="0">
                          <c:v>6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  <c:pt idx="0">
                      <c:v>8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{E31B66EF-3CBD-4D52-8E1D-E033CFF136F2}</c15:txfldGUID>
                      <c15:f>Tabelle1!$A$12</c15:f>
                      <c15:dlblFieldTableCache>
                        <c:ptCount val="1"/>
                        <c:pt idx="0">
                          <c:v>8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  <c:pt idx="0">
                      <c:v>10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{CCE05E16-5A27-48AE-8968-A98BC8B856B7}</c15:txfldGUID>
                      <c15:f>Tabelle1!$A$13</c15:f>
                      <c15:dlblFieldTableCache>
                        <c:ptCount val="1"/>
                        <c:pt idx="0">
                          <c:v>10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  <c:pt idx="0">
                      <c:v>15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{EAF24B8D-4D9B-4CF8-A4BE-F5FDA7C41B80}</c15:txfldGUID>
                      <c15:f>Tabelle1!$A$14</c15:f>
                      <c15:dlblFieldTableCache>
                        <c:ptCount val="1"/>
                        <c:pt idx="0">
                          <c:v>15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  <c:pt idx="0">
                      <c:v>14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{2B1C69E1-5C83-4F13-936F-FFFA91095E16}</c15:txfldGUID>
                      <c15:f>Tabelle1!$A$15</c15:f>
                      <c15:dlblFieldTableCache>
                        <c:ptCount val="1"/>
                        <c:pt idx="0">
                          <c:v>14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  <c:pt idx="0">
                      <c:v>9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{EDDB2929-01EB-41E6-BC51-428551368BEB}</c15:txfldGUID>
                      <c15:f>Tabelle1!$A$16</c15:f>
                      <c15:dlblFieldTableCache>
                        <c:ptCount val="1"/>
                        <c:pt idx="0">
                          <c:v>9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  <c:pt idx="0">
                      <c:v>16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{B4E2EDB0-DBEB-4402-8322-BDD9615AD1D7}</c15:txfldGUID>
                      <c15:f>Tabelle1!$A$17</c15:f>
                      <c15:dlblFieldTableCache>
                        <c:ptCount val="1"/>
                        <c:pt idx="0">
                          <c:v>16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  <c:pt idx="0">
                      <c:v>4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{1187ABEC-908B-47EA-A192-ED124063A530}</c15:txfldGUID>
                      <c15:f>Tabelle1!$A$18</c15:f>
                      <c15:dlblFieldTableCache>
                        <c:ptCount val="1"/>
                        <c:pt idx="0">
                          <c:v>4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  <c:pt idx="0">
                      <c:v>2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{1DF826E1-8F23-4057-B0C1-0A4435CF51C0}</c15:txfldGUID>
                      <c15:f>Tabelle1!$A$19</c15:f>
                      <c15:dlblFieldTableCache>
                        <c:ptCount val="1"/>
                        <c:pt idx="0">
                          <c:v>2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  <c:pt idx="0">
                      <c:v>7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{0D8D5FB7-404E-4491-A508-88A36BAA8F06}</c15:txfldGUID>
                      <c15:f>Tabelle1!$A$20</c15:f>
                      <c15:dlblFieldTableCache>
                        <c:ptCount val="1"/>
                        <c:pt idx="0">
                          <c:v>7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{1A5A8194-989B-455E-B5D3-72124377EA42}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{7E2042E4-6709-4182-B758-2C36FE3D42F5}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{EE4013D3-C4A4-45DA-97DF-6167F9DB3FA5}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{E751007C-BCAD-444C-8865-8F093A515C8F}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{BA48F462-1EE4-4C05-888A-CE8AB5F78193}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{A65375D2-6487-4AFE-AAC9-550D08B8C9EC}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{78FD47B3-0B5F-4011-984A-F549A4FD0C28}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{58F9D410-153A-402B-B418-BCEB63B91F97}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{007073AB-1C8C-459F-B637-37E0C8F7D05B}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{40D1B73D-FD72-42A8-8542-E97FD8994D88}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{F888574A-59C7-4351-BFFA-4985D08920C2}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{7F64DAC2-4C51-42ED-B2B9-C06F018748F8}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{69A167D9-4C96-4277-A8D7-5F20072D2FB2}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{955BC5A9-43DE-4F72-83D1-186BE2B86ECC}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{857BCA17-4E62-4E07-A39C-B354BE60C5B1}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Tabelle1!$I$5:$I$35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7F-91BF-4123-A69D-9703F90EAC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0080047"/>
        <c:axId val="400072975"/>
      </c:scatterChart>
      <c:valAx>
        <c:axId val="400080047"/>
        <c:scaling>
          <c:orientation val="minMax"/>
          <c:max val="0.10800000000000001"/>
          <c:min val="2.3000000000000007E-2"/>
        </c:scaling>
        <c:delete val="0"/>
        <c:axPos val="b"/>
        <c:numFmt formatCode="0%" sourceLinked="1"/>
        <c:majorTickMark val="none"/>
        <c:minorTickMark val="none"/>
        <c:tickLblPos val="none"/>
        <c:spPr>
          <a:noFill/>
          <a:ln w="6350" cap="flat" cmpd="sng" algn="ctr">
            <a:solidFill>
              <a:srgbClr val="FFFFFF">
                <a:lumMod val="50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00072975"/>
        <c:crossesAt val="0.8257000000000001"/>
        <c:crossBetween val="midCat"/>
      </c:valAx>
      <c:valAx>
        <c:axId val="400072975"/>
        <c:scaling>
          <c:orientation val="minMax"/>
          <c:max val="0.89100000000000013"/>
          <c:min val="0.72900000000000009"/>
        </c:scaling>
        <c:delete val="0"/>
        <c:axPos val="l"/>
        <c:numFmt formatCode="General" sourceLinked="1"/>
        <c:majorTickMark val="none"/>
        <c:minorTickMark val="none"/>
        <c:tickLblPos val="none"/>
        <c:spPr>
          <a:noFill/>
          <a:ln w="6350" cap="flat" cmpd="sng" algn="ctr">
            <a:solidFill>
              <a:srgbClr val="FFFFFF">
                <a:lumMod val="50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00080047"/>
        <c:crossesAt val="6.2500000000000014E-2"/>
        <c:crossBetween val="midCat"/>
      </c:valAx>
      <c:spPr>
        <a:noFill/>
        <a:ln w="6350">
          <a:solidFill>
            <a:srgbClr val="FFFFFF">
              <a:lumMod val="65000"/>
            </a:srgbClr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de-DE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2.6887292588210817E-2"/>
          <c:y val="0"/>
          <c:w val="0.95600261212838233"/>
          <c:h val="0.95510577009865172"/>
        </c:manualLayout>
      </c:layout>
      <c:scatterChart>
        <c:scatterStyle val="lineMarker"/>
        <c:varyColors val="0"/>
        <c:ser>
          <c:idx val="0"/>
          <c:order val="0"/>
          <c:tx>
            <c:strRef>
              <c:f>Tabelle1!$F$4</c:f>
              <c:strCache>
                <c:ptCount val="1"/>
                <c:pt idx="0">
                  <c:v>Q1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31CAA8"/>
              </a:solidFill>
              <a:ln w="9525">
                <a:noFill/>
              </a:ln>
              <a:effectLst/>
            </c:spPr>
          </c:marker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{69657C52-2672-4ED7-B73D-F6870498B9D4}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{FEDAAEAC-ACFC-4372-BC4C-45D5DFD52E23}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{71EA8869-1C06-4A36-B9A3-56E53A010DD7}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{698A6C1A-BC4B-4A6D-A7C5-6917DF7CC401}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{65408114-DF40-415B-91EB-4C0A21B6FCB4}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{79D59592-8D14-4BDE-9DD6-9CF18E2C54CF}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{3D165276-5531-49A4-82F4-943F5B423041}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{55A6D2C0-8F7D-44DF-9A8D-E40D93714021}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{50976C24-AD5D-4211-A8E0-3CDDCA554AF4}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{DF4BA928-F831-481D-AF48-B8C157272DC7}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{4C0F5BDA-399D-4CAE-A382-F794EE124244}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{060C46A5-7511-441D-B662-EFE46C47B2CE}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{5253A2CA-8F7A-4EF4-85E1-88A6E732449C}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{C24CDF26-76C9-4963-BEFC-B4FD0F15DA2C}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{33AA4F89-F7F5-4ED3-978E-181F7DE4E1F0}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{FA6D6973-EAE3-4755-B8A7-DCE36A584324}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{7F5DA6A0-42B4-413E-B19D-764209982B08}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{C52E3D4F-AFC7-494E-BB2E-0017C4745564}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{4970DC84-D5F2-4ECB-A702-A6EA9109E979}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{6B8AA111-4282-4628-8E90-D1371ACD2F11}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{A8F1A591-E18B-4D17-B00D-AD0A7A5D4BA7}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{D7AEA626-3ACB-42C0-8358-1920CD070991}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{107F34F3-234F-44BB-809E-4440B4EAB8C3}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{1E4AAF1D-EB06-43FA-A954-05D97FAECE4E}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{AEEEBB8A-BC13-481D-934E-74746C9F64E6}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{3DC6F81F-31A4-48E7-B338-6608BFEA2559}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{C426F208-BE69-4582-AC34-00FD7FDF0EDC}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{22973088-8934-45CB-83C3-FFE9DEA32FF0}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{25BB8633-0212-4D6C-B8EC-CA9A31DD0384}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{E0AE9AAD-0AB3-4E5F-AC35-7FFEB065B0CF}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{CF585EF8-3E13-4339-8FAE-619469C05690}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Tabelle1!$F$5:$F$35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91BF-4123-A69D-9703F90EAC2E}"/>
            </c:ext>
          </c:extLst>
        </c:ser>
        <c:ser>
          <c:idx val="1"/>
          <c:order val="1"/>
          <c:tx>
            <c:strRef>
              <c:f>Tabelle1!$G$4</c:f>
              <c:strCache>
                <c:ptCount val="1"/>
                <c:pt idx="0">
                  <c:v>Q2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9F29FF"/>
              </a:solidFill>
              <a:ln w="9525">
                <a:noFill/>
              </a:ln>
              <a:effectLst/>
            </c:spPr>
          </c:marker>
          <c:dPt>
            <c:idx val="2"/>
            <c:marker>
              <c:symbol val="circle"/>
              <c:size val="7"/>
              <c:spPr>
                <a:solidFill>
                  <a:srgbClr val="9F29FF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22-91BF-4123-A69D-9703F90EAC2E}"/>
              </c:ext>
            </c:extLst>
          </c:dPt>
          <c:dLbls>
            <c:dLbl>
              <c:idx val="0"/>
              <c:layout>
                <c:manualLayout>
                  <c:x val="-5.133644471466467E-2"/>
                  <c:y val="1.6994763753836337E-2"/>
                </c:manualLayout>
              </c:layout>
              <c:tx>
                <c:strRef>
                  <c:f>Tabelle1!$A$5</c:f>
                  <c:strCache>
                    <c:ptCount val="1"/>
                  </c:strCache>
                </c:strRef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{2638A0B4-FA0D-46BA-8A23-4C77D3AD9561}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{960EED8A-5C94-4C3C-930D-B8AE937876E4}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{702ADB64-1AB4-4CAB-BC8D-0ECCB05351FC}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{A0FB3373-3DAF-4C07-A8DF-0D0C0919E56E}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{26564A68-3F09-4432-8011-CFE379A935B8}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{1AA80B80-69E1-4860-940A-1439D461B1FD}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{119A57A6-4FFA-4626-9CE6-0C48C2D65863}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{AFB8463B-F9D0-4AAA-B7DD-427C56C7A46B}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{0DFF27EC-57C3-4EB4-B910-7827571F0EC0}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{0EC3808C-FA9F-4144-808E-006D1566C6D4}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{0C4F29AC-759B-4B65-B7F2-2D28713991BC}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{A636DDBC-AEFB-4EDB-85AA-B3C340E1611B}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{73A915B6-E4A0-4879-BA04-FCA2406A9330}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{37177988-7D0A-4BDA-AB6E-8FF8E2D18B4D}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{8A9FF56F-94FE-40EE-B269-BDE4D09C8D13}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{508BE0F6-86E1-45F2-9F53-1BFE4D09B6A3}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{4C8AF707-3798-4038-8D5B-C4FBACB69493}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{68B14EC2-8D65-4FA1-86CF-B7D72F375A6E}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{CCE302E1-211E-481A-A7F7-C184D73C7FBC}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{35159E6B-B89B-48F6-8D72-A4AABCE6D542}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{65AB96BB-45DD-4118-9F38-1181C40F62E4}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{B77D2EBE-FD43-4CA4-8E82-A7D7B90BADA0}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{6BB7BB45-D653-4A60-AE28-DAAF5BDC8DBD}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{442B2ABE-CC91-43B9-924D-B487077C0459}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{50AAB9A1-B9FA-4E20-8E7D-5A38ADB394ED}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{A544364C-AE18-4E81-A770-61445C968854}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{DB76FE92-FEEB-49A7-9694-DEE493DC7CAF}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{FFC6A73E-C792-4721-A7D8-7F714E21DDBD}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{CCA92DCF-D10E-4E3D-88DE-075C6B7C5B17}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{509BA951-A3B1-44CC-9DA7-18C86BFCBD65}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{F1863D6E-410B-46AB-8FDC-E5D9B33E91BF}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Tabelle1!$G$5:$G$35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91BF-4123-A69D-9703F90EAC2E}"/>
            </c:ext>
          </c:extLst>
        </c:ser>
        <c:ser>
          <c:idx val="2"/>
          <c:order val="2"/>
          <c:tx>
            <c:strRef>
              <c:f>Tabelle1!$H$4</c:f>
              <c:strCache>
                <c:ptCount val="1"/>
                <c:pt idx="0">
                  <c:v>Q3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06A6EE"/>
              </a:solidFill>
              <a:ln w="9525">
                <a:noFill/>
              </a:ln>
              <a:effectLst/>
            </c:spPr>
          </c:marker>
          <c:dPt>
            <c:idx val="6"/>
            <c:marker>
              <c:symbol val="circle"/>
              <c:size val="7"/>
              <c:spPr>
                <a:solidFill>
                  <a:srgbClr val="06A6EE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46-91BF-4123-A69D-9703F90EAC2E}"/>
              </c:ext>
            </c:extLst>
          </c:dPt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{C2012BC0-CAFF-49E0-A65B-9DED53EA3B92}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{76A89ADB-0166-4EE9-B132-C27684AE6427}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{5F1EC8F7-5F67-40FA-8521-6CC1633DA005}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{884A77E1-689F-42F1-A50C-F21332554FAC}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{86060544-F20E-431A-BDFE-3BDB3BF8E4BD}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{C20EF904-A4B9-4B4C-BB4E-EC0A74707B71}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{59649D88-4B0C-4CCC-BBFF-7D71B531A71F}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{C79C3942-B23B-4817-BA69-F99E18B31153}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{755BFF27-9B6F-4C1A-A13E-75DBD2D1D232}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{F1B2B8BB-0258-46D4-A718-C737BEEB471E}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{E3FBEEAD-B157-4C5B-AA6E-CC70E212FA70}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{F3F1DC28-50AE-4F5A-BF37-6AF1E4CE3BDF}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{15C1CB84-422F-4125-9B3A-5ACADD4BB083}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{F75DD958-177B-472D-8AC7-8F7C5AD12610}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{C85B455D-4573-42E6-9822-E892A5D4C185}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{50E8EE87-BB1E-4E70-A48C-38124514C31C}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{D96B855A-4294-46D8-8016-5419718E49BB}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{3A0CD092-A8C4-4432-A9F3-11DE20300F5D}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{1BF279DA-984D-47C9-8818-05F1B45A8396}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{B5CECB6D-3E18-4C04-8C42-8385192AF8ED}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{1A65A726-0BF7-4FC5-90EE-27BADF31ECA5}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{6FD098B6-9DDC-4146-836F-5EC5DEA51BCA}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{F7396387-D322-48E4-B4D4-4AB50FE09A5D}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{7A43F33B-EC0F-4B3E-82A9-BF46338642EE}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{2F9687FB-9587-4C83-873F-FDE2A145F408}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{6540CBFA-CD6E-45AC-A33C-4194A454659A}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{37692284-94F1-4313-BB51-588D34BF6860}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{29B9024B-EE58-4882-A96A-1A13BBB1BBEA}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{F4546F6C-4EBA-4B8F-85CA-4681C7578783}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{636E2F40-6900-4AC2-B644-BDE1FFE07157}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{F1E3FED3-AE24-4DB2-80A8-524CA98C04BB}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Tabelle1!$H$5:$H$35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91BF-4123-A69D-9703F90EAC2E}"/>
            </c:ext>
          </c:extLst>
        </c:ser>
        <c:ser>
          <c:idx val="3"/>
          <c:order val="3"/>
          <c:tx>
            <c:strRef>
              <c:f>Tabelle1!$I$4</c:f>
              <c:strCache>
                <c:ptCount val="1"/>
                <c:pt idx="0">
                  <c:v>Q4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FF412C"/>
              </a:solidFill>
              <a:ln w="9525">
                <a:noFill/>
              </a:ln>
              <a:effectLst/>
            </c:spPr>
          </c:marker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{60033F61-B446-41F9-A40E-A8748C08EEB3}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{DB3FBB88-BE1D-4523-A9EA-05AB19B5121F}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{B3D8BDDA-732F-4976-84E9-0745BF0F8317}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{0E29AE6E-4B1E-4906-9D28-48AD4FAAD4A8}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{B1D2857B-8BD9-4AF1-9D17-DD2FDFDBC8C9}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{235333B8-CAE8-4301-AD9D-9E5C7F85136D}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{8D20D715-71E0-4CE6-B6F7-F17DD08B7B53}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{27223A0F-D225-46B2-9408-75BC50691A7D}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{0A33F61C-362B-4549-A1AC-A62C41517FF5}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{AA30AB25-DC5F-46FC-8575-CD7D8BC0BFE6}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{36000250-275D-45C7-A161-052CF3EBA81D}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{B560E551-8058-4C0D-8D7E-2098C94CBDB6}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{982A6FF2-835A-4326-BF01-5B168D83C086}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{56DD99E4-1589-450C-B9B6-185E762607A6}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{9BD0AAF1-CFD4-48CF-A194-73A68AE55651}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{6A22591A-B52D-4E99-9628-FF3EC2BEE282}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{4981D37F-0407-4317-8ECB-1195370F019D}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{51A44D23-D9CB-451F-AD4D-87E18A042E26}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{64B6C750-84C0-47BD-8789-C54844C3E3F7}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{4E4AE40C-704C-4875-A385-99263604B225}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{B2377080-CE74-425B-BD98-899456946A5B}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{09DE6887-347E-41EE-B52E-EE1BF1C6D80A}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{3D7A820C-097E-4CB5-9C99-EB2998F3DD90}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{69A674F1-DC42-449D-BA6F-4D26DE20253D}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{A2A17CA3-72A2-4CF6-91ED-72FF99AB3B57}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{6B1140C2-4DD5-4818-B3F0-F6699608C966}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{DB4CB411-77B7-4242-8DBB-BBA94AC47130}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{CD594C07-FE5C-491C-8547-4F7C9E7D92B0}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{8053B764-82C9-4E6D-8723-3B077B9366D7}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{9360A056-CF14-4A90-A1A9-C5AE91B89519}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{EA10A060-DFE5-48CF-8863-43EBD5E3CD40}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Tabelle1!$I$5:$I$35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7F-91BF-4123-A69D-9703F90EAC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0080047"/>
        <c:axId val="400072975"/>
      </c:scatterChart>
      <c:valAx>
        <c:axId val="400080047"/>
        <c:scaling>
          <c:orientation val="minMax"/>
          <c:max val="0.10800000000000001"/>
          <c:min val="2.3000000000000007E-2"/>
        </c:scaling>
        <c:delete val="0"/>
        <c:axPos val="b"/>
        <c:numFmt formatCode="0%" sourceLinked="1"/>
        <c:majorTickMark val="none"/>
        <c:minorTickMark val="none"/>
        <c:tickLblPos val="none"/>
        <c:spPr>
          <a:noFill/>
          <a:ln w="6350" cap="flat" cmpd="sng" algn="ctr">
            <a:solidFill>
              <a:srgbClr val="FFFFFF">
                <a:lumMod val="50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00072975"/>
        <c:crossesAt val="0.8257000000000001"/>
        <c:crossBetween val="midCat"/>
      </c:valAx>
      <c:valAx>
        <c:axId val="400072975"/>
        <c:scaling>
          <c:orientation val="minMax"/>
          <c:max val="0.89100000000000013"/>
          <c:min val="0.72900000000000009"/>
        </c:scaling>
        <c:delete val="0"/>
        <c:axPos val="l"/>
        <c:numFmt formatCode="General" sourceLinked="1"/>
        <c:majorTickMark val="none"/>
        <c:minorTickMark val="none"/>
        <c:tickLblPos val="none"/>
        <c:spPr>
          <a:noFill/>
          <a:ln w="6350" cap="flat" cmpd="sng" algn="ctr">
            <a:solidFill>
              <a:srgbClr val="FFFFFF">
                <a:lumMod val="50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00080047"/>
        <c:crossesAt val="6.2500000000000014E-2"/>
        <c:crossBetween val="midCat"/>
      </c:valAx>
      <c:spPr>
        <a:noFill/>
        <a:ln w="6350">
          <a:solidFill>
            <a:srgbClr val="FFFFFF">
              <a:lumMod val="65000"/>
            </a:srgbClr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de-DE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DE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FE9BE82B-5D44-0B45-BFA7-6B9C6088491B}" type="datetimeFigureOut">
              <a:rPr lang="de-DE" smtClean="0"/>
              <a:pPr/>
              <a:t>08.05.2026</a:t>
            </a:fld>
            <a:endParaRPr lang="de-DE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Click to edit Master text styles</a:t>
            </a:r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9A5EE3D5-9226-424F-9DBA-F4686C32699F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120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CE8B-F4B4-7D75-3936-AA65F1D99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BE3410-0FFC-ADA7-C99D-611CB50B1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A06ED-8A57-8212-54FA-585F86E9CE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D11D4-B7D9-F6B9-FA88-2C89403D5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5EE3D5-9226-424F-9DBA-F4686C32699F}" type="slidenum">
              <a:rPr lang="de-DE" smtClean="0"/>
              <a:pPr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67587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5EE3D5-9226-424F-9DBA-F4686C32699F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31378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D4D27-2E35-CAFF-1A88-47F271F23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CDD7C7-0684-F40D-39E0-5A622F38E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4049B2-5225-7354-912E-CCEBFE7419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AD5-1A5D-27C8-E1DA-AC6B94863A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5EE3D5-9226-424F-9DBA-F4686C32699F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57753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5EE3D5-9226-424F-9DBA-F4686C32699F}" type="slidenum">
              <a:rPr lang="de-DE" smtClean="0"/>
              <a:pPr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85732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6" Type="http://schemas.openxmlformats.org/officeDocument/2006/relationships/image" Target="../media/image3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5" Type="http://schemas.openxmlformats.org/officeDocument/2006/relationships/image" Target="../media/image5.svg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8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"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8B3ECAB-9B19-58FC-7E08-51C76CBDF8B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106375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8B3ECAB-9B19-58FC-7E08-51C76CBDF8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Footer Placeholder 7" hidden="1">
            <a:extLst>
              <a:ext uri="{FF2B5EF4-FFF2-40B4-BE49-F238E27FC236}">
                <a16:creationId xmlns:a16="http://schemas.microsoft.com/office/drawing/2014/main" id="{BDBD91DF-EEBF-4F90-8EB0-5B46372D59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white">
          <a:xfrm>
            <a:off x="12193200" y="6858000"/>
            <a:ext cx="0" cy="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100">
                <a:noFill/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2" name="Slide Number Placeholder 10" hidden="1">
            <a:extLst>
              <a:ext uri="{FF2B5EF4-FFF2-40B4-BE49-F238E27FC236}">
                <a16:creationId xmlns:a16="http://schemas.microsoft.com/office/drawing/2014/main" id="{1BEB41F5-194C-405C-8EDC-8C5E550FE04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93200" y="6858000"/>
            <a:ext cx="0" cy="0"/>
          </a:xfrm>
        </p:spPr>
        <p:txBody>
          <a:bodyPr/>
          <a:lstStyle>
            <a:lvl1pPr rtl="0">
              <a:defRPr sz="100">
                <a:noFill/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CEAF09-4087-4DE9-9FE5-1AA7D63567C2}"/>
              </a:ext>
            </a:extLst>
          </p:cNvPr>
          <p:cNvSpPr/>
          <p:nvPr userDrawn="1"/>
        </p:nvSpPr>
        <p:spPr bwMode="white">
          <a:xfrm>
            <a:off x="540000" y="5937520"/>
            <a:ext cx="1710000" cy="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 rtl="0"/>
            <a:endParaRPr lang="de-DE" sz="2000" noProof="0" dirty="0" err="1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BACEDC41-79C2-4ADA-B739-01C59B4CABDE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556126" y="511471"/>
            <a:ext cx="744037" cy="154751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539749" y="1980000"/>
            <a:ext cx="8290800" cy="1836000"/>
          </a:xfrm>
        </p:spPr>
        <p:txBody>
          <a:bodyPr vert="horz" anchor="t" anchorCtr="0"/>
          <a:lstStyle>
            <a:lvl1pPr algn="l" rtl="0">
              <a:lnSpc>
                <a:spcPts val="8000"/>
              </a:lnSpc>
              <a:defRPr sz="88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9749" y="3984686"/>
            <a:ext cx="8290800" cy="335022"/>
          </a:xfrm>
        </p:spPr>
        <p:txBody>
          <a:bodyPr/>
          <a:lstStyle>
            <a:lvl1pPr marL="0" indent="0" algn="l" rtl="0">
              <a:spcBef>
                <a:spcPts val="0"/>
              </a:spcBef>
              <a:buFont typeface="Arial" panose="020B0604020202020204" pitchFamily="34" charset="0"/>
              <a:buChar char="​"/>
              <a:defRPr sz="2400" b="0" i="0">
                <a:solidFill>
                  <a:schemeClr val="bg1"/>
                </a:solidFill>
                <a:latin typeface="+mn-lt"/>
              </a:defRPr>
            </a:lvl1pPr>
            <a:lvl2pPr marL="0" indent="0" algn="l">
              <a:buFont typeface="Arial" panose="020B0604020202020204" pitchFamily="34" charset="0"/>
              <a:buNone/>
              <a:defRPr sz="1800" b="1">
                <a:solidFill>
                  <a:schemeClr val="bg1"/>
                </a:solidFill>
                <a:latin typeface="+mn-lt"/>
              </a:defRPr>
            </a:lvl2pPr>
            <a:lvl3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3pPr>
            <a:lvl4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4pPr>
            <a:lvl5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5pPr>
            <a:lvl6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6pPr>
            <a:lvl7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7pPr>
            <a:lvl8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8pPr>
            <a:lvl9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9pPr>
          </a:lstStyle>
          <a:p>
            <a:r>
              <a:rPr lang="de-DE"/>
              <a:t>Click to add subtitle</a:t>
            </a:r>
            <a:endParaRPr lang="de-DE" dirty="0"/>
          </a:p>
        </p:txBody>
      </p:sp>
      <p:sp>
        <p:nvSpPr>
          <p:cNvPr id="17" name="Date Placeholder 1">
            <a:extLst>
              <a:ext uri="{FF2B5EF4-FFF2-40B4-BE49-F238E27FC236}">
                <a16:creationId xmlns:a16="http://schemas.microsoft.com/office/drawing/2014/main" id="{6D60C9B8-54EB-4CAF-B33B-5CBD629B423C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white">
          <a:xfrm>
            <a:off x="540000" y="5528428"/>
            <a:ext cx="3582000" cy="216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12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A7CF3E8C-2959-4E0A-998D-1E39AB398C40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26F3575C-6CB2-5146-AECD-045130F7B9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9749" y="6096600"/>
            <a:ext cx="5098801" cy="2520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1" i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GB" sz="1400" b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GB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de-DE"/>
              <a:t>Living Consumer Intelligence | business.yougov.com</a:t>
            </a:r>
            <a:endParaRPr lang="de-DE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5540F57-BC53-518F-5480-344883A105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1826" y="1283110"/>
            <a:ext cx="1858623" cy="491715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lIns="251999" tIns="0" rIns="0" bIns="0" anchor="ctr" anchorCtr="0"/>
          <a:lstStyle>
            <a:lvl1pPr marL="0" indent="0" rtl="0">
              <a:buFont typeface="Arial" panose="020B0604020202020204" pitchFamily="34" charset="0"/>
              <a:buNone/>
              <a:defRPr sz="1100" spc="3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REGION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6559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1E3332-91DC-7361-2929-035BEB7397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31640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1E3332-91DC-7361-2929-035BEB7397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5E5044C4-F1FE-4268-A644-D0B3DB2C7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4CBF0E02-BACD-49F8-8D50-09F3D7ED73D3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9D909-49D5-40E7-8A46-904F421801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16" name="Text Placeholder Eyebrow">
            <a:extLst>
              <a:ext uri="{FF2B5EF4-FFF2-40B4-BE49-F238E27FC236}">
                <a16:creationId xmlns:a16="http://schemas.microsoft.com/office/drawing/2014/main" id="{D358452D-0474-9986-ADE8-275088EBE96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7" name="Logo">
            <a:extLst>
              <a:ext uri="{FF2B5EF4-FFF2-40B4-BE49-F238E27FC236}">
                <a16:creationId xmlns:a16="http://schemas.microsoft.com/office/drawing/2014/main" id="{7D01790C-7C95-1D54-8C64-68574A9035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136FF72-4E7D-476B-58CA-C7DA9FAD7329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759F407-755C-E19B-7E1B-BAB07ABF4B4D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4332308-A7DD-8DC9-19CE-2A47C22B8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6632DED3-6B21-EE89-1B2E-8CDE6F15F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43DAC2-87D7-E55C-4370-D9E8049AD723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39750" y="5911850"/>
            <a:ext cx="11110913" cy="412750"/>
          </a:xfrm>
        </p:spPr>
        <p:txBody>
          <a:bodyPr anchor="b"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bg1">
                    <a:lumMod val="65000"/>
                  </a:schemeClr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bg1">
                    <a:lumMod val="65000"/>
                  </a:schemeClr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bg1">
                    <a:lumMod val="65000"/>
                  </a:schemeClr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bg1">
                    <a:lumMod val="65000"/>
                  </a:schemeClr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bg1">
                    <a:lumMod val="65000"/>
                  </a:schemeClr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23272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4">
          <p15:clr>
            <a:srgbClr val="FBAE40"/>
          </p15:clr>
        </p15:guide>
        <p15:guide id="2" orient="horz" pos="104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EE3CF292-F358-C944-EFC6-42686FC0ADF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40947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E3CF292-F358-C944-EFC6-42686FC0ADF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079DB1F0-FCCC-467F-BFF2-5B26ACFFF65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63A6AFC9-6A59-4D5E-8E4E-131EAEF984E8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998" y="1980000"/>
            <a:ext cx="3576389" cy="4338000"/>
          </a:xfrm>
          <a:prstGeom prst="roundRect">
            <a:avLst>
              <a:gd name="adj" fmla="val 3772"/>
            </a:avLst>
          </a:prstGeom>
          <a:solidFill>
            <a:schemeClr val="bg1"/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D8223C1-D0CC-511D-306A-EC536C068C5A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4311206" y="1980000"/>
            <a:ext cx="3576389" cy="4338000"/>
          </a:xfrm>
          <a:prstGeom prst="roundRect">
            <a:avLst>
              <a:gd name="adj" fmla="val 3772"/>
            </a:avLst>
          </a:prstGeom>
          <a:solidFill>
            <a:schemeClr val="bg1"/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6C11FB4-713F-ECB5-3A53-64922D6B6302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8076792" y="1980000"/>
            <a:ext cx="3576389" cy="4338000"/>
          </a:xfrm>
          <a:prstGeom prst="roundRect">
            <a:avLst>
              <a:gd name="adj" fmla="val 3812"/>
            </a:avLst>
          </a:prstGeom>
          <a:solidFill>
            <a:schemeClr val="bg1"/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12" name="Logo">
            <a:extLst>
              <a:ext uri="{FF2B5EF4-FFF2-40B4-BE49-F238E27FC236}">
                <a16:creationId xmlns:a16="http://schemas.microsoft.com/office/drawing/2014/main" id="{35476EF7-E7B6-6BF5-035B-6500ABED5B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E707E08-8F3D-D2D3-3E4B-92A035584153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0EDED-87F2-6157-B579-BEA5048AFD6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03EC5253-0CF9-5F85-F8CA-910F01CB4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9" name="Text Placeholder Eyebrow">
            <a:extLst>
              <a:ext uri="{FF2B5EF4-FFF2-40B4-BE49-F238E27FC236}">
                <a16:creationId xmlns:a16="http://schemas.microsoft.com/office/drawing/2014/main" id="{B39231A9-FE75-22F5-1A18-8D6E71B7925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D131E4D2-401D-AF0D-3FEB-31DF19AA1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EB0D09A-9E40-1D86-E19D-4777C4890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97485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Three Content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536CB96E-1294-6FCE-CA3B-1DF2712D5E0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4924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36CB96E-1294-6FCE-CA3B-1DF2712D5E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56C6843-905C-D8CE-AED0-83ABA88F8BF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 rtl="0"/>
            <a:endParaRPr lang="de-DE" sz="1400" noProof="0" dirty="0" err="1"/>
          </a:p>
        </p:txBody>
      </p:sp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079DB1F0-FCCC-467F-BFF2-5B26ACFFF65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DBF35F9F-A3ED-4C69-9529-B3B310990107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998" y="1980000"/>
            <a:ext cx="3576389" cy="4338000"/>
          </a:xfrm>
          <a:prstGeom prst="roundRect">
            <a:avLst>
              <a:gd name="adj" fmla="val 3772"/>
            </a:avLst>
          </a:prstGeom>
          <a:solidFill>
            <a:schemeClr val="bg1">
              <a:alpha val="30000"/>
            </a:schemeClr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D8223C1-D0CC-511D-306A-EC536C068C5A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4311206" y="1980000"/>
            <a:ext cx="3576389" cy="4338000"/>
          </a:xfrm>
          <a:prstGeom prst="roundRect">
            <a:avLst>
              <a:gd name="adj" fmla="val 3772"/>
            </a:avLst>
          </a:prstGeom>
          <a:solidFill>
            <a:schemeClr val="bg1">
              <a:alpha val="30000"/>
            </a:schemeClr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6C11FB4-713F-ECB5-3A53-64922D6B6302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8076792" y="1980000"/>
            <a:ext cx="3576389" cy="4338000"/>
          </a:xfrm>
          <a:prstGeom prst="roundRect">
            <a:avLst>
              <a:gd name="adj" fmla="val 3812"/>
            </a:avLst>
          </a:prstGeom>
          <a:solidFill>
            <a:schemeClr val="bg1">
              <a:alpha val="30000"/>
            </a:schemeClr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12" name="Logo">
            <a:extLst>
              <a:ext uri="{FF2B5EF4-FFF2-40B4-BE49-F238E27FC236}">
                <a16:creationId xmlns:a16="http://schemas.microsoft.com/office/drawing/2014/main" id="{35476EF7-E7B6-6BF5-035B-6500ABED5B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E707E08-8F3D-D2D3-3E4B-92A035584153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0EDED-87F2-6157-B579-BEA5048AFD6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03EC5253-0CF9-5F85-F8CA-910F01CB4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9" name="Text Placeholder Eyebrow">
            <a:extLst>
              <a:ext uri="{FF2B5EF4-FFF2-40B4-BE49-F238E27FC236}">
                <a16:creationId xmlns:a16="http://schemas.microsoft.com/office/drawing/2014/main" id="{B39231A9-FE75-22F5-1A18-8D6E71B7925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D131E4D2-401D-AF0D-3FEB-31DF19AA1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6A8C1C9-B1B0-D61D-CE74-CE8FFA1D6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0941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8B9A2F09-DBCE-560E-6A81-151A42BB8A2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017861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B9A2F09-DBCE-560E-6A81-151A42BB8A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079DB1F0-FCCC-467F-BFF2-5B26ACFFF65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67E30E69-5808-4D05-952E-3613FA66E48D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999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/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EC16A5B-EB77-4119-661E-C736D1EEF2E4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3368840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/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C821415-7FC5-D991-1CDE-56780DFB2C8E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6194296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/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BF6E250-E31D-943A-8412-9BCBDA1AABD8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9003752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/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13" name="Logo">
            <a:extLst>
              <a:ext uri="{FF2B5EF4-FFF2-40B4-BE49-F238E27FC236}">
                <a16:creationId xmlns:a16="http://schemas.microsoft.com/office/drawing/2014/main" id="{000865C2-AD7C-2154-B560-ED2EF1C7494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E799C3-CB17-8FF9-7542-E60447DFAEAD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A00E69E-CF21-2790-566A-96C38622A985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4B958C09-E51C-9ADC-E8D0-55316A6E1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20" name="Text Placeholder Eyebrow">
            <a:extLst>
              <a:ext uri="{FF2B5EF4-FFF2-40B4-BE49-F238E27FC236}">
                <a16:creationId xmlns:a16="http://schemas.microsoft.com/office/drawing/2014/main" id="{C3600E4F-8465-362E-461C-84C2AA05450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305B56CF-575D-1BC4-2EE3-0EE6E52A9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11F4737-78C1-BB03-EB26-F592D510EB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464252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Four Content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AD04BD4-43A6-315A-C69F-B694509E3B3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49476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AD04BD4-43A6-315A-C69F-B694509E3B3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079DB1F0-FCCC-467F-BFF2-5B26ACFFF65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345FD0A0-6C0C-432A-A33C-9CA264153023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999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>
              <a:alpha val="30000"/>
            </a:schemeClr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EC16A5B-EB77-4119-661E-C736D1EEF2E4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3368840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>
              <a:alpha val="30000"/>
            </a:schemeClr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C821415-7FC5-D991-1CDE-56780DFB2C8E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6194296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>
              <a:alpha val="30000"/>
            </a:schemeClr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BF6E250-E31D-943A-8412-9BCBDA1AABD8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9003752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>
              <a:alpha val="30000"/>
            </a:schemeClr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13" name="Logo">
            <a:extLst>
              <a:ext uri="{FF2B5EF4-FFF2-40B4-BE49-F238E27FC236}">
                <a16:creationId xmlns:a16="http://schemas.microsoft.com/office/drawing/2014/main" id="{000865C2-AD7C-2154-B560-ED2EF1C7494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E799C3-CB17-8FF9-7542-E60447DFAEAD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A00E69E-CF21-2790-566A-96C38622A985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4B958C09-E51C-9ADC-E8D0-55316A6E1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20" name="Text Placeholder Eyebrow">
            <a:extLst>
              <a:ext uri="{FF2B5EF4-FFF2-40B4-BE49-F238E27FC236}">
                <a16:creationId xmlns:a16="http://schemas.microsoft.com/office/drawing/2014/main" id="{C3600E4F-8465-362E-461C-84C2AA05450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305B56CF-575D-1BC4-2EE3-0EE6E52A9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C32BFF-892C-AD0F-0004-A3CEB4838A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53186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Head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33D92E12-76BF-5392-96FC-A260F7155C0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07505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3D92E12-76BF-5392-96FC-A260F7155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E149A4EF-72D8-39AF-3AD2-866DED10BB52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0" y="0"/>
            <a:ext cx="4303713" cy="6858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en-MX" dirty="0"/>
          </a:p>
        </p:txBody>
      </p:sp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D83966FA-DB6B-4EB7-B191-94841F123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4D29A219-B416-4A19-A343-A6609F9B0089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A725902D-E246-B044-D1BB-CCB46E74342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4D20962-EF44-B764-BEF8-AA6D2911FCBF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969B9C-D38D-A1A3-09C8-340A6B170A9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8EEB1879-E619-774F-D494-37829007C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5" name="Text Placeholder Eyebrow">
            <a:extLst>
              <a:ext uri="{FF2B5EF4-FFF2-40B4-BE49-F238E27FC236}">
                <a16:creationId xmlns:a16="http://schemas.microsoft.com/office/drawing/2014/main" id="{83CC1058-102E-6EE0-1171-635D0801478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6B641C22-B8F8-FBAB-D502-0EB0931C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2189ADD-ED09-7AA9-50AF-8D82065341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25" y="907200"/>
            <a:ext cx="6589075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58059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 Head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ADFBB02-F233-9D5E-C89E-8EBB5B85D09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864688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ADFBB02-F233-9D5E-C89E-8EBB5B85D0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E149A4EF-72D8-39AF-3AD2-866DED10BB52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4303713" y="0"/>
            <a:ext cx="7888287" cy="6858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en-MX" dirty="0"/>
          </a:p>
        </p:txBody>
      </p:sp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D83966FA-DB6B-4EB7-B191-94841F123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EDA57ABA-4B63-4DA4-8B9E-C976247F9559}" type="datetime4">
              <a:rPr lang="en-US" smtClean="0"/>
              <a:t>May 8, 2026</a:t>
            </a:fld>
            <a:endParaRPr lang="de-DE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4D20962-EF44-B764-BEF8-AA6D2911FCBF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969B9C-D38D-A1A3-09C8-340A6B170A9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8EEB1879-E619-774F-D494-37829007C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5" name="Text Placeholder Eyebrow">
            <a:extLst>
              <a:ext uri="{FF2B5EF4-FFF2-40B4-BE49-F238E27FC236}">
                <a16:creationId xmlns:a16="http://schemas.microsoft.com/office/drawing/2014/main" id="{83CC1058-102E-6EE0-1171-635D0801478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6B641C22-B8F8-FBAB-D502-0EB0931C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accent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8DEF34D-974F-9E01-4D81-CD4B7943FA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3576388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A725902D-E246-B044-D1BB-CCB46E74342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6985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Header Only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88BD3A6-0673-4CBD-5251-CD8F33977D7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50456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88BD3A6-0673-4CBD-5251-CD8F33977D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D83966FA-DB6B-4EB7-B191-94841F123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5D3F7BC5-5617-4E17-8782-A2AA0C1EBA93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A725902D-E246-B044-D1BB-CCB46E74342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4D20962-EF44-B764-BEF8-AA6D2911FCBF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969B9C-D38D-A1A3-09C8-340A6B170A9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8EEB1879-E619-774F-D494-37829007C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5" name="Text Placeholder Eyebrow">
            <a:extLst>
              <a:ext uri="{FF2B5EF4-FFF2-40B4-BE49-F238E27FC236}">
                <a16:creationId xmlns:a16="http://schemas.microsoft.com/office/drawing/2014/main" id="{83CC1058-102E-6EE0-1171-635D0801478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6B641C22-B8F8-FBAB-D502-0EB0931C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A7FBE67-ACB0-8E5E-D1CB-33ADD56F68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64444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GROUND Gradient"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BA11D70-CD3C-35B5-EBA7-DF37C8521B1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968949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BA11D70-CD3C-35B5-EBA7-DF37C8521B1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Date Placeholder 3" hidden="1">
            <a:extLst>
              <a:ext uri="{FF2B5EF4-FFF2-40B4-BE49-F238E27FC236}">
                <a16:creationId xmlns:a16="http://schemas.microsoft.com/office/drawing/2014/main" id="{89EF8E2F-AD04-40B6-823D-52E48F4EAC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93200" y="6858000"/>
            <a:ext cx="0" cy="0"/>
          </a:xfrm>
        </p:spPr>
        <p:txBody>
          <a:bodyPr/>
          <a:lstStyle>
            <a:lvl1pPr rtl="0">
              <a:defRPr/>
            </a:lvl1pPr>
          </a:lstStyle>
          <a:p>
            <a:fld id="{0881A0D8-8D76-488C-BEFF-97A5115A22C0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B5BE10E3-DE45-E1D7-FBE1-73AC879BB7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82CB72-8E85-6E2E-E155-D5A0055B4A4E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6086ADD-2B30-6338-A723-67BAA91E2882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E3FEFBC-78F1-FD60-BB89-883E76EA5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5" name="Text Placeholder Eyebrow">
            <a:extLst>
              <a:ext uri="{FF2B5EF4-FFF2-40B4-BE49-F238E27FC236}">
                <a16:creationId xmlns:a16="http://schemas.microsoft.com/office/drawing/2014/main" id="{EAE862ED-8BD7-7184-068F-71809A5D1DA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B2082DEF-609A-2ADB-2E6B-59D0EEEBD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260B914-BB7D-D137-EC5C-F9EDF1607D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83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EF543161-8B9B-BA81-B85A-ED50D187184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5149102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F543161-8B9B-BA81-B85A-ED50D187184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E418063C-60BE-44C6-B24E-0C881C081004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83B00A4-20D6-495F-906F-445B9363312B}"/>
              </a:ext>
            </a:extLst>
          </p:cNvPr>
          <p:cNvSpPr/>
          <p:nvPr userDrawn="1"/>
        </p:nvSpPr>
        <p:spPr bwMode="white">
          <a:xfrm>
            <a:off x="4303713" y="0"/>
            <a:ext cx="7888287" cy="6858000"/>
          </a:xfrm>
          <a:custGeom>
            <a:avLst/>
            <a:gdLst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179926 w 9007473"/>
              <a:gd name="connsiteY2" fmla="*/ 19796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28721 w 9007473"/>
              <a:gd name="connsiteY2" fmla="*/ 1985630 h 6858000"/>
              <a:gd name="connsiteX3" fmla="*/ 2 w 9007473"/>
              <a:gd name="connsiteY3" fmla="*/ 1865314 h 6858000"/>
              <a:gd name="connsiteX4" fmla="*/ 0 w 9007473"/>
              <a:gd name="connsiteY4" fmla="*/ 0 h 6858000"/>
              <a:gd name="connsiteX5" fmla="*/ 9007473 w 9007473"/>
              <a:gd name="connsiteY5" fmla="*/ 0 h 6858000"/>
              <a:gd name="connsiteX6" fmla="*/ 9007473 w 9007473"/>
              <a:gd name="connsiteY6" fmla="*/ 6858000 h 6858000"/>
              <a:gd name="connsiteX7" fmla="*/ 0 w 9007473"/>
              <a:gd name="connsiteY7" fmla="*/ 6858000 h 6858000"/>
              <a:gd name="connsiteX8" fmla="*/ 0 w 9007473"/>
              <a:gd name="connsiteY8" fmla="*/ 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 w 9007473"/>
              <a:gd name="connsiteY2" fmla="*/ 18653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7" fmla="*/ 0 w 9007473"/>
              <a:gd name="connsiteY7" fmla="*/ 0 h 6858000"/>
              <a:gd name="connsiteX0" fmla="*/ 0 w 9007473"/>
              <a:gd name="connsiteY0" fmla="*/ 0 h 6858000"/>
              <a:gd name="connsiteX1" fmla="*/ 9007473 w 9007473"/>
              <a:gd name="connsiteY1" fmla="*/ 0 h 6858000"/>
              <a:gd name="connsiteX2" fmla="*/ 9007473 w 9007473"/>
              <a:gd name="connsiteY2" fmla="*/ 6858000 h 6858000"/>
              <a:gd name="connsiteX3" fmla="*/ 0 w 9007473"/>
              <a:gd name="connsiteY3" fmla="*/ 6858000 h 6858000"/>
              <a:gd name="connsiteX4" fmla="*/ 0 w 900747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7473" h="6858000">
                <a:moveTo>
                  <a:pt x="0" y="0"/>
                </a:moveTo>
                <a:lnTo>
                  <a:pt x="9007473" y="0"/>
                </a:lnTo>
                <a:lnTo>
                  <a:pt x="9007473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de-DE" dirty="0"/>
          </a:p>
        </p:txBody>
      </p:sp>
      <p:sp>
        <p:nvSpPr>
          <p:cNvPr id="23" name="Logo">
            <a:extLst>
              <a:ext uri="{FF2B5EF4-FFF2-40B4-BE49-F238E27FC236}">
                <a16:creationId xmlns:a16="http://schemas.microsoft.com/office/drawing/2014/main" id="{E4355A66-8151-441E-ACDA-BF23348F00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DF5836-A53C-4F9D-8208-19EFA158B2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3C576C5-4825-D279-A104-CE235DC7F4E2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7844D00-6C0B-47FC-84AF-6D9D76C900FA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96DB040-D9FF-B841-B31F-E9EE9CA89BF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37A7002-F855-9BD2-A413-EFBF05FF600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9999" y="6052457"/>
            <a:ext cx="3576389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  <p:sp>
        <p:nvSpPr>
          <p:cNvPr id="10" name="Text Placeholder 27">
            <a:extLst>
              <a:ext uri="{FF2B5EF4-FFF2-40B4-BE49-F238E27FC236}">
                <a16:creationId xmlns:a16="http://schemas.microsoft.com/office/drawing/2014/main" id="{593A1579-D448-35F4-F787-F89F8F3446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41338" y="5499706"/>
            <a:ext cx="758825" cy="23495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anchor="ctr" anchorCtr="0"/>
          <a:lstStyle>
            <a:lvl1pPr marL="0" indent="0" algn="ctr" rtl="0">
              <a:buNone/>
              <a:defRPr sz="1100" b="1" i="0">
                <a:solidFill>
                  <a:srgbClr val="AD6CD3"/>
                </a:solidFill>
                <a:latin typeface="Graphik Bold" panose="020B0503030202060203" pitchFamily="34" charset="77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60E81EB1-C63D-B429-6AAA-EF6FFA30E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2" name="Text Placeholder Eyebrow">
            <a:extLst>
              <a:ext uri="{FF2B5EF4-FFF2-40B4-BE49-F238E27FC236}">
                <a16:creationId xmlns:a16="http://schemas.microsoft.com/office/drawing/2014/main" id="{7BC97E57-2E60-963E-6B25-B32E56B1861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C64F68F8-8F02-F688-08FD-9DCEA43C3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ext Placeholder 19">
            <a:extLst>
              <a:ext uri="{FF2B5EF4-FFF2-40B4-BE49-F238E27FC236}">
                <a16:creationId xmlns:a16="http://schemas.microsoft.com/office/drawing/2014/main" id="{441EBD67-CB1A-7349-DDF7-37E1977754F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049080" y="1131371"/>
            <a:ext cx="6635069" cy="463550"/>
          </a:xfrm>
        </p:spPr>
        <p:txBody>
          <a:bodyPr/>
          <a:lstStyle>
            <a:lvl1pPr marL="0" indent="0" rtl="0">
              <a:buNone/>
              <a:defRPr sz="2200" b="1" i="0">
                <a:latin typeface="Graphik Bold" panose="020B0503030202060203" pitchFamily="34" charset="77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52376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453" userDrawn="1">
          <p15:clr>
            <a:srgbClr val="FBAE40"/>
          </p15:clr>
        </p15:guide>
        <p15:guide id="3" orient="horz" pos="709" userDrawn="1">
          <p15:clr>
            <a:srgbClr val="FBAE40"/>
          </p15:clr>
        </p15:guide>
        <p15:guide id="4" orient="horz" pos="93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IDEBAR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514E4D92-5CFF-8C9E-2299-404BA208018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89492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14E4D92-5CFF-8C9E-2299-404BA208018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50E13060-EE32-4C95-8017-0ED9B538FD97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83B00A4-20D6-495F-906F-445B9363312B}"/>
              </a:ext>
            </a:extLst>
          </p:cNvPr>
          <p:cNvSpPr/>
          <p:nvPr userDrawn="1"/>
        </p:nvSpPr>
        <p:spPr bwMode="white">
          <a:xfrm>
            <a:off x="4303713" y="0"/>
            <a:ext cx="7888287" cy="6858000"/>
          </a:xfrm>
          <a:custGeom>
            <a:avLst/>
            <a:gdLst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179926 w 9007473"/>
              <a:gd name="connsiteY2" fmla="*/ 19796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28721 w 9007473"/>
              <a:gd name="connsiteY2" fmla="*/ 1985630 h 6858000"/>
              <a:gd name="connsiteX3" fmla="*/ 2 w 9007473"/>
              <a:gd name="connsiteY3" fmla="*/ 1865314 h 6858000"/>
              <a:gd name="connsiteX4" fmla="*/ 0 w 9007473"/>
              <a:gd name="connsiteY4" fmla="*/ 0 h 6858000"/>
              <a:gd name="connsiteX5" fmla="*/ 9007473 w 9007473"/>
              <a:gd name="connsiteY5" fmla="*/ 0 h 6858000"/>
              <a:gd name="connsiteX6" fmla="*/ 9007473 w 9007473"/>
              <a:gd name="connsiteY6" fmla="*/ 6858000 h 6858000"/>
              <a:gd name="connsiteX7" fmla="*/ 0 w 9007473"/>
              <a:gd name="connsiteY7" fmla="*/ 6858000 h 6858000"/>
              <a:gd name="connsiteX8" fmla="*/ 0 w 9007473"/>
              <a:gd name="connsiteY8" fmla="*/ 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 w 9007473"/>
              <a:gd name="connsiteY2" fmla="*/ 18653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7" fmla="*/ 0 w 9007473"/>
              <a:gd name="connsiteY7" fmla="*/ 0 h 6858000"/>
              <a:gd name="connsiteX0" fmla="*/ 0 w 9007473"/>
              <a:gd name="connsiteY0" fmla="*/ 0 h 6858000"/>
              <a:gd name="connsiteX1" fmla="*/ 9007473 w 9007473"/>
              <a:gd name="connsiteY1" fmla="*/ 0 h 6858000"/>
              <a:gd name="connsiteX2" fmla="*/ 9007473 w 9007473"/>
              <a:gd name="connsiteY2" fmla="*/ 6858000 h 6858000"/>
              <a:gd name="connsiteX3" fmla="*/ 0 w 9007473"/>
              <a:gd name="connsiteY3" fmla="*/ 6858000 h 6858000"/>
              <a:gd name="connsiteX4" fmla="*/ 0 w 900747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7473" h="6858000">
                <a:moveTo>
                  <a:pt x="0" y="0"/>
                </a:moveTo>
                <a:lnTo>
                  <a:pt x="9007473" y="0"/>
                </a:lnTo>
                <a:lnTo>
                  <a:pt x="9007473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de-DE" dirty="0"/>
          </a:p>
        </p:txBody>
      </p:sp>
      <p:sp>
        <p:nvSpPr>
          <p:cNvPr id="23" name="Logo">
            <a:extLst>
              <a:ext uri="{FF2B5EF4-FFF2-40B4-BE49-F238E27FC236}">
                <a16:creationId xmlns:a16="http://schemas.microsoft.com/office/drawing/2014/main" id="{E4355A66-8151-441E-ACDA-BF23348F00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3C576C5-4825-D279-A104-CE235DC7F4E2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7844D00-6C0B-47FC-84AF-6D9D76C900FA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60E81EB1-C63D-B429-6AAA-EF6FFA30E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5AE4886-143F-61A2-E29A-8B533BF3768A}"/>
              </a:ext>
            </a:extLst>
          </p:cNvPr>
          <p:cNvSpPr txBox="1">
            <a:spLocks/>
          </p:cNvSpPr>
          <p:nvPr userDrawn="1"/>
        </p:nvSpPr>
        <p:spPr>
          <a:xfrm>
            <a:off x="4967774" y="2494987"/>
            <a:ext cx="3354612" cy="446787"/>
          </a:xfrm>
          <a:prstGeom prst="roundRect">
            <a:avLst>
              <a:gd name="adj" fmla="val 50000"/>
            </a:avLst>
          </a:pr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400" b="1" i="0" kern="1200" cap="none" baseline="0">
                <a:solidFill>
                  <a:schemeClr val="tx1"/>
                </a:solidFill>
                <a:latin typeface="Graphik Bold" panose="020B0503030202060203" pitchFamily="34" charset="77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defRPr sz="1000" b="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7pPr>
            <a:lvl8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50"/>
              </a:spcBef>
              <a:spcAft>
                <a:spcPts val="50"/>
              </a:spcAft>
              <a:buFont typeface="Arial" panose="020B0604020202020204" pitchFamily="34" charset="0"/>
              <a:buChar char="​"/>
              <a:defRPr sz="200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9pPr>
          </a:lstStyle>
          <a:p>
            <a:pPr marL="0" indent="0" algn="ctr" rtl="0">
              <a:buFont typeface="Arial" panose="020B0604020202020204" pitchFamily="34" charset="0"/>
              <a:buNone/>
            </a:pPr>
            <a:endParaRPr lang="de-DE" sz="1100" b="1" dirty="0">
              <a:solidFill>
                <a:schemeClr val="bg1"/>
              </a:solidFill>
              <a:latin typeface="Graphik Bold" panose="020B0503030202060203" pitchFamily="34" charset="77"/>
            </a:endParaRPr>
          </a:p>
        </p:txBody>
      </p:sp>
      <p:sp>
        <p:nvSpPr>
          <p:cNvPr id="14" name="Text Placeholder 19">
            <a:extLst>
              <a:ext uri="{FF2B5EF4-FFF2-40B4-BE49-F238E27FC236}">
                <a16:creationId xmlns:a16="http://schemas.microsoft.com/office/drawing/2014/main" id="{F95CFDE0-2C32-C257-AA82-9AD1540287FA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5053693" y="1731797"/>
            <a:ext cx="3133866" cy="622520"/>
          </a:xfrm>
        </p:spPr>
        <p:txBody>
          <a:bodyPr/>
          <a:lstStyle>
            <a:lvl4pPr marL="0" indent="0" rtl="0">
              <a:buFont typeface="Arial" panose="020B0604020202020204" pitchFamily="34" charset="0"/>
              <a:buNone/>
              <a:defRPr b="1" i="0">
                <a:latin typeface="Graphik Bold" panose="020B0503030202060203" pitchFamily="34" charset="77"/>
              </a:defRPr>
            </a:lvl4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31577DB3-6379-DF04-ACBA-DC218D91078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532156" y="1733107"/>
            <a:ext cx="3120094" cy="631720"/>
          </a:xfrm>
        </p:spPr>
        <p:txBody>
          <a:bodyPr/>
          <a:lstStyle>
            <a:lvl4pPr marL="0" indent="0" rtl="0">
              <a:buFont typeface="Arial" panose="020B0604020202020204" pitchFamily="34" charset="0"/>
              <a:buNone/>
              <a:defRPr/>
            </a:lvl4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able Placeholder 23">
            <a:extLst>
              <a:ext uri="{FF2B5EF4-FFF2-40B4-BE49-F238E27FC236}">
                <a16:creationId xmlns:a16="http://schemas.microsoft.com/office/drawing/2014/main" id="{32612384-2305-66B9-D57F-5BAEBCA7C854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4124" y="2494989"/>
            <a:ext cx="3112924" cy="3475256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en-MX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FDDF8DA-0B71-3CCB-FA7B-82AEC5F379B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049080" y="1131371"/>
            <a:ext cx="6635069" cy="463550"/>
          </a:xfrm>
        </p:spPr>
        <p:txBody>
          <a:bodyPr/>
          <a:lstStyle>
            <a:lvl1pPr marL="0" indent="0" rtl="0">
              <a:buNone/>
              <a:defRPr sz="2200" b="1" i="0">
                <a:latin typeface="Graphik Bold" panose="020B0503030202060203" pitchFamily="34" charset="77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225B0631-C95F-AF75-F002-8CE20B28C632}"/>
              </a:ext>
            </a:extLst>
          </p:cNvPr>
          <p:cNvSpPr txBox="1">
            <a:spLocks/>
          </p:cNvSpPr>
          <p:nvPr userDrawn="1"/>
        </p:nvSpPr>
        <p:spPr>
          <a:xfrm>
            <a:off x="8406464" y="2494988"/>
            <a:ext cx="3354612" cy="446787"/>
          </a:xfrm>
          <a:prstGeom prst="roundRect">
            <a:avLst>
              <a:gd name="adj" fmla="val 50000"/>
            </a:avLst>
          </a:pr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400" b="1" i="0" kern="1200" cap="none" baseline="0">
                <a:solidFill>
                  <a:schemeClr val="tx1"/>
                </a:solidFill>
                <a:latin typeface="Graphik Bold" panose="020B0503030202060203" pitchFamily="34" charset="77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defRPr sz="1000" b="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7pPr>
            <a:lvl8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50"/>
              </a:spcBef>
              <a:spcAft>
                <a:spcPts val="50"/>
              </a:spcAft>
              <a:buFont typeface="Arial" panose="020B0604020202020204" pitchFamily="34" charset="0"/>
              <a:buChar char="​"/>
              <a:defRPr sz="200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9pPr>
          </a:lstStyle>
          <a:p>
            <a:pPr marL="0" indent="0" algn="ctr" rtl="0">
              <a:buFont typeface="Arial" panose="020B0604020202020204" pitchFamily="34" charset="0"/>
              <a:buNone/>
            </a:pPr>
            <a:endParaRPr lang="de-DE" sz="1100" b="1" dirty="0">
              <a:solidFill>
                <a:schemeClr val="bg1"/>
              </a:solidFill>
              <a:latin typeface="Graphik Bold" panose="020B0503030202060203" pitchFamily="34" charset="77"/>
            </a:endParaRPr>
          </a:p>
        </p:txBody>
      </p:sp>
      <p:sp>
        <p:nvSpPr>
          <p:cNvPr id="25" name="Table Placeholder 23">
            <a:extLst>
              <a:ext uri="{FF2B5EF4-FFF2-40B4-BE49-F238E27FC236}">
                <a16:creationId xmlns:a16="http://schemas.microsoft.com/office/drawing/2014/main" id="{642DFCA0-4468-D7C3-2A32-5FD77A69FDCD}"/>
              </a:ext>
            </a:extLst>
          </p:cNvPr>
          <p:cNvSpPr>
            <a:spLocks noGrp="1"/>
          </p:cNvSpPr>
          <p:nvPr>
            <p:ph type="tbl" sz="quarter" idx="41"/>
          </p:nvPr>
        </p:nvSpPr>
        <p:spPr>
          <a:xfrm>
            <a:off x="8544272" y="2494989"/>
            <a:ext cx="3112924" cy="3475256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en-MX" dirty="0"/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1575219B-47C9-5070-B639-9B5DF69A309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056358" y="6052457"/>
            <a:ext cx="3110181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00783121-E02B-5013-062C-988A75F6183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544272" y="6052457"/>
            <a:ext cx="3110181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  <p:sp>
        <p:nvSpPr>
          <p:cNvPr id="17" name="Text Placeholder Eyebrow">
            <a:extLst>
              <a:ext uri="{FF2B5EF4-FFF2-40B4-BE49-F238E27FC236}">
                <a16:creationId xmlns:a16="http://schemas.microsoft.com/office/drawing/2014/main" id="{326A8C4E-08FA-9AAB-9A73-D892A8C9839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8" name="Slide Number Placeholder 4">
            <a:extLst>
              <a:ext uri="{FF2B5EF4-FFF2-40B4-BE49-F238E27FC236}">
                <a16:creationId xmlns:a16="http://schemas.microsoft.com/office/drawing/2014/main" id="{7415D704-D34F-FC32-7EEE-F7C5BC75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9" name="Title 3">
            <a:extLst>
              <a:ext uri="{FF2B5EF4-FFF2-40B4-BE49-F238E27FC236}">
                <a16:creationId xmlns:a16="http://schemas.microsoft.com/office/drawing/2014/main" id="{5B752225-BD7C-653D-DE63-50F13355D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9ED93F64-2EF4-9AC1-1274-A63B5E99C6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0CF96F2F-9459-0961-3501-1DF8EFDBFF2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9999" y="6052457"/>
            <a:ext cx="3576389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4085932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453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BAR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9FED20E-1E5C-2BDC-F652-27E2C7541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009627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9FED20E-1E5C-2BDC-F652-27E2C7541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83B00A4-20D6-495F-906F-445B9363312B}"/>
              </a:ext>
            </a:extLst>
          </p:cNvPr>
          <p:cNvSpPr/>
          <p:nvPr userDrawn="1"/>
        </p:nvSpPr>
        <p:spPr bwMode="white">
          <a:xfrm>
            <a:off x="0" y="0"/>
            <a:ext cx="4303713" cy="6858000"/>
          </a:xfrm>
          <a:custGeom>
            <a:avLst/>
            <a:gdLst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179926 w 9007473"/>
              <a:gd name="connsiteY2" fmla="*/ 19796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28721 w 9007473"/>
              <a:gd name="connsiteY2" fmla="*/ 1985630 h 6858000"/>
              <a:gd name="connsiteX3" fmla="*/ 2 w 9007473"/>
              <a:gd name="connsiteY3" fmla="*/ 1865314 h 6858000"/>
              <a:gd name="connsiteX4" fmla="*/ 0 w 9007473"/>
              <a:gd name="connsiteY4" fmla="*/ 0 h 6858000"/>
              <a:gd name="connsiteX5" fmla="*/ 9007473 w 9007473"/>
              <a:gd name="connsiteY5" fmla="*/ 0 h 6858000"/>
              <a:gd name="connsiteX6" fmla="*/ 9007473 w 9007473"/>
              <a:gd name="connsiteY6" fmla="*/ 6858000 h 6858000"/>
              <a:gd name="connsiteX7" fmla="*/ 0 w 9007473"/>
              <a:gd name="connsiteY7" fmla="*/ 6858000 h 6858000"/>
              <a:gd name="connsiteX8" fmla="*/ 0 w 9007473"/>
              <a:gd name="connsiteY8" fmla="*/ 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 w 9007473"/>
              <a:gd name="connsiteY2" fmla="*/ 18653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7" fmla="*/ 0 w 9007473"/>
              <a:gd name="connsiteY7" fmla="*/ 0 h 6858000"/>
              <a:gd name="connsiteX0" fmla="*/ 0 w 9007473"/>
              <a:gd name="connsiteY0" fmla="*/ 0 h 6858000"/>
              <a:gd name="connsiteX1" fmla="*/ 9007473 w 9007473"/>
              <a:gd name="connsiteY1" fmla="*/ 0 h 6858000"/>
              <a:gd name="connsiteX2" fmla="*/ 9007473 w 9007473"/>
              <a:gd name="connsiteY2" fmla="*/ 6858000 h 6858000"/>
              <a:gd name="connsiteX3" fmla="*/ 0 w 9007473"/>
              <a:gd name="connsiteY3" fmla="*/ 6858000 h 6858000"/>
              <a:gd name="connsiteX4" fmla="*/ 0 w 900747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7473" h="6858000">
                <a:moveTo>
                  <a:pt x="0" y="0"/>
                </a:moveTo>
                <a:lnTo>
                  <a:pt x="9007473" y="0"/>
                </a:lnTo>
                <a:lnTo>
                  <a:pt x="9007473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de-DE" dirty="0"/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615CBBD8-2B1D-40E0-9369-B71C2ABC4869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D138E432-0509-AFEF-B2F2-88C44B132A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849AF23-E13B-69C9-69E4-A16879E2F780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91FE23-F4D4-1895-9E81-EBF7619294E0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3">
            <a:extLst>
              <a:ext uri="{FF2B5EF4-FFF2-40B4-BE49-F238E27FC236}">
                <a16:creationId xmlns:a16="http://schemas.microsoft.com/office/drawing/2014/main" id="{E6B07EE4-3397-F1B6-C759-2CE32A11C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1" name="Text Placeholder Eyebrow">
            <a:extLst>
              <a:ext uri="{FF2B5EF4-FFF2-40B4-BE49-F238E27FC236}">
                <a16:creationId xmlns:a16="http://schemas.microsoft.com/office/drawing/2014/main" id="{4A405EAB-8014-59FE-200E-823871407D1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2" name="Slide Number Placeholder 4">
            <a:extLst>
              <a:ext uri="{FF2B5EF4-FFF2-40B4-BE49-F238E27FC236}">
                <a16:creationId xmlns:a16="http://schemas.microsoft.com/office/drawing/2014/main" id="{E21E0F99-C445-7A50-4BBC-ADFE45BD2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ACBF7BA0-1080-67D0-7C70-049DD49986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tx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6FE726B-FA20-7F53-4977-68CDC41BB7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45B3D3DF-847B-4083-18A6-F4166D184C3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9999" y="6052457"/>
            <a:ext cx="3576389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245271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453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1792BA1-0BD0-013D-9E0B-3FCCD59188E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14515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1792BA1-0BD0-013D-9E0B-3FCCD59188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0F69841F-27A5-4959-B3ED-1F3A5E026959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5FEA0-2762-772D-BAD2-52001BD7AD4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03713" y="904874"/>
            <a:ext cx="7348537" cy="5419725"/>
          </a:xfrm>
          <a:prstGeom prst="roundRect">
            <a:avLst>
              <a:gd name="adj" fmla="val 3213"/>
            </a:avLst>
          </a:prstGeom>
          <a:solidFill>
            <a:schemeClr val="bg1"/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marL="0" indent="0" rtl="0">
              <a:buFont typeface="Arial" panose="020B0604020202020204" pitchFamily="34" charset="0"/>
              <a:buNone/>
              <a:defRPr/>
            </a:lvl1pPr>
            <a:lvl2pPr marL="465750" indent="-285750" rtl="0"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/>
            </a:lvl2pPr>
            <a:lvl3pPr marL="360000" indent="0" rtl="0">
              <a:buNone/>
              <a:defRPr/>
            </a:lvl3pPr>
            <a:lvl4pPr rtl="0">
              <a:buNone/>
              <a:defRPr/>
            </a:lvl4pPr>
            <a:lvl5pPr rtl="0">
              <a:buNone/>
              <a:defRPr/>
            </a:lvl5pPr>
            <a:lvl6pPr rtl="0">
              <a:buNone/>
              <a:defRPr/>
            </a:lvl6pPr>
            <a:lvl7pPr rtl="0">
              <a:buNone/>
              <a:defRPr/>
            </a:lvl7pPr>
            <a:lvl8pPr marL="0" indent="0" rtl="0">
              <a:buNone/>
              <a:defRPr/>
            </a:lvl8pPr>
            <a:lvl9pPr rtl="0">
              <a:buNone/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4E5A8B58-223F-3D06-C4EF-F276A535CE7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1990F8-31EF-24BF-021B-874B2FE337EA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EBBEAB2-EC38-A8BD-D928-0156E683D709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1FEC49FE-3BDA-CFDD-7A3C-C9023915F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8" name="Text Placeholder Eyebrow">
            <a:extLst>
              <a:ext uri="{FF2B5EF4-FFF2-40B4-BE49-F238E27FC236}">
                <a16:creationId xmlns:a16="http://schemas.microsoft.com/office/drawing/2014/main" id="{01D3A029-C1A7-D376-1D16-B56DC1D747A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5B89060F-7B54-B0F7-DFB1-5A1F59521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54ECE5E0-A780-8347-8298-816E47594E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tx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C8F357EF-D5F8-41D2-087D-00899CB9421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9602277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203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BA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85C7859E-15DC-DAF8-53F9-A7F26868027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439598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C7859E-15DC-DAF8-53F9-A7F2686802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DC799047-EA7A-4B7B-BDD0-4BBE00DC2356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D0BD250-AD35-28FA-5370-6E6259FF7EC9}"/>
              </a:ext>
            </a:extLst>
          </p:cNvPr>
          <p:cNvSpPr/>
          <p:nvPr userDrawn="1"/>
        </p:nvSpPr>
        <p:spPr>
          <a:xfrm>
            <a:off x="4303713" y="904875"/>
            <a:ext cx="7348537" cy="5419725"/>
          </a:xfrm>
          <a:prstGeom prst="roundRect">
            <a:avLst>
              <a:gd name="adj" fmla="val 3405"/>
            </a:avLst>
          </a:prstGeom>
          <a:solidFill>
            <a:schemeClr val="bg1"/>
          </a:solidFill>
          <a:ln>
            <a:noFill/>
          </a:ln>
          <a:effectLst>
            <a:outerShdw blurRad="193425" sx="102000" sy="102000" algn="ctr" rotWithShape="0">
              <a:prstClr val="black">
                <a:alpha val="10085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 rtl="0"/>
            <a:endParaRPr lang="de-DE" sz="1400" noProof="0" dirty="0" err="1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9A745A5E-E861-7EF2-19E2-BD837A447812}"/>
              </a:ext>
            </a:extLst>
          </p:cNvPr>
          <p:cNvSpPr txBox="1">
            <a:spLocks/>
          </p:cNvSpPr>
          <p:nvPr userDrawn="1"/>
        </p:nvSpPr>
        <p:spPr>
          <a:xfrm>
            <a:off x="4584506" y="1979612"/>
            <a:ext cx="2622693" cy="446787"/>
          </a:xfrm>
          <a:prstGeom prst="roundRect">
            <a:avLst>
              <a:gd name="adj" fmla="val 50000"/>
            </a:avLst>
          </a:pr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400" b="1" i="0" kern="1200" cap="none" baseline="0">
                <a:solidFill>
                  <a:schemeClr val="tx1"/>
                </a:solidFill>
                <a:latin typeface="Graphik Bold" panose="020B0503030202060203" pitchFamily="34" charset="77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defRPr sz="1000" b="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7pPr>
            <a:lvl8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50"/>
              </a:spcBef>
              <a:spcAft>
                <a:spcPts val="50"/>
              </a:spcAft>
              <a:buFont typeface="Arial" panose="020B0604020202020204" pitchFamily="34" charset="0"/>
              <a:buChar char="​"/>
              <a:defRPr sz="200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9pPr>
          </a:lstStyle>
          <a:p>
            <a:pPr marL="0" indent="0" algn="ctr" rtl="0">
              <a:buFont typeface="Arial" panose="020B0604020202020204" pitchFamily="34" charset="0"/>
              <a:buNone/>
            </a:pPr>
            <a:endParaRPr lang="de-DE" sz="1100" b="1" dirty="0">
              <a:solidFill>
                <a:schemeClr val="bg1"/>
              </a:solidFill>
              <a:latin typeface="Graphik Bold" panose="020B0503030202060203" pitchFamily="34" charset="77"/>
            </a:endParaRP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6BE8D8D5-B8DB-00B5-CBBF-430FF1E5A3BC}"/>
              </a:ext>
            </a:extLst>
          </p:cNvPr>
          <p:cNvSpPr txBox="1">
            <a:spLocks/>
          </p:cNvSpPr>
          <p:nvPr userDrawn="1"/>
        </p:nvSpPr>
        <p:spPr>
          <a:xfrm>
            <a:off x="7328791" y="1979612"/>
            <a:ext cx="4067755" cy="446787"/>
          </a:xfrm>
          <a:prstGeom prst="roundRect">
            <a:avLst>
              <a:gd name="adj" fmla="val 50000"/>
            </a:avLst>
          </a:pr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400" b="1" i="0" kern="1200" cap="none" baseline="0">
                <a:solidFill>
                  <a:schemeClr val="tx1"/>
                </a:solidFill>
                <a:latin typeface="Graphik Bold" panose="020B0503030202060203" pitchFamily="34" charset="77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defRPr sz="1000" b="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7pPr>
            <a:lvl8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50"/>
              </a:spcBef>
              <a:spcAft>
                <a:spcPts val="50"/>
              </a:spcAft>
              <a:buFont typeface="Arial" panose="020B0604020202020204" pitchFamily="34" charset="0"/>
              <a:buChar char="​"/>
              <a:defRPr sz="200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9pPr>
          </a:lstStyle>
          <a:p>
            <a:pPr marL="0" indent="0" algn="ctr" rtl="0">
              <a:buFont typeface="Arial" panose="020B0604020202020204" pitchFamily="34" charset="0"/>
              <a:buNone/>
            </a:pPr>
            <a:endParaRPr lang="de-DE" sz="1100" b="1" dirty="0">
              <a:solidFill>
                <a:schemeClr val="bg1"/>
              </a:solidFill>
              <a:latin typeface="Graphik Bold" panose="020B0503030202060203" pitchFamily="34" charset="77"/>
            </a:endParaRP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6C10D10-539B-ECD1-AEE0-8792BE8EE8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670425" y="1643063"/>
            <a:ext cx="2276475" cy="228600"/>
          </a:xfrm>
        </p:spPr>
        <p:txBody>
          <a:bodyPr/>
          <a:lstStyle>
            <a:lvl4pPr rtl="0">
              <a:defRPr/>
            </a:lvl4pPr>
          </a:lstStyle>
          <a:p>
            <a:pPr lvl="3"/>
            <a:r>
              <a:rPr lang="de-DE"/>
              <a:t>Fourth level</a:t>
            </a:r>
            <a:endParaRPr lang="de-DE" dirty="0"/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DDE5F0AC-E276-05D7-5D41-7C61A5AC196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92144" y="1643063"/>
            <a:ext cx="2276475" cy="228600"/>
          </a:xfrm>
        </p:spPr>
        <p:txBody>
          <a:bodyPr/>
          <a:lstStyle>
            <a:lvl4pPr rtl="0">
              <a:defRPr/>
            </a:lvl4pPr>
          </a:lstStyle>
          <a:p>
            <a:pPr lvl="3"/>
            <a:r>
              <a:rPr lang="de-DE"/>
              <a:t>Fourth level</a:t>
            </a:r>
            <a:endParaRPr lang="de-DE" dirty="0"/>
          </a:p>
        </p:txBody>
      </p:sp>
      <p:sp>
        <p:nvSpPr>
          <p:cNvPr id="24" name="Table Placeholder 23">
            <a:extLst>
              <a:ext uri="{FF2B5EF4-FFF2-40B4-BE49-F238E27FC236}">
                <a16:creationId xmlns:a16="http://schemas.microsoft.com/office/drawing/2014/main" id="{F24FFA63-A98A-690E-048A-6657BF8552F4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4680857" y="1979613"/>
            <a:ext cx="2447018" cy="43449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Tabelle durch Klicken auf Symbol hinzufügen</a:t>
            </a:r>
            <a:endParaRPr lang="en-MX" dirty="0"/>
          </a:p>
        </p:txBody>
      </p:sp>
      <p:sp>
        <p:nvSpPr>
          <p:cNvPr id="25" name="Table Placeholder 23">
            <a:extLst>
              <a:ext uri="{FF2B5EF4-FFF2-40B4-BE49-F238E27FC236}">
                <a16:creationId xmlns:a16="http://schemas.microsoft.com/office/drawing/2014/main" id="{6C10B3AD-F4F5-5657-5401-41502AE32A7C}"/>
              </a:ext>
            </a:extLst>
          </p:cNvPr>
          <p:cNvSpPr>
            <a:spLocks noGrp="1"/>
          </p:cNvSpPr>
          <p:nvPr>
            <p:ph type="tbl" sz="quarter" idx="38"/>
          </p:nvPr>
        </p:nvSpPr>
        <p:spPr>
          <a:xfrm>
            <a:off x="7464152" y="1979613"/>
            <a:ext cx="3824334" cy="43449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Tabelle durch Klicken auf Symbol hinzufügen</a:t>
            </a:r>
            <a:endParaRPr lang="en-MX" dirty="0"/>
          </a:p>
        </p:txBody>
      </p:sp>
      <p:sp>
        <p:nvSpPr>
          <p:cNvPr id="32" name="Logo">
            <a:extLst>
              <a:ext uri="{FF2B5EF4-FFF2-40B4-BE49-F238E27FC236}">
                <a16:creationId xmlns:a16="http://schemas.microsoft.com/office/drawing/2014/main" id="{BB116AF8-8381-B72B-F4A3-74697DE653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CC7153D-9533-0AF3-BDC0-E0960C5B9AD6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5AD71DF-FA65-33B2-8695-C06159BB8396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ooter Placeholder 3">
            <a:extLst>
              <a:ext uri="{FF2B5EF4-FFF2-40B4-BE49-F238E27FC236}">
                <a16:creationId xmlns:a16="http://schemas.microsoft.com/office/drawing/2014/main" id="{CDC9BDEB-9C02-2553-15E9-805FDA739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7" name="Text Placeholder Eyebrow">
            <a:extLst>
              <a:ext uri="{FF2B5EF4-FFF2-40B4-BE49-F238E27FC236}">
                <a16:creationId xmlns:a16="http://schemas.microsoft.com/office/drawing/2014/main" id="{2FED1214-FA2E-CAAC-1A57-41A20E80BA7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7B033BBA-4792-0DE0-A56E-C3ED082C9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2B83114-D5FA-B53C-93BF-2B48E38AAE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tx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A083C955-6988-96BE-116D-B5C4245D409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967F9BF2-5EA0-A36C-1193-5C5081AFEE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9999" y="6052457"/>
            <a:ext cx="3576389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  <p:sp>
        <p:nvSpPr>
          <p:cNvPr id="14" name="Text Placeholder 27">
            <a:extLst>
              <a:ext uri="{FF2B5EF4-FFF2-40B4-BE49-F238E27FC236}">
                <a16:creationId xmlns:a16="http://schemas.microsoft.com/office/drawing/2014/main" id="{EADD985F-E99B-C431-FFE9-57B6D29C0A5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41338" y="5499706"/>
            <a:ext cx="758825" cy="234950"/>
          </a:xfrm>
          <a:prstGeom prst="roundRect">
            <a:avLst>
              <a:gd name="adj" fmla="val 50000"/>
            </a:avLst>
          </a:prstGeom>
          <a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anchor="ctr" anchorCtr="0"/>
          <a:lstStyle>
            <a:lvl1pPr marL="0" indent="0" algn="ctr" rtl="0">
              <a:buNone/>
              <a:defRPr sz="1100" b="1" i="0">
                <a:solidFill>
                  <a:schemeClr val="bg1"/>
                </a:solidFill>
                <a:latin typeface="Graphik Bold" panose="020B0503030202060203" pitchFamily="34" charset="77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DCEAB04-B127-58DC-BBDC-5860C7EB7279}"/>
              </a:ext>
            </a:extLst>
          </p:cNvPr>
          <p:cNvCxnSpPr>
            <a:cxnSpLocks/>
          </p:cNvCxnSpPr>
          <p:nvPr userDrawn="1"/>
        </p:nvCxnSpPr>
        <p:spPr>
          <a:xfrm>
            <a:off x="539750" y="5910943"/>
            <a:ext cx="1700213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6753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453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9D8AC50B-A21A-1979-B1CF-720C8D55331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048888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D8AC50B-A21A-1979-B1CF-720C8D55331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 hidden="1">
            <a:extLst>
              <a:ext uri="{FF2B5EF4-FFF2-40B4-BE49-F238E27FC236}">
                <a16:creationId xmlns:a16="http://schemas.microsoft.com/office/drawing/2014/main" id="{DA70F102-654C-47C7-A601-E29FF62A2D1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 rtl="0">
              <a:defRPr/>
            </a:lvl1pPr>
          </a:lstStyle>
          <a:p>
            <a:fld id="{092FB086-FD54-49A7-8291-6DE6E4011F03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2422800" y="1980000"/>
            <a:ext cx="6408000" cy="2073600"/>
          </a:xfrm>
        </p:spPr>
        <p:txBody>
          <a:bodyPr vert="horz" anchor="t" anchorCtr="0"/>
          <a:lstStyle>
            <a:lvl1pPr algn="l" rtl="0">
              <a:lnSpc>
                <a:spcPct val="90000"/>
              </a:lnSpc>
              <a:defRPr sz="72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Click to add title</a:t>
            </a:r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28C65-3092-4106-A8DF-27457D5E86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540000" y="1980000"/>
            <a:ext cx="1702800" cy="1036800"/>
          </a:xfrm>
        </p:spPr>
        <p:txBody>
          <a:bodyPr/>
          <a:lstStyle>
            <a:lvl1pPr marL="0" indent="0" rtl="0">
              <a:lnSpc>
                <a:spcPct val="90000"/>
              </a:lnSpc>
              <a:buNone/>
              <a:defRPr sz="7200">
                <a:latin typeface="+mj-lt"/>
              </a:defRPr>
            </a:lvl1pPr>
            <a:lvl2pPr marL="180000" indent="0">
              <a:buNone/>
              <a:defRPr sz="7200"/>
            </a:lvl2pPr>
          </a:lstStyle>
          <a:p>
            <a:pPr lvl="0"/>
            <a:r>
              <a:rPr lang="de-DE"/>
              <a:t>0</a:t>
            </a:r>
            <a:endParaRPr lang="de-DE" dirty="0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0D2306D1-8F7B-138B-B386-757BE02069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082B44F-27B9-0393-FF62-8452A38D9228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815C9CB-8FA3-7FCA-ECC6-015690622493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2FCA8F1A-CC64-EEAF-26D0-FBCC51EA2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4" name="Text Placeholder Eyebrow">
            <a:extLst>
              <a:ext uri="{FF2B5EF4-FFF2-40B4-BE49-F238E27FC236}">
                <a16:creationId xmlns:a16="http://schemas.microsoft.com/office/drawing/2014/main" id="{D13DE08A-6130-FE16-CD48-C9739A8197F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5F02757D-D37D-7C71-2E61-E2801DC80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4759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3C832DC3-9198-A0F6-06F2-09F4030403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44887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C832DC3-9198-A0F6-06F2-09F4030403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Date Placeholder 3" hidden="1">
            <a:extLst>
              <a:ext uri="{FF2B5EF4-FFF2-40B4-BE49-F238E27FC236}">
                <a16:creationId xmlns:a16="http://schemas.microsoft.com/office/drawing/2014/main" id="{2E54130F-9ED5-4851-A7A0-1B8BFC10F0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93200" y="6858000"/>
            <a:ext cx="0" cy="0"/>
          </a:xfrm>
        </p:spPr>
        <p:txBody>
          <a:bodyPr/>
          <a:lstStyle>
            <a:lvl1pPr rtl="0">
              <a:defRPr/>
            </a:lvl1pPr>
          </a:lstStyle>
          <a:p>
            <a:fld id="{58999B77-4FC6-4762-B722-87B16B605134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1479600" y="1980000"/>
            <a:ext cx="9230400" cy="2217600"/>
          </a:xfrm>
        </p:spPr>
        <p:txBody>
          <a:bodyPr vert="horz" anchor="t" anchorCtr="0"/>
          <a:lstStyle>
            <a:lvl1pPr algn="ctr" rtl="0">
              <a:lnSpc>
                <a:spcPct val="90000"/>
              </a:lnSpc>
              <a:defRPr sz="80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Click to add quote</a:t>
            </a:r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41ABEE-80CA-4CC6-8A52-6B374DA4E2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1138" y="4320000"/>
            <a:ext cx="9230400" cy="576000"/>
          </a:xfrm>
        </p:spPr>
        <p:txBody>
          <a:bodyPr/>
          <a:lstStyle>
            <a:lvl1pPr marL="0" indent="0" algn="ctr" rtl="0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cap="none" spc="0" baseline="0"/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3pPr>
            <a:lvl4pPr marL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4pPr>
            <a:lvl5pPr marL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5pPr>
          </a:lstStyle>
          <a:p>
            <a:r>
              <a:rPr lang="de-DE"/>
              <a:t>Click to add text</a:t>
            </a:r>
            <a:endParaRPr lang="de-DE" dirty="0"/>
          </a:p>
        </p:txBody>
      </p:sp>
      <p:sp>
        <p:nvSpPr>
          <p:cNvPr id="19" name="Logo">
            <a:extLst>
              <a:ext uri="{FF2B5EF4-FFF2-40B4-BE49-F238E27FC236}">
                <a16:creationId xmlns:a16="http://schemas.microsoft.com/office/drawing/2014/main" id="{6C6FEE0C-6C2A-B726-02F5-39E737C08A2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89A3C98-6A13-5FD2-D499-1329D478B38B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6D78F80-3F86-AE27-7FC0-FFA8BFD8D4A7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ooter Placeholder 3">
            <a:extLst>
              <a:ext uri="{FF2B5EF4-FFF2-40B4-BE49-F238E27FC236}">
                <a16:creationId xmlns:a16="http://schemas.microsoft.com/office/drawing/2014/main" id="{98ABE8E2-1ED0-F6CC-0CF6-FDDBDFA8D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3" name="Text Placeholder Eyebrow">
            <a:extLst>
              <a:ext uri="{FF2B5EF4-FFF2-40B4-BE49-F238E27FC236}">
                <a16:creationId xmlns:a16="http://schemas.microsoft.com/office/drawing/2014/main" id="{B9391B92-AA0D-6112-66AD-CD94AD1D11B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EC33D853-031B-9683-2BE9-F2D167BD4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10549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B59624A-3BE6-5DF8-3DF2-FCD1A15F781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151031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59624A-3BE6-5DF8-3DF2-FCD1A15F781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 hidden="1">
            <a:extLst>
              <a:ext uri="{FF2B5EF4-FFF2-40B4-BE49-F238E27FC236}">
                <a16:creationId xmlns:a16="http://schemas.microsoft.com/office/drawing/2014/main" id="{8D572D3D-47CC-4107-B5E4-EBD735742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8EFCE01E-B905-405C-9BF2-055634675969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479600" y="1980000"/>
            <a:ext cx="9230400" cy="2217600"/>
          </a:xfrm>
        </p:spPr>
        <p:txBody>
          <a:bodyPr vert="horz" anchor="t" anchorCtr="0"/>
          <a:lstStyle>
            <a:lvl1pPr algn="ctr" rtl="0">
              <a:lnSpc>
                <a:spcPct val="90000"/>
              </a:lnSpc>
              <a:defRPr sz="80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Click to add quote</a:t>
            </a:r>
            <a:endParaRPr lang="de-DE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17F63DC0-19C0-4D0C-8CBB-8E65D18A1D2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1138" y="4320000"/>
            <a:ext cx="9230400" cy="576000"/>
          </a:xfrm>
        </p:spPr>
        <p:txBody>
          <a:bodyPr/>
          <a:lstStyle>
            <a:lvl1pPr marL="0" indent="0" algn="ctr" rtl="0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cap="none" spc="0" baseline="0"/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3pPr>
            <a:lvl4pPr marL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4pPr>
            <a:lvl5pPr marL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5pPr>
          </a:lstStyle>
          <a:p>
            <a:r>
              <a:rPr lang="de-DE"/>
              <a:t>Click to add text</a:t>
            </a:r>
            <a:endParaRPr lang="de-DE" dirty="0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CDD8A832-BF6A-7677-FE41-A05BAE3328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530B44E-C310-E1BE-F36F-744411EC0FC7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FE75D21-2131-C2F2-7944-11F771C895B7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A8996937-C6EE-BD36-ABA3-649489F2D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8" name="Text Placeholder Eyebrow">
            <a:extLst>
              <a:ext uri="{FF2B5EF4-FFF2-40B4-BE49-F238E27FC236}">
                <a16:creationId xmlns:a16="http://schemas.microsoft.com/office/drawing/2014/main" id="{65AC7566-335C-CCAD-3E56-73E846FC18F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3C20313E-9E75-0695-39C7-0BC550B7F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61431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Thank you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AABBC4C-BD85-629C-EBEB-464B204727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54044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AABBC4C-BD85-629C-EBEB-464B204727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540000" y="2778644"/>
            <a:ext cx="10798560" cy="2303640"/>
          </a:xfrm>
        </p:spPr>
        <p:txBody>
          <a:bodyPr vert="horz" anchor="t" anchorCtr="0"/>
          <a:lstStyle>
            <a:lvl1pPr algn="l" rtl="0">
              <a:lnSpc>
                <a:spcPts val="10000"/>
              </a:lnSpc>
              <a:defRPr sz="138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Thank you</a:t>
            </a:r>
            <a:endParaRPr lang="de-DE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0F99A056-2174-4F78-B721-335A77C40013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2193200" y="6858000"/>
            <a:ext cx="0" cy="0"/>
          </a:xfrm>
        </p:spPr>
        <p:txBody>
          <a:bodyPr/>
          <a:lstStyle>
            <a:lvl1pPr rtl="0">
              <a:defRPr/>
            </a:lvl1pPr>
          </a:lstStyle>
          <a:p>
            <a:fld id="{3368A7F0-2C8B-4FD7-83C1-72287ADAF593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F1A7F20-0D87-6F48-BC0A-09AF7FC1C45C}"/>
              </a:ext>
            </a:extLst>
          </p:cNvPr>
          <p:cNvSpPr/>
          <p:nvPr userDrawn="1"/>
        </p:nvSpPr>
        <p:spPr bwMode="white">
          <a:xfrm>
            <a:off x="539999" y="4965177"/>
            <a:ext cx="1710000" cy="7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 rtl="0"/>
            <a:endParaRPr lang="de-DE" sz="2000" noProof="0" dirty="0" err="1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F36A5363-3D46-AB45-B9B9-4442D2365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9998" y="5146198"/>
            <a:ext cx="5098801" cy="2520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GB" sz="1400" b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GB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de-DE"/>
              <a:t>Living Consumer Intelligence | yougov.com/business</a:t>
            </a:r>
            <a:endParaRPr lang="de-DE" dirty="0"/>
          </a:p>
        </p:txBody>
      </p:sp>
      <p:sp>
        <p:nvSpPr>
          <p:cNvPr id="27" name="Coppyright text">
            <a:extLst>
              <a:ext uri="{FF2B5EF4-FFF2-40B4-BE49-F238E27FC236}">
                <a16:creationId xmlns:a16="http://schemas.microsoft.com/office/drawing/2014/main" id="{86B4D0E5-A722-F144-8E9F-FC6CF6A5510E}"/>
              </a:ext>
            </a:extLst>
          </p:cNvPr>
          <p:cNvSpPr/>
          <p:nvPr userDrawn="1"/>
        </p:nvSpPr>
        <p:spPr bwMode="white">
          <a:xfrm>
            <a:off x="539999" y="5663693"/>
            <a:ext cx="6006575" cy="754053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/>
          <a:p>
            <a:pPr algn="l" rtl="0">
              <a:spcAft>
                <a:spcPts val="400"/>
              </a:spcAft>
            </a:pP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YouGov, 2026, all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All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materials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herein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protected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copyright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laws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Any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storage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reproduction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such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materials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without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written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permission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YouGov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prohibited.This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including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enclosures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attachments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propriety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confidential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exclusive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benefit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addressee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(s)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solely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purpose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provided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representations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warranties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guarantees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express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implied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date.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exclude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implied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conditions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warranties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representations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will not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liable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damage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contract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tort (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including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negligence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breach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statutory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duty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otherwise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foreseeable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arising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connection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reliance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not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exclude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liability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unlawful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so.</a:t>
            </a:r>
            <a:endParaRPr lang="de-DE" sz="700" b="0" i="0" dirty="0">
              <a:solidFill>
                <a:schemeClr val="tx1"/>
              </a:solidFill>
              <a:effectLst/>
              <a:latin typeface="+mn-lt"/>
              <a:ea typeface="Arial" panose="020B0604020202020204" pitchFamily="34" charset="0"/>
            </a:endParaRPr>
          </a:p>
        </p:txBody>
      </p:sp>
      <p:sp>
        <p:nvSpPr>
          <p:cNvPr id="3" name="Logo">
            <a:extLst>
              <a:ext uri="{FF2B5EF4-FFF2-40B4-BE49-F238E27FC236}">
                <a16:creationId xmlns:a16="http://schemas.microsoft.com/office/drawing/2014/main" id="{E5EC613B-501F-360E-94DA-3A3F2D4628B2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556126" y="511471"/>
            <a:ext cx="744037" cy="154751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830140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2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DC6B09DE-6D54-91DF-F492-307FC514CE1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1"/>
            </p:custDataLst>
            <p:extLst>
              <p:ext uri="{D42A27DB-BD31-4B8C-83A1-F6EECF244321}">
                <p14:modId xmlns:p14="http://schemas.microsoft.com/office/powerpoint/2010/main" val="18266542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2" imgW="378" imgH="377" progId="TCLayout.ActiveDocument.1">
                  <p:embed/>
                </p:oleObj>
              </mc:Choice>
              <mc:Fallback>
                <p:oleObj name="think-cell Slide" r:id="rId22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6B09DE-6D54-91DF-F492-307FC514CE1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guide" hidden="1">
            <a:extLst>
              <a:ext uri="{FF2B5EF4-FFF2-40B4-BE49-F238E27FC236}">
                <a16:creationId xmlns:a16="http://schemas.microsoft.com/office/drawing/2014/main" id="{E985DA37-A332-4770-BDA5-42D84824B99A}"/>
              </a:ext>
            </a:extLst>
          </p:cNvPr>
          <p:cNvGrpSpPr/>
          <p:nvPr userDrawn="1"/>
        </p:nvGrpSpPr>
        <p:grpSpPr>
          <a:xfrm>
            <a:off x="0" y="0"/>
            <a:ext cx="12192000" cy="900000"/>
            <a:chOff x="0" y="0"/>
            <a:chExt cx="12192000" cy="900000"/>
          </a:xfrm>
        </p:grpSpPr>
        <p:sp>
          <p:nvSpPr>
            <p:cNvPr id="11" name="Slide Number Placeholder 3">
              <a:extLst>
                <a:ext uri="{FF2B5EF4-FFF2-40B4-BE49-F238E27FC236}">
                  <a16:creationId xmlns:a16="http://schemas.microsoft.com/office/drawing/2014/main" id="{CF91F00B-1F3B-430E-A283-B4F9D9941BD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3362400" y="481818"/>
              <a:ext cx="270000" cy="154800"/>
            </a:xfrm>
            <a:prstGeom prst="rect">
              <a:avLst/>
            </a:prstGeom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rtl="0"/>
              <a:fld id="{23AA811B-2EBD-4900-905E-5BE206449611}" type="slidenum">
                <a:rPr lang="de-DE" smtClean="0"/>
                <a:pPr rtl="0"/>
                <a:t>‹#›</a:t>
              </a:fld>
              <a:endParaRPr lang="de-DE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FE622B8-F672-422B-8D00-701CE4CCEDFB}"/>
                </a:ext>
              </a:extLst>
            </p:cNvPr>
            <p:cNvSpPr/>
            <p:nvPr userDrawn="1"/>
          </p:nvSpPr>
          <p:spPr>
            <a:xfrm>
              <a:off x="0" y="0"/>
              <a:ext cx="539749" cy="900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7FE2E9-90AC-4127-A151-0AC6F798925B}"/>
                </a:ext>
              </a:extLst>
            </p:cNvPr>
            <p:cNvSpPr/>
            <p:nvPr userDrawn="1"/>
          </p:nvSpPr>
          <p:spPr>
            <a:xfrm>
              <a:off x="540000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6A4C998-EDA8-4F3D-85DD-FA691F8E0A29}"/>
                </a:ext>
              </a:extLst>
            </p:cNvPr>
            <p:cNvSpPr/>
            <p:nvPr userDrawn="1"/>
          </p:nvSpPr>
          <p:spPr>
            <a:xfrm>
              <a:off x="12996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BC71813-76AD-4C6B-8849-F48EE09CE4DB}"/>
                </a:ext>
              </a:extLst>
            </p:cNvPr>
            <p:cNvSpPr/>
            <p:nvPr userDrawn="1"/>
          </p:nvSpPr>
          <p:spPr>
            <a:xfrm>
              <a:off x="1481236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5C3B98-E905-4981-B031-8990C3C8B06D}"/>
                </a:ext>
              </a:extLst>
            </p:cNvPr>
            <p:cNvSpPr/>
            <p:nvPr userDrawn="1"/>
          </p:nvSpPr>
          <p:spPr>
            <a:xfrm>
              <a:off x="22410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82C2C86-A82E-429D-945C-27AF21DF2D05}"/>
                </a:ext>
              </a:extLst>
            </p:cNvPr>
            <p:cNvSpPr/>
            <p:nvPr userDrawn="1"/>
          </p:nvSpPr>
          <p:spPr>
            <a:xfrm>
              <a:off x="2422472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B3F4B88-DBC2-4774-8709-5C2EA2FDB812}"/>
                </a:ext>
              </a:extLst>
            </p:cNvPr>
            <p:cNvSpPr/>
            <p:nvPr userDrawn="1"/>
          </p:nvSpPr>
          <p:spPr>
            <a:xfrm>
              <a:off x="31824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49E338A-F780-432C-9929-7C2FA4A4E131}"/>
                </a:ext>
              </a:extLst>
            </p:cNvPr>
            <p:cNvSpPr/>
            <p:nvPr userDrawn="1"/>
          </p:nvSpPr>
          <p:spPr>
            <a:xfrm>
              <a:off x="3363708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E37327B-583B-40AB-8D04-E7B95EA9BEF2}"/>
                </a:ext>
              </a:extLst>
            </p:cNvPr>
            <p:cNvSpPr/>
            <p:nvPr userDrawn="1"/>
          </p:nvSpPr>
          <p:spPr>
            <a:xfrm>
              <a:off x="41238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175DAB5-5A90-4EA2-86B6-925B496E6EC6}"/>
                </a:ext>
              </a:extLst>
            </p:cNvPr>
            <p:cNvSpPr/>
            <p:nvPr userDrawn="1"/>
          </p:nvSpPr>
          <p:spPr>
            <a:xfrm>
              <a:off x="4304944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55E3ED5-D435-46B0-A3BB-580299F0836C}"/>
                </a:ext>
              </a:extLst>
            </p:cNvPr>
            <p:cNvSpPr/>
            <p:nvPr userDrawn="1"/>
          </p:nvSpPr>
          <p:spPr>
            <a:xfrm>
              <a:off x="50652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34C85DA-E7B5-4762-BBCE-DF677ED45B50}"/>
                </a:ext>
              </a:extLst>
            </p:cNvPr>
            <p:cNvSpPr/>
            <p:nvPr userDrawn="1"/>
          </p:nvSpPr>
          <p:spPr>
            <a:xfrm>
              <a:off x="5246180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C5CBB31-C438-491A-9BD2-9E9A20743A9D}"/>
                </a:ext>
              </a:extLst>
            </p:cNvPr>
            <p:cNvSpPr/>
            <p:nvPr userDrawn="1"/>
          </p:nvSpPr>
          <p:spPr>
            <a:xfrm>
              <a:off x="60066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A42A0C8-1264-4ECA-B65F-FE50640421C6}"/>
                </a:ext>
              </a:extLst>
            </p:cNvPr>
            <p:cNvSpPr/>
            <p:nvPr userDrawn="1"/>
          </p:nvSpPr>
          <p:spPr>
            <a:xfrm>
              <a:off x="6187416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CD5F723-CD3A-4A32-8CD7-5596EAB5AD2E}"/>
                </a:ext>
              </a:extLst>
            </p:cNvPr>
            <p:cNvSpPr/>
            <p:nvPr userDrawn="1"/>
          </p:nvSpPr>
          <p:spPr>
            <a:xfrm>
              <a:off x="69480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CD6379-E499-4471-9E66-B12E22A860A1}"/>
                </a:ext>
              </a:extLst>
            </p:cNvPr>
            <p:cNvSpPr/>
            <p:nvPr userDrawn="1"/>
          </p:nvSpPr>
          <p:spPr>
            <a:xfrm>
              <a:off x="7128652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2F954B9-DAFE-4935-9A4A-2E32BB71A796}"/>
                </a:ext>
              </a:extLst>
            </p:cNvPr>
            <p:cNvSpPr/>
            <p:nvPr userDrawn="1"/>
          </p:nvSpPr>
          <p:spPr>
            <a:xfrm>
              <a:off x="78894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6E7E691-112B-4BD5-B618-B58C74FD9358}"/>
                </a:ext>
              </a:extLst>
            </p:cNvPr>
            <p:cNvSpPr/>
            <p:nvPr userDrawn="1"/>
          </p:nvSpPr>
          <p:spPr>
            <a:xfrm>
              <a:off x="8069888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DFF8352-568B-4780-8900-DB0385591717}"/>
                </a:ext>
              </a:extLst>
            </p:cNvPr>
            <p:cNvSpPr/>
            <p:nvPr userDrawn="1"/>
          </p:nvSpPr>
          <p:spPr>
            <a:xfrm>
              <a:off x="88308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BEEFC0A-631B-41D4-9984-2E629EB7E7E2}"/>
                </a:ext>
              </a:extLst>
            </p:cNvPr>
            <p:cNvSpPr/>
            <p:nvPr userDrawn="1"/>
          </p:nvSpPr>
          <p:spPr>
            <a:xfrm>
              <a:off x="9011124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929431-BD6A-45BC-A306-4CFE1F3BB180}"/>
                </a:ext>
              </a:extLst>
            </p:cNvPr>
            <p:cNvSpPr/>
            <p:nvPr userDrawn="1"/>
          </p:nvSpPr>
          <p:spPr>
            <a:xfrm>
              <a:off x="97722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8D9816D-E982-46F9-97D3-C05CA83A3B9D}"/>
                </a:ext>
              </a:extLst>
            </p:cNvPr>
            <p:cNvSpPr/>
            <p:nvPr userDrawn="1"/>
          </p:nvSpPr>
          <p:spPr>
            <a:xfrm>
              <a:off x="9952360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D63B170-C73A-4272-B9CD-EF8F90438771}"/>
                </a:ext>
              </a:extLst>
            </p:cNvPr>
            <p:cNvSpPr/>
            <p:nvPr userDrawn="1"/>
          </p:nvSpPr>
          <p:spPr>
            <a:xfrm>
              <a:off x="107136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39930CA-85CD-4FA9-A2A1-7AD604B5E55E}"/>
                </a:ext>
              </a:extLst>
            </p:cNvPr>
            <p:cNvSpPr/>
            <p:nvPr userDrawn="1"/>
          </p:nvSpPr>
          <p:spPr>
            <a:xfrm>
              <a:off x="10893600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E3DA1E3-7FE7-4866-8EE9-370387D65889}"/>
                </a:ext>
              </a:extLst>
            </p:cNvPr>
            <p:cNvSpPr/>
            <p:nvPr userDrawn="1"/>
          </p:nvSpPr>
          <p:spPr>
            <a:xfrm>
              <a:off x="11652251" y="0"/>
              <a:ext cx="539749" cy="900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</p:grp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0643F1B6-0743-4D14-8B95-B030120DE5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193200" y="6858000"/>
            <a:ext cx="0" cy="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100">
                <a:noFill/>
              </a:defRPr>
            </a:lvl1pPr>
          </a:lstStyle>
          <a:p>
            <a:fld id="{89EB1269-E9AB-4640-88C2-FCB7B858BBEA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C9392247-CE23-49BB-A39E-64C7575B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907200"/>
            <a:ext cx="11113200" cy="107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99" y="1980000"/>
            <a:ext cx="11113200" cy="433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noProof="0"/>
              <a:t>Level 1 (Enter+TAB for next text level, SHIFT+TAB to go back in levels)</a:t>
            </a:r>
          </a:p>
          <a:p>
            <a:pPr lvl="1"/>
            <a:r>
              <a:rPr lang="de-DE" noProof="0"/>
              <a:t>Level 2</a:t>
            </a:r>
          </a:p>
          <a:p>
            <a:pPr lvl="2"/>
            <a:r>
              <a:rPr lang="de-DE" noProof="0"/>
              <a:t>Level 3</a:t>
            </a:r>
          </a:p>
          <a:p>
            <a:pPr lvl="3"/>
            <a:r>
              <a:rPr lang="de-DE" noProof="0"/>
              <a:t>Level 4, Header</a:t>
            </a:r>
          </a:p>
          <a:p>
            <a:pPr lvl="4"/>
            <a:r>
              <a:rPr lang="de-DE" noProof="0"/>
              <a:t>Level 5, Body</a:t>
            </a:r>
          </a:p>
          <a:p>
            <a:pPr lvl="5"/>
            <a:r>
              <a:rPr lang="de-DE" noProof="0"/>
              <a:t>Level 6</a:t>
            </a:r>
          </a:p>
          <a:p>
            <a:pPr lvl="6"/>
            <a:r>
              <a:rPr lang="de-DE" noProof="0"/>
              <a:t>Level 7</a:t>
            </a:r>
          </a:p>
          <a:p>
            <a:pPr lvl="7"/>
            <a:r>
              <a:rPr lang="de-DE" noProof="0"/>
              <a:t>Level 8</a:t>
            </a:r>
          </a:p>
          <a:p>
            <a:pPr lvl="8"/>
            <a:r>
              <a:rPr lang="de-DE" noProof="0"/>
              <a:t>Level 9, </a:t>
            </a:r>
            <a:r>
              <a:rPr lang="de-DE"/>
              <a:t>Highlight</a:t>
            </a:r>
            <a:endParaRPr lang="de-DE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460BDC-2796-43E8-A075-B3BFBC3B28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93599" y="481818"/>
            <a:ext cx="5135612" cy="154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900">
                <a:solidFill>
                  <a:schemeClr val="accent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42516E-ED5A-4F68-B285-E8D0CC42F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362400" y="481818"/>
            <a:ext cx="270000" cy="154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900">
                <a:solidFill>
                  <a:schemeClr val="accent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2144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8" r:id="rId3"/>
    <p:sldLayoutId id="2147483734" r:id="rId4"/>
    <p:sldLayoutId id="2147483669" r:id="rId5"/>
    <p:sldLayoutId id="2147483735" r:id="rId6"/>
    <p:sldLayoutId id="2147483670" r:id="rId7"/>
    <p:sldLayoutId id="2147483736" r:id="rId8"/>
    <p:sldLayoutId id="2147483733" r:id="rId9"/>
    <p:sldLayoutId id="2147483671" r:id="rId10"/>
    <p:sldLayoutId id="2147483682" r:id="rId11"/>
    <p:sldLayoutId id="2147483732" r:id="rId12"/>
    <p:sldLayoutId id="2147483730" r:id="rId13"/>
    <p:sldLayoutId id="2147483689" r:id="rId14"/>
    <p:sldLayoutId id="2147483731" r:id="rId15"/>
    <p:sldLayoutId id="2147483692" r:id="rId16"/>
    <p:sldLayoutId id="2147483712" r:id="rId17"/>
    <p:sldLayoutId id="2147483713" r:id="rId18"/>
    <p:sldLayoutId id="2147483719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500"/>
        </a:spcBef>
        <a:spcAft>
          <a:spcPts val="0"/>
        </a:spcAft>
        <a:buFont typeface="Arial" panose="020B0604020202020204" pitchFamily="34" charset="0"/>
        <a:buChar char="​"/>
        <a:defRPr sz="1400" b="1" i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​"/>
        <a:tabLst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500"/>
        </a:spcBef>
        <a:spcAft>
          <a:spcPts val="0"/>
        </a:spcAft>
        <a:buFont typeface="Arial" panose="020B0604020202020204" pitchFamily="34" charset="0"/>
        <a:buChar char="​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​"/>
        <a:defRPr sz="1000" b="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80000" indent="-18000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50"/>
        </a:spcBef>
        <a:spcAft>
          <a:spcPts val="50"/>
        </a:spcAft>
        <a:buFont typeface="Arial" panose="020B0604020202020204" pitchFamily="34" charset="0"/>
        <a:buChar char="​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0">
          <p15:clr>
            <a:srgbClr val="F26B43"/>
          </p15:clr>
        </p15:guide>
        <p15:guide id="2" pos="819">
          <p15:clr>
            <a:srgbClr val="A4A3A4"/>
          </p15:clr>
        </p15:guide>
        <p15:guide id="4" orient="horz" pos="570">
          <p15:clr>
            <a:srgbClr val="F26B43"/>
          </p15:clr>
        </p15:guide>
        <p15:guide id="5" pos="933">
          <p15:clr>
            <a:srgbClr val="A4A3A4"/>
          </p15:clr>
        </p15:guide>
        <p15:guide id="6" pos="1411">
          <p15:clr>
            <a:srgbClr val="A4A3A4"/>
          </p15:clr>
        </p15:guide>
        <p15:guide id="7" pos="1525">
          <p15:clr>
            <a:srgbClr val="A4A3A4"/>
          </p15:clr>
        </p15:guide>
        <p15:guide id="8" pos="2026" userDrawn="1">
          <p15:clr>
            <a:srgbClr val="A4A3A4"/>
          </p15:clr>
        </p15:guide>
        <p15:guide id="9" pos="2139" userDrawn="1">
          <p15:clr>
            <a:srgbClr val="A4A3A4"/>
          </p15:clr>
        </p15:guide>
        <p15:guide id="10" pos="2593">
          <p15:clr>
            <a:srgbClr val="A4A3A4"/>
          </p15:clr>
        </p15:guide>
        <p15:guide id="11" pos="2711">
          <p15:clr>
            <a:srgbClr val="A4A3A4"/>
          </p15:clr>
        </p15:guide>
        <p15:guide id="12" pos="3190">
          <p15:clr>
            <a:srgbClr val="A4A3A4"/>
          </p15:clr>
        </p15:guide>
        <p15:guide id="13" pos="3304">
          <p15:clr>
            <a:srgbClr val="A4A3A4"/>
          </p15:clr>
        </p15:guide>
        <p15:guide id="14" pos="3783">
          <p15:clr>
            <a:srgbClr val="A4A3A4"/>
          </p15:clr>
        </p15:guide>
        <p15:guide id="15" pos="3897">
          <p15:clr>
            <a:srgbClr val="A4A3A4"/>
          </p15:clr>
        </p15:guide>
        <p15:guide id="16" pos="4376">
          <p15:clr>
            <a:srgbClr val="A4A3A4"/>
          </p15:clr>
        </p15:guide>
        <p15:guide id="17" pos="4490">
          <p15:clr>
            <a:srgbClr val="A4A3A4"/>
          </p15:clr>
        </p15:guide>
        <p15:guide id="18" pos="4969">
          <p15:clr>
            <a:srgbClr val="A4A3A4"/>
          </p15:clr>
        </p15:guide>
        <p15:guide id="19" pos="5083">
          <p15:clr>
            <a:srgbClr val="A4A3A4"/>
          </p15:clr>
        </p15:guide>
        <p15:guide id="20" pos="5562">
          <p15:clr>
            <a:srgbClr val="A4A3A4"/>
          </p15:clr>
        </p15:guide>
        <p15:guide id="21" pos="5676">
          <p15:clr>
            <a:srgbClr val="A4A3A4"/>
          </p15:clr>
        </p15:guide>
        <p15:guide id="22" pos="6155">
          <p15:clr>
            <a:srgbClr val="A4A3A4"/>
          </p15:clr>
        </p15:guide>
        <p15:guide id="23" pos="6269">
          <p15:clr>
            <a:srgbClr val="A4A3A4"/>
          </p15:clr>
        </p15:guide>
        <p15:guide id="24" pos="6748">
          <p15:clr>
            <a:srgbClr val="A4A3A4"/>
          </p15:clr>
        </p15:guide>
        <p15:guide id="25" pos="6862">
          <p15:clr>
            <a:srgbClr val="A4A3A4"/>
          </p15:clr>
        </p15:guide>
        <p15:guide id="26" pos="7340">
          <p15:clr>
            <a:srgbClr val="F26B43"/>
          </p15:clr>
        </p15:guide>
        <p15:guide id="27" orient="horz" pos="1247">
          <p15:clr>
            <a:srgbClr val="F26B43"/>
          </p15:clr>
        </p15:guide>
        <p15:guide id="28" orient="horz" pos="39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6" Type="http://schemas.openxmlformats.org/officeDocument/2006/relationships/chart" Target="../charts/char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Relationship Id="rId6" Type="http://schemas.openxmlformats.org/officeDocument/2006/relationships/chart" Target="../charts/chart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3BCFB-9F85-FD42-A0A1-C3925C3B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hink-cell data - do not delete" hidden="1">
            <a:extLst>
              <a:ext uri="{FF2B5EF4-FFF2-40B4-BE49-F238E27FC236}">
                <a16:creationId xmlns:a16="http://schemas.microsoft.com/office/drawing/2014/main" id="{DC4D8B64-AD72-E751-09B6-A33E9CF036F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4D8B64-AD72-E751-09B6-A33E9CF036F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9D4970F-0B46-03F5-30FB-E10D141C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de-DE" dirty="0"/>
              <a:t>Key Driver Analyse</a:t>
            </a:r>
            <a:endParaRPr lang="de-DE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B31339-4544-9783-9AF8-90E85A60F2F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Analytics: Key Driver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DBDE1-7F7E-A377-5134-68BF1D06F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BF9D2A-0B18-F8B6-7220-D76ACBB6EE4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de-DE" dirty="0"/>
              <a:t>Basis: n=0’000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14A1F2-FDBB-8282-5777-8CD6E5839446}"/>
              </a:ext>
            </a:extLst>
          </p:cNvPr>
          <p:cNvSpPr txBox="1"/>
          <p:nvPr/>
        </p:nvSpPr>
        <p:spPr>
          <a:xfrm>
            <a:off x="553695" y="1403906"/>
            <a:ext cx="11096968" cy="3693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Handlungsportfolio</a:t>
            </a:r>
          </a:p>
        </p:txBody>
      </p:sp>
      <p:graphicFrame>
        <p:nvGraphicFramePr>
          <p:cNvPr id="22" name="Tabelle 64">
            <a:extLst>
              <a:ext uri="{FF2B5EF4-FFF2-40B4-BE49-F238E27FC236}">
                <a16:creationId xmlns:a16="http://schemas.microsoft.com/office/drawing/2014/main" id="{6576CE87-9A6A-A923-5A12-BF405DC0A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0311439"/>
              </p:ext>
            </p:extLst>
          </p:nvPr>
        </p:nvGraphicFramePr>
        <p:xfrm>
          <a:off x="6186488" y="4378071"/>
          <a:ext cx="5468848" cy="64272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8993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de-DE" sz="1000" b="1" dirty="0">
                          <a:solidFill>
                            <a:schemeClr val="bg1"/>
                          </a:solidFill>
                        </a:rPr>
                        <a:t>Beobachten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878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CH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878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3" name="Tabelle 65">
            <a:extLst>
              <a:ext uri="{FF2B5EF4-FFF2-40B4-BE49-F238E27FC236}">
                <a16:creationId xmlns:a16="http://schemas.microsoft.com/office/drawing/2014/main" id="{57888D6B-CCC6-4429-D9B6-E5994971B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3745695"/>
              </p:ext>
            </p:extLst>
          </p:nvPr>
        </p:nvGraphicFramePr>
        <p:xfrm>
          <a:off x="6186488" y="1979613"/>
          <a:ext cx="5466712" cy="1061040"/>
        </p:xfrm>
        <a:graphic>
          <a:graphicData uri="http://schemas.openxmlformats.org/drawingml/2006/table">
            <a:tbl>
              <a:tblPr firstRow="1" bandRow="1"/>
              <a:tblGrid>
                <a:gridCol w="365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de-DE" sz="1000" b="1" dirty="0">
                          <a:solidFill>
                            <a:schemeClr val="bg1"/>
                          </a:solidFill>
                        </a:rPr>
                        <a:t>Investieren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DE" sz="900" b="0" i="0" u="none" strike="noStrike" kern="1200" dirty="0">
                        <a:solidFill>
                          <a:schemeClr val="tx1"/>
                        </a:solidFill>
                        <a:effectLst/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CH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CH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4" name="Tabelle 66">
            <a:extLst>
              <a:ext uri="{FF2B5EF4-FFF2-40B4-BE49-F238E27FC236}">
                <a16:creationId xmlns:a16="http://schemas.microsoft.com/office/drawing/2014/main" id="{B8C9D0C1-1647-AE5A-7733-CC897EFA2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57583"/>
              </p:ext>
            </p:extLst>
          </p:nvPr>
        </p:nvGraphicFramePr>
        <p:xfrm>
          <a:off x="6186488" y="5472720"/>
          <a:ext cx="5468848" cy="43356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de-DE" sz="1000" b="1" dirty="0">
                          <a:solidFill>
                            <a:schemeClr val="bg1"/>
                          </a:solidFill>
                        </a:rPr>
                        <a:t>Geringe Priorität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Tabelle 67">
            <a:extLst>
              <a:ext uri="{FF2B5EF4-FFF2-40B4-BE49-F238E27FC236}">
                <a16:creationId xmlns:a16="http://schemas.microsoft.com/office/drawing/2014/main" id="{D28DF0B3-698F-C7DA-D36A-0B5053723C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055016"/>
              </p:ext>
            </p:extLst>
          </p:nvPr>
        </p:nvGraphicFramePr>
        <p:xfrm>
          <a:off x="6186488" y="3492582"/>
          <a:ext cx="5468848" cy="43356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de-DE" sz="1000" b="1" dirty="0">
                          <a:solidFill>
                            <a:schemeClr val="bg1"/>
                          </a:solidFill>
                        </a:rPr>
                        <a:t>Beibehalten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CH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Diagramm 83">
            <a:extLst>
              <a:ext uri="{FF2B5EF4-FFF2-40B4-BE49-F238E27FC236}">
                <a16:creationId xmlns:a16="http://schemas.microsoft.com/office/drawing/2014/main" id="{F62C8AAB-33BE-F096-EA97-493DA775C04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45368752"/>
              </p:ext>
            </p:extLst>
          </p:nvPr>
        </p:nvGraphicFramePr>
        <p:xfrm>
          <a:off x="857509" y="2047115"/>
          <a:ext cx="5037302" cy="40477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8" name="Textfeld 68">
            <a:extLst>
              <a:ext uri="{FF2B5EF4-FFF2-40B4-BE49-F238E27FC236}">
                <a16:creationId xmlns:a16="http://schemas.microsoft.com/office/drawing/2014/main" id="{73F35646-D17C-064C-3AB4-3A7C48796AB8}"/>
              </a:ext>
            </a:extLst>
          </p:cNvPr>
          <p:cNvSpPr txBox="1"/>
          <p:nvPr/>
        </p:nvSpPr>
        <p:spPr>
          <a:xfrm>
            <a:off x="1031961" y="2068665"/>
            <a:ext cx="95010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Beobachten</a:t>
            </a:r>
          </a:p>
        </p:txBody>
      </p:sp>
      <p:sp>
        <p:nvSpPr>
          <p:cNvPr id="33" name="Textfeld 69">
            <a:extLst>
              <a:ext uri="{FF2B5EF4-FFF2-40B4-BE49-F238E27FC236}">
                <a16:creationId xmlns:a16="http://schemas.microsoft.com/office/drawing/2014/main" id="{ACA32B52-CC58-D747-EB92-80F8A2956FB7}"/>
              </a:ext>
            </a:extLst>
          </p:cNvPr>
          <p:cNvSpPr txBox="1"/>
          <p:nvPr/>
        </p:nvSpPr>
        <p:spPr>
          <a:xfrm>
            <a:off x="4808961" y="2068665"/>
            <a:ext cx="95010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Beibehalten</a:t>
            </a:r>
          </a:p>
        </p:txBody>
      </p:sp>
      <p:sp>
        <p:nvSpPr>
          <p:cNvPr id="34" name="Textfeld 70">
            <a:extLst>
              <a:ext uri="{FF2B5EF4-FFF2-40B4-BE49-F238E27FC236}">
                <a16:creationId xmlns:a16="http://schemas.microsoft.com/office/drawing/2014/main" id="{8C12B04D-8309-BE62-279F-7C2ECC2D1CD6}"/>
              </a:ext>
            </a:extLst>
          </p:cNvPr>
          <p:cNvSpPr txBox="1"/>
          <p:nvPr/>
        </p:nvSpPr>
        <p:spPr>
          <a:xfrm>
            <a:off x="1031961" y="5741217"/>
            <a:ext cx="131003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Geringe Priorität</a:t>
            </a:r>
          </a:p>
        </p:txBody>
      </p:sp>
      <p:sp>
        <p:nvSpPr>
          <p:cNvPr id="35" name="Textfeld 71">
            <a:extLst>
              <a:ext uri="{FF2B5EF4-FFF2-40B4-BE49-F238E27FC236}">
                <a16:creationId xmlns:a16="http://schemas.microsoft.com/office/drawing/2014/main" id="{A1C65B5D-8FC5-40D0-8F4E-D6BE09570351}"/>
              </a:ext>
            </a:extLst>
          </p:cNvPr>
          <p:cNvSpPr txBox="1"/>
          <p:nvPr/>
        </p:nvSpPr>
        <p:spPr>
          <a:xfrm>
            <a:off x="5085802" y="5741217"/>
            <a:ext cx="67326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Investieren</a:t>
            </a:r>
          </a:p>
        </p:txBody>
      </p:sp>
      <p:sp>
        <p:nvSpPr>
          <p:cNvPr id="36" name="Textfeld 74">
            <a:extLst>
              <a:ext uri="{FF2B5EF4-FFF2-40B4-BE49-F238E27FC236}">
                <a16:creationId xmlns:a16="http://schemas.microsoft.com/office/drawing/2014/main" id="{E2139A7A-93E0-6FC2-0DA0-08B47132EBB6}"/>
              </a:ext>
            </a:extLst>
          </p:cNvPr>
          <p:cNvSpPr txBox="1"/>
          <p:nvPr/>
        </p:nvSpPr>
        <p:spPr>
          <a:xfrm>
            <a:off x="540000" y="2020606"/>
            <a:ext cx="395302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37" name="Textfeld 75">
            <a:extLst>
              <a:ext uri="{FF2B5EF4-FFF2-40B4-BE49-F238E27FC236}">
                <a16:creationId xmlns:a16="http://schemas.microsoft.com/office/drawing/2014/main" id="{F2D88505-7DAC-2923-E8F0-EFBF475ECB17}"/>
              </a:ext>
            </a:extLst>
          </p:cNvPr>
          <p:cNvSpPr txBox="1"/>
          <p:nvPr/>
        </p:nvSpPr>
        <p:spPr>
          <a:xfrm>
            <a:off x="540000" y="5748781"/>
            <a:ext cx="314119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029EA70-07A7-9C5F-F40B-32420C4CEB45}"/>
              </a:ext>
            </a:extLst>
          </p:cNvPr>
          <p:cNvGrpSpPr/>
          <p:nvPr/>
        </p:nvGrpSpPr>
        <p:grpSpPr>
          <a:xfrm>
            <a:off x="592354" y="2305067"/>
            <a:ext cx="209412" cy="3313140"/>
            <a:chOff x="594001" y="2239625"/>
            <a:chExt cx="216000" cy="3417364"/>
          </a:xfrm>
        </p:grpSpPr>
        <p:cxnSp>
          <p:nvCxnSpPr>
            <p:cNvPr id="39" name="Gerade Verbindung mit Pfeil 73">
              <a:extLst>
                <a:ext uri="{FF2B5EF4-FFF2-40B4-BE49-F238E27FC236}">
                  <a16:creationId xmlns:a16="http://schemas.microsoft.com/office/drawing/2014/main" id="{6AF73668-4FE8-C026-450C-14A6797502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000" y="2239625"/>
              <a:ext cx="0" cy="3417364"/>
            </a:xfrm>
            <a:prstGeom prst="straightConnector1">
              <a:avLst/>
            </a:prstGeom>
            <a:noFill/>
            <a:ln w="12700" cap="flat" cmpd="sng" algn="ctr">
              <a:solidFill>
                <a:schemeClr val="bg1">
                  <a:lumMod val="65000"/>
                </a:schemeClr>
              </a:solidFill>
              <a:prstDash val="solid"/>
              <a:tailEnd type="stealth" w="med" len="med"/>
            </a:ln>
            <a:effectLst/>
          </p:spPr>
        </p:cxnSp>
        <p:sp>
          <p:nvSpPr>
            <p:cNvPr id="40" name="Textfeld 76">
              <a:extLst>
                <a:ext uri="{FF2B5EF4-FFF2-40B4-BE49-F238E27FC236}">
                  <a16:creationId xmlns:a16="http://schemas.microsoft.com/office/drawing/2014/main" id="{9131163B-3727-BF6A-2B08-BE90949FB423}"/>
                </a:ext>
              </a:extLst>
            </p:cNvPr>
            <p:cNvSpPr txBox="1"/>
            <p:nvPr/>
          </p:nvSpPr>
          <p:spPr>
            <a:xfrm rot="16200000">
              <a:off x="208801" y="3840307"/>
              <a:ext cx="986400" cy="216000"/>
            </a:xfrm>
            <a:prstGeom prst="rect">
              <a:avLst/>
            </a:prstGeom>
            <a:solidFill>
              <a:srgbClr val="FFFFFF"/>
            </a:solidFill>
            <a:ln w="12700">
              <a:noFill/>
            </a:ln>
          </p:spPr>
          <p:txBody>
            <a:bodyPr wrap="square" lIns="36000" tIns="0" rIns="36000" bIns="0" rtlCol="0" anchor="ctr">
              <a:no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Erfüllung</a:t>
              </a:r>
              <a:endParaRPr kumimoji="0" lang="de-DE" sz="8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1" name="Rechteck 82">
            <a:extLst>
              <a:ext uri="{FF2B5EF4-FFF2-40B4-BE49-F238E27FC236}">
                <a16:creationId xmlns:a16="http://schemas.microsoft.com/office/drawing/2014/main" id="{030E4905-0198-1155-13E0-E6690AE96F6C}"/>
              </a:ext>
            </a:extLst>
          </p:cNvPr>
          <p:cNvSpPr/>
          <p:nvPr/>
        </p:nvSpPr>
        <p:spPr>
          <a:xfrm>
            <a:off x="1277970" y="2113269"/>
            <a:ext cx="4609098" cy="387995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3241BA9-649E-5D72-3CE1-F6196E4A9FEB}"/>
              </a:ext>
            </a:extLst>
          </p:cNvPr>
          <p:cNvGrpSpPr/>
          <p:nvPr/>
        </p:nvGrpSpPr>
        <p:grpSpPr>
          <a:xfrm rot="5400000">
            <a:off x="3274602" y="4042479"/>
            <a:ext cx="153888" cy="4094538"/>
            <a:chOff x="622639" y="2120571"/>
            <a:chExt cx="158729" cy="4223342"/>
          </a:xfrm>
        </p:grpSpPr>
        <p:cxnSp>
          <p:nvCxnSpPr>
            <p:cNvPr id="44" name="Gerade Verbindung mit Pfeil 73">
              <a:extLst>
                <a:ext uri="{FF2B5EF4-FFF2-40B4-BE49-F238E27FC236}">
                  <a16:creationId xmlns:a16="http://schemas.microsoft.com/office/drawing/2014/main" id="{5D2EF82C-1AD0-F52A-26E8-4B4BB1CB717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1409671" y="4232242"/>
              <a:ext cx="4223342" cy="0"/>
            </a:xfrm>
            <a:prstGeom prst="straightConnector1">
              <a:avLst/>
            </a:prstGeom>
            <a:noFill/>
            <a:ln w="12700" cap="flat" cmpd="sng" algn="ctr">
              <a:solidFill>
                <a:schemeClr val="bg1">
                  <a:lumMod val="65000"/>
                </a:schemeClr>
              </a:solidFill>
              <a:prstDash val="solid"/>
              <a:tailEnd type="stealth" w="med" len="med"/>
            </a:ln>
            <a:effectLst/>
          </p:spPr>
        </p:cxnSp>
        <p:sp>
          <p:nvSpPr>
            <p:cNvPr id="46" name="Textfeld 76">
              <a:extLst>
                <a:ext uri="{FF2B5EF4-FFF2-40B4-BE49-F238E27FC236}">
                  <a16:creationId xmlns:a16="http://schemas.microsoft.com/office/drawing/2014/main" id="{DC6BB6F6-BB88-57AE-3328-A78CA7EB3B96}"/>
                </a:ext>
              </a:extLst>
            </p:cNvPr>
            <p:cNvSpPr txBox="1"/>
            <p:nvPr/>
          </p:nvSpPr>
          <p:spPr>
            <a:xfrm rot="16200000">
              <a:off x="208804" y="4152878"/>
              <a:ext cx="986400" cy="158729"/>
            </a:xfrm>
            <a:prstGeom prst="rect">
              <a:avLst/>
            </a:prstGeom>
            <a:solidFill>
              <a:srgbClr val="FFFFFF"/>
            </a:solidFill>
            <a:ln w="12700">
              <a:noFill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Wichtigkeit</a:t>
              </a:r>
              <a:endParaRPr kumimoji="0" lang="de-DE" sz="8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7" name="Textfeld 74">
            <a:extLst>
              <a:ext uri="{FF2B5EF4-FFF2-40B4-BE49-F238E27FC236}">
                <a16:creationId xmlns:a16="http://schemas.microsoft.com/office/drawing/2014/main" id="{B5F0088A-BBE9-3A70-F0DB-32024BFA3C02}"/>
              </a:ext>
            </a:extLst>
          </p:cNvPr>
          <p:cNvSpPr txBox="1"/>
          <p:nvPr/>
        </p:nvSpPr>
        <p:spPr>
          <a:xfrm>
            <a:off x="5425123" y="6012803"/>
            <a:ext cx="380114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48" name="Textfeld 75">
            <a:extLst>
              <a:ext uri="{FF2B5EF4-FFF2-40B4-BE49-F238E27FC236}">
                <a16:creationId xmlns:a16="http://schemas.microsoft.com/office/drawing/2014/main" id="{F84D392A-C65A-B795-F5D7-49267B209FAB}"/>
              </a:ext>
            </a:extLst>
          </p:cNvPr>
          <p:cNvSpPr txBox="1"/>
          <p:nvPr/>
        </p:nvSpPr>
        <p:spPr>
          <a:xfrm>
            <a:off x="991288" y="6012803"/>
            <a:ext cx="28668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</a:p>
        </p:txBody>
      </p:sp>
      <p:sp>
        <p:nvSpPr>
          <p:cNvPr id="49" name="Footer Placeholder 48">
            <a:extLst>
              <a:ext uri="{FF2B5EF4-FFF2-40B4-BE49-F238E27FC236}">
                <a16:creationId xmlns:a16="http://schemas.microsoft.com/office/drawing/2014/main" id="{CF9842C9-DFD3-CD1F-D981-2390FAC75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861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DDEC4-F84A-BC13-63AC-7317AE070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think-cell data - do not delete" hidden="1">
            <a:extLst>
              <a:ext uri="{FF2B5EF4-FFF2-40B4-BE49-F238E27FC236}">
                <a16:creationId xmlns:a16="http://schemas.microsoft.com/office/drawing/2014/main" id="{872CE43B-FF4E-65AE-2293-5E52900AA17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360907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72CE43B-FF4E-65AE-2293-5E52900AA17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AB50443-5709-8342-AC78-A8EC1FB4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de-DE" dirty="0"/>
              <a:t>Key Driver Analyse</a:t>
            </a:r>
            <a:endParaRPr lang="de-DE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4E7BEA-171B-26E0-E500-808FFEA1A64E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Analytics: Key Driver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2F0324-26E4-D94A-4BA0-897088F5F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38FE84-EC46-36BF-FCCD-303CB25CC405}"/>
              </a:ext>
            </a:extLst>
          </p:cNvPr>
          <p:cNvSpPr txBox="1"/>
          <p:nvPr/>
        </p:nvSpPr>
        <p:spPr>
          <a:xfrm>
            <a:off x="553695" y="1403906"/>
            <a:ext cx="11096968" cy="3693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Handlungsportfolio Erklärung</a:t>
            </a:r>
          </a:p>
        </p:txBody>
      </p:sp>
      <p:graphicFrame>
        <p:nvGraphicFramePr>
          <p:cNvPr id="20" name="Tabelle 6">
            <a:extLst>
              <a:ext uri="{FF2B5EF4-FFF2-40B4-BE49-F238E27FC236}">
                <a16:creationId xmlns:a16="http://schemas.microsoft.com/office/drawing/2014/main" id="{BB3AE844-5198-5C7B-B8B8-04EEA5A33E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052654"/>
              </p:ext>
            </p:extLst>
          </p:nvPr>
        </p:nvGraphicFramePr>
        <p:xfrm>
          <a:off x="1094938" y="1979612"/>
          <a:ext cx="2652000" cy="19012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de-DE" sz="1200" b="1" dirty="0">
                          <a:solidFill>
                            <a:schemeClr val="bg1"/>
                          </a:solidFill>
                        </a:rPr>
                        <a:t>Beobachten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7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dirty="0"/>
                        <a:t>Dimensionen mit unterdurchschnittlichem Einfluss, deren Zufriedenheit den Zielwert erreicht. 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de-DE" sz="100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b="1" dirty="0"/>
                        <a:t>► Massnahme: halten der sehr guten Werte, aber Mehrkosten vermeiden.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Tabelle 7">
            <a:extLst>
              <a:ext uri="{FF2B5EF4-FFF2-40B4-BE49-F238E27FC236}">
                <a16:creationId xmlns:a16="http://schemas.microsoft.com/office/drawing/2014/main" id="{927BB620-8C65-D231-CCC4-FF4633D49A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974880"/>
              </p:ext>
            </p:extLst>
          </p:nvPr>
        </p:nvGraphicFramePr>
        <p:xfrm>
          <a:off x="3995643" y="1979613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de-DE" sz="1200" b="1" dirty="0">
                          <a:solidFill>
                            <a:schemeClr val="bg1"/>
                          </a:solidFill>
                        </a:rPr>
                        <a:t>Beibehalten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dirty="0"/>
                        <a:t>Dimensionen mit überdurchschnittlichem Einfluss, deren Zufriedenheit den Zielwert erreicht. 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de-DE" sz="100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b="1" dirty="0"/>
                        <a:t>► Massnahme: halten der sehr guten Werte. Nachhaltigkeit sichern.</a:t>
                      </a:r>
                      <a:endParaRPr lang="de-DE" sz="1000" b="1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" name="Tabelle 8">
            <a:extLst>
              <a:ext uri="{FF2B5EF4-FFF2-40B4-BE49-F238E27FC236}">
                <a16:creationId xmlns:a16="http://schemas.microsoft.com/office/drawing/2014/main" id="{995276E9-1DCB-374A-F437-367B543C8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51565"/>
              </p:ext>
            </p:extLst>
          </p:nvPr>
        </p:nvGraphicFramePr>
        <p:xfrm>
          <a:off x="1094938" y="4116231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de-DE" sz="1200" b="1" dirty="0">
                          <a:solidFill>
                            <a:schemeClr val="bg1"/>
                          </a:solidFill>
                        </a:rPr>
                        <a:t>Geringe</a:t>
                      </a:r>
                      <a:r>
                        <a:rPr lang="de-DE" sz="1200" b="1" baseline="0" dirty="0">
                          <a:solidFill>
                            <a:schemeClr val="bg1"/>
                          </a:solidFill>
                        </a:rPr>
                        <a:t> Priorität</a:t>
                      </a:r>
                      <a:endParaRPr lang="de-DE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dirty="0"/>
                        <a:t>Dimensionen mit unterdurchschnittlichem Einfluss, deren Zufriedenheit den Zielwert nicht erreicht.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de-DE" sz="100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b="1" dirty="0"/>
                        <a:t> ► Massnahme: Werte halten, keine Investitionen.</a:t>
                      </a:r>
                    </a:p>
                    <a:p>
                      <a:pPr rtl="0"/>
                      <a:endParaRPr lang="de-DE" sz="1200" b="1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3" name="Tabelle 9">
            <a:extLst>
              <a:ext uri="{FF2B5EF4-FFF2-40B4-BE49-F238E27FC236}">
                <a16:creationId xmlns:a16="http://schemas.microsoft.com/office/drawing/2014/main" id="{65EBDB6A-29EC-8D05-0F66-A2E61DDE0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5274640"/>
              </p:ext>
            </p:extLst>
          </p:nvPr>
        </p:nvGraphicFramePr>
        <p:xfrm>
          <a:off x="3995643" y="4098124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de-DE" sz="1200" b="1" dirty="0">
                          <a:solidFill>
                            <a:schemeClr val="bg1"/>
                          </a:solidFill>
                        </a:rPr>
                        <a:t>Investieren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dirty="0"/>
                        <a:t>Dimensionen mit überdurchschnittlichem Einfluss, deren Zufriedenheit unter dem Zielwert liegt.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de-DE" sz="100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b="1" dirty="0"/>
                        <a:t>►Massnahme: Mit erster Priorität verbessern.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24" name="Gerade Verbindung mit Pfeil 12">
            <a:extLst>
              <a:ext uri="{FF2B5EF4-FFF2-40B4-BE49-F238E27FC236}">
                <a16:creationId xmlns:a16="http://schemas.microsoft.com/office/drawing/2014/main" id="{C93DFA9D-5D6A-7F5F-157A-F5236C351F40}"/>
              </a:ext>
            </a:extLst>
          </p:cNvPr>
          <p:cNvCxnSpPr>
            <a:cxnSpLocks/>
          </p:cNvCxnSpPr>
          <p:nvPr/>
        </p:nvCxnSpPr>
        <p:spPr>
          <a:xfrm flipV="1">
            <a:off x="700300" y="2213958"/>
            <a:ext cx="0" cy="3569203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feld 13">
            <a:extLst>
              <a:ext uri="{FF2B5EF4-FFF2-40B4-BE49-F238E27FC236}">
                <a16:creationId xmlns:a16="http://schemas.microsoft.com/office/drawing/2014/main" id="{F7F457CE-2B6B-5ACD-1B96-3B991A16C36B}"/>
              </a:ext>
            </a:extLst>
          </p:cNvPr>
          <p:cNvSpPr txBox="1"/>
          <p:nvPr/>
        </p:nvSpPr>
        <p:spPr>
          <a:xfrm>
            <a:off x="540000" y="1979613"/>
            <a:ext cx="32060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26" name="Textfeld 14">
            <a:extLst>
              <a:ext uri="{FF2B5EF4-FFF2-40B4-BE49-F238E27FC236}">
                <a16:creationId xmlns:a16="http://schemas.microsoft.com/office/drawing/2014/main" id="{2FD536B8-F989-09CF-85D6-B07657E22C71}"/>
              </a:ext>
            </a:extLst>
          </p:cNvPr>
          <p:cNvSpPr txBox="1"/>
          <p:nvPr/>
        </p:nvSpPr>
        <p:spPr>
          <a:xfrm>
            <a:off x="586487" y="5863619"/>
            <a:ext cx="227626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</a:p>
        </p:txBody>
      </p:sp>
      <p:cxnSp>
        <p:nvCxnSpPr>
          <p:cNvPr id="27" name="Gerade Verbindung mit Pfeil 17">
            <a:extLst>
              <a:ext uri="{FF2B5EF4-FFF2-40B4-BE49-F238E27FC236}">
                <a16:creationId xmlns:a16="http://schemas.microsoft.com/office/drawing/2014/main" id="{6C9FD547-BCFD-6930-4F6D-BF27710FC4D1}"/>
              </a:ext>
            </a:extLst>
          </p:cNvPr>
          <p:cNvCxnSpPr>
            <a:cxnSpLocks/>
          </p:cNvCxnSpPr>
          <p:nvPr/>
        </p:nvCxnSpPr>
        <p:spPr>
          <a:xfrm>
            <a:off x="1474055" y="6247646"/>
            <a:ext cx="4701495" cy="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18">
            <a:extLst>
              <a:ext uri="{FF2B5EF4-FFF2-40B4-BE49-F238E27FC236}">
                <a16:creationId xmlns:a16="http://schemas.microsoft.com/office/drawing/2014/main" id="{582EBCB0-C8CF-CA17-9928-38669AD26459}"/>
              </a:ext>
            </a:extLst>
          </p:cNvPr>
          <p:cNvSpPr txBox="1"/>
          <p:nvPr/>
        </p:nvSpPr>
        <p:spPr>
          <a:xfrm>
            <a:off x="6327042" y="6170712"/>
            <a:ext cx="32060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29" name="Textfeld 19">
            <a:extLst>
              <a:ext uri="{FF2B5EF4-FFF2-40B4-BE49-F238E27FC236}">
                <a16:creationId xmlns:a16="http://schemas.microsoft.com/office/drawing/2014/main" id="{FC4D033B-9AE3-FF6C-A296-30942887DD07}"/>
              </a:ext>
            </a:extLst>
          </p:cNvPr>
          <p:cNvSpPr txBox="1"/>
          <p:nvPr/>
        </p:nvSpPr>
        <p:spPr>
          <a:xfrm>
            <a:off x="1094938" y="6170697"/>
            <a:ext cx="227626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</a:p>
        </p:txBody>
      </p:sp>
      <p:sp>
        <p:nvSpPr>
          <p:cNvPr id="30" name="Footer Placeholder 29">
            <a:extLst>
              <a:ext uri="{FF2B5EF4-FFF2-40B4-BE49-F238E27FC236}">
                <a16:creationId xmlns:a16="http://schemas.microsoft.com/office/drawing/2014/main" id="{B2C4E2AC-F869-15E0-93BE-B2E614317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2268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04045-780A-FFCF-1A22-296705D6A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hink-cell data - do not delete" hidden="1">
            <a:extLst>
              <a:ext uri="{FF2B5EF4-FFF2-40B4-BE49-F238E27FC236}">
                <a16:creationId xmlns:a16="http://schemas.microsoft.com/office/drawing/2014/main" id="{9A9FD44D-2FD9-1B9E-771E-8CA42AFA35C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A9FD44D-2FD9-1B9E-771E-8CA42AFA35C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4AC9BAA-6243-46CE-5D4E-94BBD4F48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Key Driver Analysis</a:t>
            </a:r>
            <a:endParaRPr lang="en-GB" sz="1600" noProof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365F1C-ACF3-1E8A-CFDC-B5BFFC4D30A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GB" noProof="0" dirty="0"/>
              <a:t>Advanced Analytics: Key Driver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2F374D-B7E9-6ABD-4260-3AB5F7B10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AA811B-2EBD-4900-905E-5BE206449611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FF412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900" b="0" i="0" u="none" strike="noStrike" kern="1200" cap="none" spc="0" normalizeH="0" baseline="0" noProof="0" dirty="0">
              <a:ln>
                <a:noFill/>
              </a:ln>
              <a:solidFill>
                <a:srgbClr val="FF412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26F82A-98F1-2D26-83A9-FDC83A70FD2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n-GB" noProof="0" dirty="0"/>
              <a:t>Basis: n=0’000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98133D-BF13-CEBE-7455-BABF28B1490E}"/>
              </a:ext>
            </a:extLst>
          </p:cNvPr>
          <p:cNvSpPr txBox="1"/>
          <p:nvPr/>
        </p:nvSpPr>
        <p:spPr>
          <a:xfrm>
            <a:off x="553695" y="1403906"/>
            <a:ext cx="11096968" cy="3693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F412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Action Matrix</a:t>
            </a:r>
          </a:p>
        </p:txBody>
      </p:sp>
      <p:graphicFrame>
        <p:nvGraphicFramePr>
          <p:cNvPr id="22" name="Tabelle 64">
            <a:extLst>
              <a:ext uri="{FF2B5EF4-FFF2-40B4-BE49-F238E27FC236}">
                <a16:creationId xmlns:a16="http://schemas.microsoft.com/office/drawing/2014/main" id="{3C316F03-5B40-8F17-42CF-CB24F44D61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243927"/>
              </p:ext>
            </p:extLst>
          </p:nvPr>
        </p:nvGraphicFramePr>
        <p:xfrm>
          <a:off x="6186488" y="4378071"/>
          <a:ext cx="5468848" cy="64272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8993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en-GB" sz="1000" b="1" noProof="0" dirty="0">
                          <a:solidFill>
                            <a:schemeClr val="bg1"/>
                          </a:solidFill>
                        </a:rPr>
                        <a:t>Monitor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878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878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3" name="Tabelle 65">
            <a:extLst>
              <a:ext uri="{FF2B5EF4-FFF2-40B4-BE49-F238E27FC236}">
                <a16:creationId xmlns:a16="http://schemas.microsoft.com/office/drawing/2014/main" id="{5206D809-817D-920B-7553-214817429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851279"/>
              </p:ext>
            </p:extLst>
          </p:nvPr>
        </p:nvGraphicFramePr>
        <p:xfrm>
          <a:off x="6186488" y="1979613"/>
          <a:ext cx="5466712" cy="1061040"/>
        </p:xfrm>
        <a:graphic>
          <a:graphicData uri="http://schemas.openxmlformats.org/drawingml/2006/table">
            <a:tbl>
              <a:tblPr firstRow="1" bandRow="1"/>
              <a:tblGrid>
                <a:gridCol w="365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en-GB" sz="1000" b="1" noProof="0" dirty="0">
                          <a:solidFill>
                            <a:schemeClr val="bg1"/>
                          </a:solidFill>
                        </a:rPr>
                        <a:t>Invest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4" name="Tabelle 66">
            <a:extLst>
              <a:ext uri="{FF2B5EF4-FFF2-40B4-BE49-F238E27FC236}">
                <a16:creationId xmlns:a16="http://schemas.microsoft.com/office/drawing/2014/main" id="{FB3C69B4-F246-A83E-0150-ACA85FD75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0164984"/>
              </p:ext>
            </p:extLst>
          </p:nvPr>
        </p:nvGraphicFramePr>
        <p:xfrm>
          <a:off x="6186488" y="5472720"/>
          <a:ext cx="5468848" cy="43356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en-GB" sz="1000" b="1" noProof="0" dirty="0">
                          <a:solidFill>
                            <a:schemeClr val="bg1"/>
                          </a:solidFill>
                        </a:rPr>
                        <a:t>Low Priority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Tabelle 67">
            <a:extLst>
              <a:ext uri="{FF2B5EF4-FFF2-40B4-BE49-F238E27FC236}">
                <a16:creationId xmlns:a16="http://schemas.microsoft.com/office/drawing/2014/main" id="{1A01B636-6EFD-3B97-4EB2-D8ADA1A88E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912930"/>
              </p:ext>
            </p:extLst>
          </p:nvPr>
        </p:nvGraphicFramePr>
        <p:xfrm>
          <a:off x="6186488" y="3492582"/>
          <a:ext cx="5468848" cy="43356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en-GB" sz="1000" b="1" noProof="0" dirty="0">
                          <a:solidFill>
                            <a:schemeClr val="bg1"/>
                          </a:solidFill>
                        </a:rPr>
                        <a:t>Maintain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Diagramm 83">
            <a:extLst>
              <a:ext uri="{FF2B5EF4-FFF2-40B4-BE49-F238E27FC236}">
                <a16:creationId xmlns:a16="http://schemas.microsoft.com/office/drawing/2014/main" id="{543D4043-71B1-53EC-EFC4-3692A78A3AC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96338818"/>
              </p:ext>
            </p:extLst>
          </p:nvPr>
        </p:nvGraphicFramePr>
        <p:xfrm>
          <a:off x="857509" y="2047115"/>
          <a:ext cx="5037302" cy="40477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8" name="Textfeld 68">
            <a:extLst>
              <a:ext uri="{FF2B5EF4-FFF2-40B4-BE49-F238E27FC236}">
                <a16:creationId xmlns:a16="http://schemas.microsoft.com/office/drawing/2014/main" id="{BAFC07CA-1BB6-84C3-FA59-546D72C4816F}"/>
              </a:ext>
            </a:extLst>
          </p:cNvPr>
          <p:cNvSpPr txBox="1"/>
          <p:nvPr/>
        </p:nvSpPr>
        <p:spPr>
          <a:xfrm>
            <a:off x="1031961" y="2068665"/>
            <a:ext cx="95010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rgbClr val="31CAA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Monitor</a:t>
            </a:r>
          </a:p>
        </p:txBody>
      </p:sp>
      <p:sp>
        <p:nvSpPr>
          <p:cNvPr id="33" name="Textfeld 69">
            <a:extLst>
              <a:ext uri="{FF2B5EF4-FFF2-40B4-BE49-F238E27FC236}">
                <a16:creationId xmlns:a16="http://schemas.microsoft.com/office/drawing/2014/main" id="{73A40BF5-6CA6-34B6-1D83-1F1B64338A5B}"/>
              </a:ext>
            </a:extLst>
          </p:cNvPr>
          <p:cNvSpPr txBox="1"/>
          <p:nvPr/>
        </p:nvSpPr>
        <p:spPr>
          <a:xfrm>
            <a:off x="4808961" y="2068665"/>
            <a:ext cx="95010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rgbClr val="9F29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Maintain</a:t>
            </a:r>
          </a:p>
        </p:txBody>
      </p:sp>
      <p:sp>
        <p:nvSpPr>
          <p:cNvPr id="34" name="Textfeld 70">
            <a:extLst>
              <a:ext uri="{FF2B5EF4-FFF2-40B4-BE49-F238E27FC236}">
                <a16:creationId xmlns:a16="http://schemas.microsoft.com/office/drawing/2014/main" id="{0E2960A6-AA87-CEB1-BF3F-460B2C44CCAA}"/>
              </a:ext>
            </a:extLst>
          </p:cNvPr>
          <p:cNvSpPr txBox="1"/>
          <p:nvPr/>
        </p:nvSpPr>
        <p:spPr>
          <a:xfrm>
            <a:off x="1031961" y="5741217"/>
            <a:ext cx="131003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rgbClr val="06A6E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Low Priority</a:t>
            </a:r>
          </a:p>
        </p:txBody>
      </p:sp>
      <p:sp>
        <p:nvSpPr>
          <p:cNvPr id="35" name="Textfeld 71">
            <a:extLst>
              <a:ext uri="{FF2B5EF4-FFF2-40B4-BE49-F238E27FC236}">
                <a16:creationId xmlns:a16="http://schemas.microsoft.com/office/drawing/2014/main" id="{A571AADE-D037-B44F-7541-0CF34CD086A4}"/>
              </a:ext>
            </a:extLst>
          </p:cNvPr>
          <p:cNvSpPr txBox="1"/>
          <p:nvPr/>
        </p:nvSpPr>
        <p:spPr>
          <a:xfrm>
            <a:off x="5390372" y="5741217"/>
            <a:ext cx="36869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rgbClr val="FF412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Invest</a:t>
            </a:r>
          </a:p>
        </p:txBody>
      </p:sp>
      <p:sp>
        <p:nvSpPr>
          <p:cNvPr id="36" name="Textfeld 74">
            <a:extLst>
              <a:ext uri="{FF2B5EF4-FFF2-40B4-BE49-F238E27FC236}">
                <a16:creationId xmlns:a16="http://schemas.microsoft.com/office/drawing/2014/main" id="{B862ED49-F97F-0CD5-8334-07BD840EB16C}"/>
              </a:ext>
            </a:extLst>
          </p:cNvPr>
          <p:cNvSpPr txBox="1"/>
          <p:nvPr/>
        </p:nvSpPr>
        <p:spPr>
          <a:xfrm>
            <a:off x="540000" y="2020606"/>
            <a:ext cx="395302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37" name="Textfeld 75">
            <a:extLst>
              <a:ext uri="{FF2B5EF4-FFF2-40B4-BE49-F238E27FC236}">
                <a16:creationId xmlns:a16="http://schemas.microsoft.com/office/drawing/2014/main" id="{D08A4A92-D96D-17AC-1D41-BCF5E4B5D354}"/>
              </a:ext>
            </a:extLst>
          </p:cNvPr>
          <p:cNvSpPr txBox="1"/>
          <p:nvPr/>
        </p:nvSpPr>
        <p:spPr>
          <a:xfrm>
            <a:off x="540000" y="5748781"/>
            <a:ext cx="314119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  <a:endParaRPr kumimoji="0" lang="en-GB" sz="1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A156ABA-165E-37AC-D1A8-CC863BBB2414}"/>
              </a:ext>
            </a:extLst>
          </p:cNvPr>
          <p:cNvGrpSpPr/>
          <p:nvPr/>
        </p:nvGrpSpPr>
        <p:grpSpPr>
          <a:xfrm>
            <a:off x="592354" y="2305067"/>
            <a:ext cx="209412" cy="3313140"/>
            <a:chOff x="594001" y="2239625"/>
            <a:chExt cx="216000" cy="3417364"/>
          </a:xfrm>
        </p:grpSpPr>
        <p:cxnSp>
          <p:nvCxnSpPr>
            <p:cNvPr id="39" name="Gerade Verbindung mit Pfeil 73">
              <a:extLst>
                <a:ext uri="{FF2B5EF4-FFF2-40B4-BE49-F238E27FC236}">
                  <a16:creationId xmlns:a16="http://schemas.microsoft.com/office/drawing/2014/main" id="{27568779-E8F5-B014-29C7-870ED7EF42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000" y="2239625"/>
              <a:ext cx="0" cy="3417364"/>
            </a:xfrm>
            <a:prstGeom prst="straightConnector1">
              <a:avLst/>
            </a:prstGeom>
            <a:noFill/>
            <a:ln w="12700" cap="flat" cmpd="sng" algn="ctr">
              <a:solidFill>
                <a:schemeClr val="bg1">
                  <a:lumMod val="65000"/>
                </a:schemeClr>
              </a:solidFill>
              <a:prstDash val="solid"/>
              <a:tailEnd type="stealth" w="med" len="med"/>
            </a:ln>
            <a:effectLst/>
          </p:spPr>
        </p:cxnSp>
        <p:sp>
          <p:nvSpPr>
            <p:cNvPr id="40" name="Textfeld 76">
              <a:extLst>
                <a:ext uri="{FF2B5EF4-FFF2-40B4-BE49-F238E27FC236}">
                  <a16:creationId xmlns:a16="http://schemas.microsoft.com/office/drawing/2014/main" id="{891C75FE-2625-1EF2-3E2F-12638C5A94D0}"/>
                </a:ext>
              </a:extLst>
            </p:cNvPr>
            <p:cNvSpPr txBox="1"/>
            <p:nvPr/>
          </p:nvSpPr>
          <p:spPr>
            <a:xfrm rot="16200000">
              <a:off x="208801" y="3840307"/>
              <a:ext cx="986400" cy="216000"/>
            </a:xfrm>
            <a:prstGeom prst="rect">
              <a:avLst/>
            </a:prstGeom>
            <a:solidFill>
              <a:srgbClr val="FFFFFF"/>
            </a:solidFill>
            <a:ln w="12700">
              <a:noFill/>
            </a:ln>
          </p:spPr>
          <p:txBody>
            <a:bodyPr wrap="square" lIns="36000" tIns="0" rIns="36000" bIns="0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Performance</a:t>
              </a:r>
              <a:endParaRPr kumimoji="0" lang="en-GB" sz="8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1" name="Rechteck 82">
            <a:extLst>
              <a:ext uri="{FF2B5EF4-FFF2-40B4-BE49-F238E27FC236}">
                <a16:creationId xmlns:a16="http://schemas.microsoft.com/office/drawing/2014/main" id="{A037A449-6B1E-B43C-D32A-A8C39A246CEB}"/>
              </a:ext>
            </a:extLst>
          </p:cNvPr>
          <p:cNvSpPr/>
          <p:nvPr/>
        </p:nvSpPr>
        <p:spPr>
          <a:xfrm>
            <a:off x="1277970" y="2113269"/>
            <a:ext cx="4609098" cy="387995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F1BF406-C7C3-E5BC-1F55-0682E58F64DA}"/>
              </a:ext>
            </a:extLst>
          </p:cNvPr>
          <p:cNvGrpSpPr/>
          <p:nvPr/>
        </p:nvGrpSpPr>
        <p:grpSpPr>
          <a:xfrm rot="5400000">
            <a:off x="3274602" y="4042479"/>
            <a:ext cx="153888" cy="4094538"/>
            <a:chOff x="622639" y="2120571"/>
            <a:chExt cx="158729" cy="4223342"/>
          </a:xfrm>
        </p:grpSpPr>
        <p:cxnSp>
          <p:nvCxnSpPr>
            <p:cNvPr id="44" name="Gerade Verbindung mit Pfeil 73">
              <a:extLst>
                <a:ext uri="{FF2B5EF4-FFF2-40B4-BE49-F238E27FC236}">
                  <a16:creationId xmlns:a16="http://schemas.microsoft.com/office/drawing/2014/main" id="{24FF2BA2-45C7-5F79-1BEF-34842C8B638C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1409671" y="4232242"/>
              <a:ext cx="4223342" cy="0"/>
            </a:xfrm>
            <a:prstGeom prst="straightConnector1">
              <a:avLst/>
            </a:prstGeom>
            <a:noFill/>
            <a:ln w="12700" cap="flat" cmpd="sng" algn="ctr">
              <a:solidFill>
                <a:schemeClr val="bg1">
                  <a:lumMod val="65000"/>
                </a:schemeClr>
              </a:solidFill>
              <a:prstDash val="solid"/>
              <a:tailEnd type="stealth" w="med" len="med"/>
            </a:ln>
            <a:effectLst/>
          </p:spPr>
        </p:cxnSp>
        <p:sp>
          <p:nvSpPr>
            <p:cNvPr id="46" name="Textfeld 76">
              <a:extLst>
                <a:ext uri="{FF2B5EF4-FFF2-40B4-BE49-F238E27FC236}">
                  <a16:creationId xmlns:a16="http://schemas.microsoft.com/office/drawing/2014/main" id="{3A9A5E2E-AA62-8BC0-B58C-C72B081B6468}"/>
                </a:ext>
              </a:extLst>
            </p:cNvPr>
            <p:cNvSpPr txBox="1"/>
            <p:nvPr/>
          </p:nvSpPr>
          <p:spPr>
            <a:xfrm rot="16200000">
              <a:off x="208804" y="4152878"/>
              <a:ext cx="986400" cy="158729"/>
            </a:xfrm>
            <a:prstGeom prst="rect">
              <a:avLst/>
            </a:prstGeom>
            <a:solidFill>
              <a:srgbClr val="FFFFFF"/>
            </a:solidFill>
            <a:ln w="12700">
              <a:noFill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Importance</a:t>
              </a:r>
              <a:endParaRPr kumimoji="0" lang="en-GB" sz="8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7" name="Textfeld 74">
            <a:extLst>
              <a:ext uri="{FF2B5EF4-FFF2-40B4-BE49-F238E27FC236}">
                <a16:creationId xmlns:a16="http://schemas.microsoft.com/office/drawing/2014/main" id="{96B7FFC7-914C-58E4-4E19-CF271D2557BD}"/>
              </a:ext>
            </a:extLst>
          </p:cNvPr>
          <p:cNvSpPr txBox="1"/>
          <p:nvPr/>
        </p:nvSpPr>
        <p:spPr>
          <a:xfrm>
            <a:off x="5425123" y="6012803"/>
            <a:ext cx="380114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48" name="Textfeld 75">
            <a:extLst>
              <a:ext uri="{FF2B5EF4-FFF2-40B4-BE49-F238E27FC236}">
                <a16:creationId xmlns:a16="http://schemas.microsoft.com/office/drawing/2014/main" id="{E74EFB44-FA6F-BBCD-B7B0-C0F9C423335E}"/>
              </a:ext>
            </a:extLst>
          </p:cNvPr>
          <p:cNvSpPr txBox="1"/>
          <p:nvPr/>
        </p:nvSpPr>
        <p:spPr>
          <a:xfrm>
            <a:off x="991288" y="6012803"/>
            <a:ext cx="28668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  <a:endParaRPr kumimoji="0" lang="en-GB" sz="1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9" name="Footer Placeholder 48">
            <a:extLst>
              <a:ext uri="{FF2B5EF4-FFF2-40B4-BE49-F238E27FC236}">
                <a16:creationId xmlns:a16="http://schemas.microsoft.com/office/drawing/2014/main" id="{9D5EC809-2420-B808-61B0-2B5AD4B31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0" i="0" u="none" strike="noStrike" kern="1200" cap="none" spc="0" normalizeH="0" baseline="0" noProof="0" dirty="0">
              <a:ln>
                <a:noFill/>
              </a:ln>
              <a:solidFill>
                <a:srgbClr val="FF412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3026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think-cell data - do not delete" hidden="1">
            <a:extLst>
              <a:ext uri="{FF2B5EF4-FFF2-40B4-BE49-F238E27FC236}">
                <a16:creationId xmlns:a16="http://schemas.microsoft.com/office/drawing/2014/main" id="{F836C354-048B-BE91-6355-1CE9D82F2C5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592753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36C354-048B-BE91-6355-1CE9D82F2C5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6DE2B11E-316F-AA74-EE4E-38EC03705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kumimoji="0" lang="en-GB" sz="3200" b="1" i="0" u="none" strike="noStrike" kern="1200" cap="none" spc="-1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/>
                <a:ea typeface="+mj-ea"/>
                <a:cs typeface="+mj-cs"/>
              </a:rPr>
              <a:t>Key Driver Analysis</a:t>
            </a:r>
            <a:endParaRPr lang="en-GB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4C48B5-A771-3444-AB70-0FD340258EA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GB" dirty="0"/>
              <a:t>Advanced Analytics: Key Driver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D822EB-F0D0-57D8-D687-C7D6AC618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GB" noProof="0" smtClean="0"/>
              <a:pPr/>
              <a:t>4</a:t>
            </a:fld>
            <a:endParaRPr lang="en-GB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3A52E0-EB21-0049-412B-3B18E081E2E3}"/>
              </a:ext>
            </a:extLst>
          </p:cNvPr>
          <p:cNvSpPr txBox="1"/>
          <p:nvPr/>
        </p:nvSpPr>
        <p:spPr>
          <a:xfrm>
            <a:off x="553695" y="1403906"/>
            <a:ext cx="11096968" cy="3693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noProof="0" dirty="0">
                <a:solidFill>
                  <a:schemeClr val="accent1"/>
                </a:solidFill>
              </a:rPr>
              <a:t>Action Matrix Explanation</a:t>
            </a:r>
          </a:p>
        </p:txBody>
      </p:sp>
      <p:graphicFrame>
        <p:nvGraphicFramePr>
          <p:cNvPr id="19" name="Tabelle 6">
            <a:extLst>
              <a:ext uri="{FF2B5EF4-FFF2-40B4-BE49-F238E27FC236}">
                <a16:creationId xmlns:a16="http://schemas.microsoft.com/office/drawing/2014/main" id="{36AEDBBD-E4EF-CE5D-30A4-77EF4E3F50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4186573"/>
              </p:ext>
            </p:extLst>
          </p:nvPr>
        </p:nvGraphicFramePr>
        <p:xfrm>
          <a:off x="1094938" y="1979612"/>
          <a:ext cx="2652000" cy="19012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en-GB" sz="1200" b="1" noProof="0" dirty="0">
                          <a:solidFill>
                            <a:schemeClr val="bg1"/>
                          </a:solidFill>
                        </a:rPr>
                        <a:t>Monitor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7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Dimensions with impact below average but satisfaction above </a:t>
                      </a:r>
                      <a:br>
                        <a:rPr lang="en-GB" sz="1000" noProof="0" dirty="0"/>
                      </a:br>
                      <a:r>
                        <a:rPr lang="en-GB" sz="1000" noProof="0" dirty="0"/>
                        <a:t>target value.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en-GB" sz="1000" noProof="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► </a:t>
                      </a:r>
                      <a:r>
                        <a:rPr lang="en-GB" sz="1000" b="1" noProof="0" dirty="0"/>
                        <a:t>Action: Hold good values but avoid extra costs.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Tabelle 7">
            <a:extLst>
              <a:ext uri="{FF2B5EF4-FFF2-40B4-BE49-F238E27FC236}">
                <a16:creationId xmlns:a16="http://schemas.microsoft.com/office/drawing/2014/main" id="{19753286-EE27-4B57-A733-DDF359FB4C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204553"/>
              </p:ext>
            </p:extLst>
          </p:nvPr>
        </p:nvGraphicFramePr>
        <p:xfrm>
          <a:off x="3995643" y="1979613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en-GB" sz="1200" b="1" noProof="0" dirty="0">
                          <a:solidFill>
                            <a:schemeClr val="bg1"/>
                          </a:solidFill>
                        </a:rPr>
                        <a:t>Maintain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Dimensions with impact above average and satisfaction above </a:t>
                      </a:r>
                      <a:br>
                        <a:rPr lang="en-GB" sz="1000" noProof="0" dirty="0"/>
                      </a:br>
                      <a:r>
                        <a:rPr lang="en-GB" sz="1000" noProof="0" dirty="0"/>
                        <a:t>target value. 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en-GB" sz="1000" noProof="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► </a:t>
                      </a:r>
                      <a:r>
                        <a:rPr lang="en-GB" sz="1000" b="1" noProof="0" dirty="0"/>
                        <a:t>Action: Hold good values and ensure sustainability.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" name="Tabelle 8">
            <a:extLst>
              <a:ext uri="{FF2B5EF4-FFF2-40B4-BE49-F238E27FC236}">
                <a16:creationId xmlns:a16="http://schemas.microsoft.com/office/drawing/2014/main" id="{A7A348B5-AA89-7450-0139-0335623C73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173981"/>
              </p:ext>
            </p:extLst>
          </p:nvPr>
        </p:nvGraphicFramePr>
        <p:xfrm>
          <a:off x="1094938" y="4116231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en-GB" sz="1200" b="1" noProof="0" dirty="0">
                          <a:solidFill>
                            <a:schemeClr val="bg1"/>
                          </a:solidFill>
                        </a:rPr>
                        <a:t>Low Priority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Dimensions with impact below average and satisfaction below </a:t>
                      </a:r>
                      <a:br>
                        <a:rPr lang="en-GB" sz="1000" noProof="0" dirty="0"/>
                      </a:br>
                      <a:r>
                        <a:rPr lang="en-GB" sz="1000" noProof="0" dirty="0"/>
                        <a:t>target value.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en-GB" sz="1000" noProof="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 ► </a:t>
                      </a:r>
                      <a:r>
                        <a:rPr lang="en-GB" sz="1000" b="1" noProof="0" dirty="0"/>
                        <a:t>Action: hold values, no investment.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3" name="Tabelle 9">
            <a:extLst>
              <a:ext uri="{FF2B5EF4-FFF2-40B4-BE49-F238E27FC236}">
                <a16:creationId xmlns:a16="http://schemas.microsoft.com/office/drawing/2014/main" id="{318E9517-534B-0371-42A5-DE0DE3D8AF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606212"/>
              </p:ext>
            </p:extLst>
          </p:nvPr>
        </p:nvGraphicFramePr>
        <p:xfrm>
          <a:off x="3995643" y="4098124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en-GB" sz="1200" b="1" noProof="0" dirty="0">
                          <a:solidFill>
                            <a:schemeClr val="bg1"/>
                          </a:solidFill>
                        </a:rPr>
                        <a:t>Invest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Dimensions with impact above average but satisfaction below </a:t>
                      </a:r>
                      <a:br>
                        <a:rPr lang="en-GB" sz="1000" noProof="0" dirty="0"/>
                      </a:br>
                      <a:r>
                        <a:rPr lang="en-GB" sz="1000" noProof="0" dirty="0"/>
                        <a:t>target value.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en-GB" sz="1000" noProof="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►</a:t>
                      </a:r>
                      <a:r>
                        <a:rPr lang="en-GB" sz="1000" b="1" noProof="0" dirty="0"/>
                        <a:t>Action: Improve with first priority.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24" name="Gerade Verbindung mit Pfeil 12">
            <a:extLst>
              <a:ext uri="{FF2B5EF4-FFF2-40B4-BE49-F238E27FC236}">
                <a16:creationId xmlns:a16="http://schemas.microsoft.com/office/drawing/2014/main" id="{1EB874A6-6378-2414-F361-26FCEDD3CD58}"/>
              </a:ext>
            </a:extLst>
          </p:cNvPr>
          <p:cNvCxnSpPr>
            <a:cxnSpLocks/>
          </p:cNvCxnSpPr>
          <p:nvPr/>
        </p:nvCxnSpPr>
        <p:spPr>
          <a:xfrm flipV="1">
            <a:off x="700300" y="2213958"/>
            <a:ext cx="0" cy="3569203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feld 13">
            <a:extLst>
              <a:ext uri="{FF2B5EF4-FFF2-40B4-BE49-F238E27FC236}">
                <a16:creationId xmlns:a16="http://schemas.microsoft.com/office/drawing/2014/main" id="{4A3AD792-8C9E-099B-CC27-008411373CFB}"/>
              </a:ext>
            </a:extLst>
          </p:cNvPr>
          <p:cNvSpPr txBox="1"/>
          <p:nvPr/>
        </p:nvSpPr>
        <p:spPr>
          <a:xfrm>
            <a:off x="540000" y="1979613"/>
            <a:ext cx="32060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High</a:t>
            </a:r>
          </a:p>
        </p:txBody>
      </p:sp>
      <p:sp>
        <p:nvSpPr>
          <p:cNvPr id="26" name="Textfeld 14">
            <a:extLst>
              <a:ext uri="{FF2B5EF4-FFF2-40B4-BE49-F238E27FC236}">
                <a16:creationId xmlns:a16="http://schemas.microsoft.com/office/drawing/2014/main" id="{F2E3CA2A-D169-8750-4DCB-6D44B5631996}"/>
              </a:ext>
            </a:extLst>
          </p:cNvPr>
          <p:cNvSpPr txBox="1"/>
          <p:nvPr/>
        </p:nvSpPr>
        <p:spPr>
          <a:xfrm>
            <a:off x="586487" y="5863619"/>
            <a:ext cx="281260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Low</a:t>
            </a:r>
          </a:p>
        </p:txBody>
      </p:sp>
      <p:cxnSp>
        <p:nvCxnSpPr>
          <p:cNvPr id="27" name="Gerade Verbindung mit Pfeil 17">
            <a:extLst>
              <a:ext uri="{FF2B5EF4-FFF2-40B4-BE49-F238E27FC236}">
                <a16:creationId xmlns:a16="http://schemas.microsoft.com/office/drawing/2014/main" id="{105F9E52-6A22-4ADE-17B0-C3DA9E2FEF38}"/>
              </a:ext>
            </a:extLst>
          </p:cNvPr>
          <p:cNvCxnSpPr>
            <a:cxnSpLocks/>
          </p:cNvCxnSpPr>
          <p:nvPr/>
        </p:nvCxnSpPr>
        <p:spPr>
          <a:xfrm>
            <a:off x="1474055" y="6247646"/>
            <a:ext cx="4701495" cy="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18">
            <a:extLst>
              <a:ext uri="{FF2B5EF4-FFF2-40B4-BE49-F238E27FC236}">
                <a16:creationId xmlns:a16="http://schemas.microsoft.com/office/drawing/2014/main" id="{2E23B0D5-CB68-E71E-0BC7-D7BC927993BA}"/>
              </a:ext>
            </a:extLst>
          </p:cNvPr>
          <p:cNvSpPr txBox="1"/>
          <p:nvPr/>
        </p:nvSpPr>
        <p:spPr>
          <a:xfrm>
            <a:off x="6327042" y="6170712"/>
            <a:ext cx="32060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High</a:t>
            </a:r>
          </a:p>
        </p:txBody>
      </p:sp>
      <p:sp>
        <p:nvSpPr>
          <p:cNvPr id="29" name="Textfeld 19">
            <a:extLst>
              <a:ext uri="{FF2B5EF4-FFF2-40B4-BE49-F238E27FC236}">
                <a16:creationId xmlns:a16="http://schemas.microsoft.com/office/drawing/2014/main" id="{0F845180-A316-9FEF-C919-C4E1E32F9175}"/>
              </a:ext>
            </a:extLst>
          </p:cNvPr>
          <p:cNvSpPr txBox="1"/>
          <p:nvPr/>
        </p:nvSpPr>
        <p:spPr>
          <a:xfrm>
            <a:off x="1094938" y="6170697"/>
            <a:ext cx="320600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Low</a:t>
            </a:r>
          </a:p>
        </p:txBody>
      </p:sp>
      <p:sp>
        <p:nvSpPr>
          <p:cNvPr id="30" name="Footer Placeholder 29">
            <a:extLst>
              <a:ext uri="{FF2B5EF4-FFF2-40B4-BE49-F238E27FC236}">
                <a16:creationId xmlns:a16="http://schemas.microsoft.com/office/drawing/2014/main" id="{F302D394-C5C4-1CAC-0A77-89EDACF42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7897125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YouGov">
  <a:themeElements>
    <a:clrScheme name="YouGov">
      <a:dk1>
        <a:srgbClr val="000000"/>
      </a:dk1>
      <a:lt1>
        <a:srgbClr val="FFFFFF"/>
      </a:lt1>
      <a:dk2>
        <a:srgbClr val="33415C"/>
      </a:dk2>
      <a:lt2>
        <a:srgbClr val="E6E8ED"/>
      </a:lt2>
      <a:accent1>
        <a:srgbClr val="FF412C"/>
      </a:accent1>
      <a:accent2>
        <a:srgbClr val="9F29FF"/>
      </a:accent2>
      <a:accent3>
        <a:srgbClr val="06A6EE"/>
      </a:accent3>
      <a:accent4>
        <a:srgbClr val="31CAA8"/>
      </a:accent4>
      <a:accent5>
        <a:srgbClr val="808DA5"/>
      </a:accent5>
      <a:accent6>
        <a:srgbClr val="FF2380"/>
      </a:accent6>
      <a:hlink>
        <a:srgbClr val="FF412C"/>
      </a:hlink>
      <a:folHlink>
        <a:srgbClr val="808DA5"/>
      </a:folHlink>
    </a:clrScheme>
    <a:fontScheme name="YouGov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solidFill>
            <a:schemeClr val="accent1"/>
          </a:solidFill>
        </a:ln>
      </a:spPr>
      <a:bodyPr lIns="72000" tIns="36000" rIns="72000" bIns="36000" rtlCol="0" anchor="ctr"/>
      <a:lstStyle>
        <a:defPPr algn="ctr">
          <a:defRPr sz="1400" noProof="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1400" dirty="0" err="1" smtClean="0"/>
        </a:defPPr>
      </a:lstStyle>
    </a:txDef>
  </a:objectDefaults>
  <a:extraClrSchemeLst/>
  <a:custClrLst>
    <a:custClr name="White">
      <a:srgbClr val="FFFFFF"/>
    </a:custClr>
    <a:custClr name="Black">
      <a:srgbClr val="000000"/>
    </a:custClr>
    <a:custClr name="Stone gray 7">
      <a:srgbClr val="E6E8ED"/>
    </a:custClr>
    <a:custClr name="Stone gray 1">
      <a:srgbClr val="33415C"/>
    </a:custClr>
    <a:custClr name="Grapefruit">
      <a:srgbClr val="FF412C"/>
    </a:custClr>
    <a:custClr name="Plum">
      <a:srgbClr val="9F29FF"/>
    </a:custClr>
    <a:custClr name="Blueberry">
      <a:srgbClr val="06A6EE"/>
    </a:custClr>
    <a:custClr name="Avocado">
      <a:srgbClr val="31CAA8"/>
    </a:custClr>
    <a:custClr name="Stone gray 3">
      <a:srgbClr val="808DA5"/>
    </a:custClr>
    <a:custClr name="Pomegranate">
      <a:srgbClr val="FF2380"/>
    </a:custClr>
    <a:custClr>
      <a:srgbClr val="FFFFFF"/>
    </a:custClr>
    <a:custClr>
      <a:srgbClr val="FFFFFF"/>
    </a:custClr>
    <a:custClr name="Stone gray 6">
      <a:srgbClr val="CCD1DB"/>
    </a:custClr>
    <a:custClr name="Stone gray 2">
      <a:srgbClr val="616E90"/>
    </a:custClr>
    <a:custClr name="Grapefruit 60%">
      <a:srgbClr val="FF8D80"/>
    </a:custClr>
    <a:custClr name="Plum 60%">
      <a:srgbClr val="C57FFF"/>
    </a:custClr>
    <a:custClr name="Blueberry 60%">
      <a:srgbClr val="6ACAF5"/>
    </a:custClr>
    <a:custClr name="Avocado 60%">
      <a:srgbClr val="83DFCB"/>
    </a:custClr>
    <a:custClr name="Stone gray 4">
      <a:srgbClr val="99A4B7"/>
    </a:custClr>
    <a:custClr name="Pomegranate 60%">
      <a:srgbClr val="FF7BB3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Grapefruit 80%">
      <a:srgbClr val="FF6756"/>
    </a:custClr>
    <a:custClr name="Plum 80%">
      <a:srgbClr val="B254FF"/>
    </a:custClr>
    <a:custClr name="Blueberry 80%">
      <a:srgbClr val="38B8F1"/>
    </a:custClr>
    <a:custClr name="Avocado 80%">
      <a:srgbClr val="5AD5B9"/>
    </a:custClr>
    <a:custClr name="Stone gray 5">
      <a:srgbClr val="B3BBC9"/>
    </a:custClr>
    <a:custClr name="Pomegranate 80%">
      <a:srgbClr val="FF4F99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Grapefruit dark 1">
      <a:srgbClr val="E8281E"/>
    </a:custClr>
    <a:custClr name="Plum dark 1">
      <a:srgbClr val="8001D8"/>
    </a:custClr>
    <a:custClr name="Blueberry dark 1">
      <a:srgbClr val="006BDB"/>
    </a:custClr>
    <a:custClr name="Avocado dark 1">
      <a:srgbClr val="149678"/>
    </a:custClr>
    <a:custClr>
      <a:srgbClr val="FFFFFF"/>
    </a:custClr>
    <a:custClr name="Pomegranate dark 1">
      <a:srgbClr val="CD0E28"/>
    </a:custClr>
    <a:custClr name="Color has no name">
      <a:srgbClr val="FFFFFF"/>
    </a:custClr>
    <a:custClr name="Color has no name">
      <a:srgbClr val="FFFFFF"/>
    </a:custClr>
    <a:custClr>
      <a:srgbClr val="FFFFFF"/>
    </a:custClr>
    <a:custClr>
      <a:srgbClr val="FFFFFF"/>
    </a:custClr>
    <a:custClr name="Grapefruit dark 2">
      <a:srgbClr val="C20800"/>
    </a:custClr>
    <a:custClr name="Plum dark 2">
      <a:srgbClr val="6600AB"/>
    </a:custClr>
    <a:custClr name="Blueberry dark 2">
      <a:srgbClr val="003CAB"/>
    </a:custClr>
    <a:custClr name="Avocado dark 2">
      <a:srgbClr val="006B46"/>
    </a:custClr>
    <a:custClr>
      <a:srgbClr val="FFFFFF"/>
    </a:custClr>
    <a:custClr name="Pomegranate dark 2">
      <a:srgbClr val="A50115"/>
    </a:custClr>
  </a:custClrLst>
  <a:extLst>
    <a:ext uri="{05A4C25C-085E-4340-85A3-A5531E510DB2}">
      <thm15:themeFamily xmlns:thm15="http://schemas.microsoft.com/office/thememl/2012/main" name="Ergebnispräsentation_Manual Charting YG Schweiz" id="{111132DD-5105-4EE6-BEB4-30D7CCFBCB9F}" vid="{55587E89-61BD-424C-B876-947233F5CDD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INK 05-2021">
    <a:dk1>
      <a:srgbClr val="000000"/>
    </a:dk1>
    <a:lt1>
      <a:srgbClr val="FFFFFF"/>
    </a:lt1>
    <a:dk2>
      <a:srgbClr val="4C524D"/>
    </a:dk2>
    <a:lt2>
      <a:srgbClr val="F6F7F5"/>
    </a:lt2>
    <a:accent1>
      <a:srgbClr val="0D58D7"/>
    </a:accent1>
    <a:accent2>
      <a:srgbClr val="003BB3"/>
    </a:accent2>
    <a:accent3>
      <a:srgbClr val="AA7800"/>
    </a:accent3>
    <a:accent4>
      <a:srgbClr val="FA9E27"/>
    </a:accent4>
    <a:accent5>
      <a:srgbClr val="BE1800"/>
    </a:accent5>
    <a:accent6>
      <a:srgbClr val="287C45"/>
    </a:accent6>
    <a:hlink>
      <a:srgbClr val="0D58D7"/>
    </a:hlink>
    <a:folHlink>
      <a:srgbClr val="4C524D"/>
    </a:folHlink>
  </a:clrScheme>
  <a:fontScheme name="LINK Institut">
    <a:majorFont>
      <a:latin typeface="Arial"/>
      <a:ea typeface=""/>
      <a:cs typeface=""/>
    </a:majorFont>
    <a:minorFont>
      <a:latin typeface="Arial"/>
      <a:ea typeface=""/>
      <a:cs typeface="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LINK 05-2021">
    <a:dk1>
      <a:srgbClr val="000000"/>
    </a:dk1>
    <a:lt1>
      <a:srgbClr val="FFFFFF"/>
    </a:lt1>
    <a:dk2>
      <a:srgbClr val="4C524D"/>
    </a:dk2>
    <a:lt2>
      <a:srgbClr val="F6F7F5"/>
    </a:lt2>
    <a:accent1>
      <a:srgbClr val="0D58D7"/>
    </a:accent1>
    <a:accent2>
      <a:srgbClr val="003BB3"/>
    </a:accent2>
    <a:accent3>
      <a:srgbClr val="AA7800"/>
    </a:accent3>
    <a:accent4>
      <a:srgbClr val="FA9E27"/>
    </a:accent4>
    <a:accent5>
      <a:srgbClr val="BE1800"/>
    </a:accent5>
    <a:accent6>
      <a:srgbClr val="287C45"/>
    </a:accent6>
    <a:hlink>
      <a:srgbClr val="0D58D7"/>
    </a:hlink>
    <a:folHlink>
      <a:srgbClr val="4C524D"/>
    </a:folHlink>
  </a:clrScheme>
  <a:fontScheme name="LINK Institut">
    <a:majorFont>
      <a:latin typeface="Arial"/>
      <a:ea typeface=""/>
      <a:cs typeface=""/>
    </a:majorFont>
    <a:minorFont>
      <a:latin typeface="Arial"/>
      <a:ea typeface=""/>
      <a:cs typeface="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94f6385-94f5-44e2-8137-55f4e11c3995" xsi:nil="true"/>
    <lcf76f155ced4ddcb4097134ff3c332f xmlns="739c7357-ad4b-4234-8453-41b5a0899272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38DA2C36A68F4089B1821473F355A5" ma:contentTypeVersion="10" ma:contentTypeDescription="Create a new document." ma:contentTypeScope="" ma:versionID="d90583123e59d2d23d5bb3c301c41d0d">
  <xsd:schema xmlns:xsd="http://www.w3.org/2001/XMLSchema" xmlns:xs="http://www.w3.org/2001/XMLSchema" xmlns:p="http://schemas.microsoft.com/office/2006/metadata/properties" xmlns:ns2="739c7357-ad4b-4234-8453-41b5a0899272" xmlns:ns3="c94f6385-94f5-44e2-8137-55f4e11c3995" targetNamespace="http://schemas.microsoft.com/office/2006/metadata/properties" ma:root="true" ma:fieldsID="cd811974a41103eb572483fb22cefb54" ns2:_="" ns3:_="">
    <xsd:import namespace="739c7357-ad4b-4234-8453-41b5a0899272"/>
    <xsd:import namespace="c94f6385-94f5-44e2-8137-55f4e11c399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9c7357-ad4b-4234-8453-41b5a089927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18eee4b-1bb2-4d66-b734-98d7ff5681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4f6385-94f5-44e2-8137-55f4e11c399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753bce8-0367-4f2b-8796-783fac11fc34}" ma:internalName="TaxCatchAll" ma:showField="CatchAllData" ma:web="c94f6385-94f5-44e2-8137-55f4e11c399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F00642B-F65C-46B6-A066-2BAFED673C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1687A0B-028E-4D8C-93C6-D7D177D990AE}">
  <ds:schemaRefs>
    <ds:schemaRef ds:uri="http://schemas.microsoft.com/office/2006/metadata/properties"/>
    <ds:schemaRef ds:uri="7956a615-d9ab-460c-9535-01aba8a11dd1"/>
    <ds:schemaRef ds:uri="http://www.w3.org/XML/1998/namespace"/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http://schemas.microsoft.com/office/infopath/2007/PartnerControls"/>
    <ds:schemaRef ds:uri="83f57ff1-df2e-4ac4-a7b4-a4cb90e21744"/>
    <ds:schemaRef ds:uri="da30c981-2d6c-4286-87e8-5c69c6d8559e"/>
    <ds:schemaRef ds:uri="8be6ffaf-f5d6-4faf-9b40-8a0636ee74e1"/>
    <ds:schemaRef ds:uri="http://purl.org/dc/terms/"/>
    <ds:schemaRef ds:uri="c94f6385-94f5-44e2-8137-55f4e11c3995"/>
    <ds:schemaRef ds:uri="739c7357-ad4b-4234-8453-41b5a0899272"/>
  </ds:schemaRefs>
</ds:datastoreItem>
</file>

<file path=customXml/itemProps3.xml><?xml version="1.0" encoding="utf-8"?>
<ds:datastoreItem xmlns:ds="http://schemas.openxmlformats.org/officeDocument/2006/customXml" ds:itemID="{5F771885-CCAE-46D8-939F-7254AE9EBC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39c7357-ad4b-4234-8453-41b5a0899272"/>
    <ds:schemaRef ds:uri="c94f6385-94f5-44e2-8137-55f4e11c39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Ergebnispräsentation_Manual Charting YG Schweiz</Template>
  <TotalTime>0</TotalTime>
  <Words>288</Words>
  <Application>Microsoft Office PowerPoint</Application>
  <PresentationFormat>Widescreen</PresentationFormat>
  <Paragraphs>90</Paragraphs>
  <Slides>4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Arial Black</vt:lpstr>
      <vt:lpstr>Calibri</vt:lpstr>
      <vt:lpstr>Graphik Bold</vt:lpstr>
      <vt:lpstr>YouGov</vt:lpstr>
      <vt:lpstr>think-cell Slide</vt:lpstr>
      <vt:lpstr>Key Driver Analyse</vt:lpstr>
      <vt:lpstr>Key Driver Analyse</vt:lpstr>
      <vt:lpstr>Key Driver Analysis</vt:lpstr>
      <vt:lpstr>Key Driver Analysis</vt:lpstr>
    </vt:vector>
  </TitlesOfParts>
  <Company>YouGov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Lilly Blättner</dc:creator>
  <cp:lastModifiedBy>Emmanuel Guizar Rosales</cp:lastModifiedBy>
  <cp:revision>6</cp:revision>
  <dcterms:created xsi:type="dcterms:W3CDTF">2026-02-05T12:48:03Z</dcterms:created>
  <dcterms:modified xsi:type="dcterms:W3CDTF">2026-05-08T11:02:23Z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0x010100E638DA2C36A68F4089B1821473F355A5</vt:lpwstr>
  </property>
  <property fmtid="{D5CDD505-2E9C-101B-9397-08002B2CF9AE}" pid="3" name="MediaServiceImageTags">
    <vt:lpwstr/>
  </property>
  <property fmtid="{D5CDD505-2E9C-101B-9397-08002B2CF9AE}" pid="4" name="Order">
    <vt:r8>389330100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TriggerFlowInfo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</Properties>
</file>