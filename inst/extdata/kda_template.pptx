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jpg" ContentType="image/jpe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heme/theme2.xml" ContentType="application/vnd.openxmlformats-officedocument.theme+xml"/>
  <Override PartName="/ppt/tags/tag22.xml" ContentType="application/vnd.openxmlformats-officedocument.presentationml.tags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theme/themeOverride1.xml" ContentType="application/vnd.openxmlformats-officedocument.themeOverride+xml"/>
  <Override PartName="/ppt/tags/tag23.xml" ContentType="application/vnd.openxmlformats-officedocument.presentationml.tags+xml"/>
  <Override PartName="/ppt/notesSlides/notesSlide2.xml" ContentType="application/vnd.openxmlformats-officedocument.presentationml.notesSlide+xml"/>
  <Override PartName="/ppt/tags/tag24.xml" ContentType="application/vnd.openxmlformats-officedocument.presentationml.tags+xml"/>
  <Override PartName="/ppt/notesSlides/notesSlide3.xml" ContentType="application/vnd.openxmlformats-officedocument.presentationml.notesSlid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theme/themeOverride2.xml" ContentType="application/vnd.openxmlformats-officedocument.themeOverride+xml"/>
  <Override PartName="/ppt/tags/tag25.xml" ContentType="application/vnd.openxmlformats-officedocument.presentationml.tags+xml"/>
  <Override PartName="/ppt/notesSlides/notesSlide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4"/>
  </p:sldMasterIdLst>
  <p:notesMasterIdLst>
    <p:notesMasterId r:id="rId9"/>
  </p:notesMasterIdLst>
  <p:sldIdLst>
    <p:sldId id="2145706245" r:id="rId5"/>
    <p:sldId id="2145706243" r:id="rId6"/>
    <p:sldId id="2145706246" r:id="rId7"/>
    <p:sldId id="2145706244" r:id="rId8"/>
  </p:sldIdLst>
  <p:sldSz cx="12192000" cy="6858000"/>
  <p:notesSz cx="6858000" cy="9144000"/>
  <p:custDataLst>
    <p:tags r:id="rId10"/>
  </p:custDataLst>
  <p:defaultTextStyle>
    <a:defPPr>
      <a:defRPr lang="en-MX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German" id="{C2A47F10-1A99-4BA8-9EB4-396943AD2BF4}">
          <p14:sldIdLst>
            <p14:sldId id="2145706245"/>
            <p14:sldId id="2145706243"/>
          </p14:sldIdLst>
        </p14:section>
        <p14:section name="English" id="{624340F7-77E9-4E59-95EF-27350C8D7F16}">
          <p14:sldIdLst>
            <p14:sldId id="2145706246"/>
            <p14:sldId id="2145706244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1570" userDrawn="1">
          <p15:clr>
            <a:srgbClr val="A4A3A4"/>
          </p15:clr>
        </p15:guide>
        <p15:guide id="2" pos="7673" userDrawn="1">
          <p15:clr>
            <a:srgbClr val="A4A3A4"/>
          </p15:clr>
        </p15:guide>
        <p15:guide id="4" orient="horz" pos="3022" userDrawn="1">
          <p15:clr>
            <a:srgbClr val="A4A3A4"/>
          </p15:clr>
        </p15:guide>
        <p15:guide id="5" orient="horz" pos="935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D6CD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3F5FE15-04B0-4D5B-B817-7C62AD97E6EC}" v="16" dt="2026-04-23T08:15:08.62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77845" autoAdjust="0"/>
  </p:normalViewPr>
  <p:slideViewPr>
    <p:cSldViewPr snapToGrid="0" showGuides="1">
      <p:cViewPr varScale="1">
        <p:scale>
          <a:sx n="95" d="100"/>
          <a:sy n="95" d="100"/>
        </p:scale>
        <p:origin x="384" y="78"/>
      </p:cViewPr>
      <p:guideLst>
        <p:guide orient="horz" pos="1570"/>
        <p:guide pos="7673"/>
        <p:guide orient="horz" pos="3022"/>
        <p:guide orient="horz" pos="935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75" d="100"/>
        <a:sy n="75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microsoft.com/office/2015/10/relationships/revisionInfo" Target="revisionInfo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presProps" Target="presProps.xml"/><Relationship Id="rId5" Type="http://schemas.openxmlformats.org/officeDocument/2006/relationships/slide" Target="slides/slide1.xml"/><Relationship Id="rId15" Type="http://schemas.microsoft.com/office/2016/11/relationships/changesInfo" Target="changesInfos/changesInfo1.xml"/><Relationship Id="rId10" Type="http://schemas.openxmlformats.org/officeDocument/2006/relationships/tags" Target="tags/tag1.xml"/><Relationship Id="rId4" Type="http://schemas.openxmlformats.org/officeDocument/2006/relationships/slideMaster" Target="slideMasters/slideMaster1.xml"/><Relationship Id="rId9" Type="http://schemas.openxmlformats.org/officeDocument/2006/relationships/notesMaster" Target="notesMasters/notesMaster1.xml"/><Relationship Id="rId14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mmanuel Guizar Rosales" userId="3c96448b-a9c8-436e-8abe-c5b4b4d9e6f9" providerId="ADAL" clId="{05DCB6A1-E90A-4F3E-851B-1240A1D95529}"/>
    <pc:docChg chg="undo custSel addSld delSld modSld addSection delSection modSection">
      <pc:chgData name="Emmanuel Guizar Rosales" userId="3c96448b-a9c8-436e-8abe-c5b4b4d9e6f9" providerId="ADAL" clId="{05DCB6A1-E90A-4F3E-851B-1240A1D95529}" dt="2026-04-23T08:15:11.825" v="381" actId="47"/>
      <pc:docMkLst>
        <pc:docMk/>
      </pc:docMkLst>
      <pc:sldChg chg="modSp del mod">
        <pc:chgData name="Emmanuel Guizar Rosales" userId="3c96448b-a9c8-436e-8abe-c5b4b4d9e6f9" providerId="ADAL" clId="{05DCB6A1-E90A-4F3E-851B-1240A1D95529}" dt="2026-04-23T07:48:27.156" v="33" actId="47"/>
        <pc:sldMkLst>
          <pc:docMk/>
          <pc:sldMk cId="1673387166" sldId="2145706242"/>
        </pc:sldMkLst>
        <pc:spChg chg="mod">
          <ac:chgData name="Emmanuel Guizar Rosales" userId="3c96448b-a9c8-436e-8abe-c5b4b4d9e6f9" providerId="ADAL" clId="{05DCB6A1-E90A-4F3E-851B-1240A1D95529}" dt="2026-04-23T07:48:09.587" v="31" actId="20577"/>
          <ac:spMkLst>
            <pc:docMk/>
            <pc:sldMk cId="1673387166" sldId="2145706242"/>
            <ac:spMk id="3" creationId="{834B6BC5-D419-866D-7FF6-6DB2CEECC398}"/>
          </ac:spMkLst>
        </pc:spChg>
        <pc:spChg chg="mod">
          <ac:chgData name="Emmanuel Guizar Rosales" userId="3c96448b-a9c8-436e-8abe-c5b4b4d9e6f9" providerId="ADAL" clId="{05DCB6A1-E90A-4F3E-851B-1240A1D95529}" dt="2026-04-23T07:48:14.862" v="32" actId="20577"/>
          <ac:spMkLst>
            <pc:docMk/>
            <pc:sldMk cId="1673387166" sldId="2145706242"/>
            <ac:spMk id="49" creationId="{7DCFEF49-7E2A-910A-22FD-B4AAEFC48B5D}"/>
          </ac:spMkLst>
        </pc:spChg>
      </pc:sldChg>
      <pc:sldChg chg="addSp delSp modSp mod">
        <pc:chgData name="Emmanuel Guizar Rosales" userId="3c96448b-a9c8-436e-8abe-c5b4b4d9e6f9" providerId="ADAL" clId="{05DCB6A1-E90A-4F3E-851B-1240A1D95529}" dt="2026-04-23T08:03:51.731" v="168" actId="20577"/>
        <pc:sldMkLst>
          <pc:docMk/>
          <pc:sldMk cId="1102268804" sldId="2145706243"/>
        </pc:sldMkLst>
        <pc:spChg chg="mod">
          <ac:chgData name="Emmanuel Guizar Rosales" userId="3c96448b-a9c8-436e-8abe-c5b4b4d9e6f9" providerId="ADAL" clId="{05DCB6A1-E90A-4F3E-851B-1240A1D95529}" dt="2026-04-23T08:03:36.757" v="165" actId="20577"/>
          <ac:spMkLst>
            <pc:docMk/>
            <pc:sldMk cId="1102268804" sldId="2145706243"/>
            <ac:spMk id="2" creationId="{9AB50443-5709-8342-AC78-A8EC1FB46876}"/>
          </ac:spMkLst>
        </pc:spChg>
        <pc:spChg chg="mod">
          <ac:chgData name="Emmanuel Guizar Rosales" userId="3c96448b-a9c8-436e-8abe-c5b4b4d9e6f9" providerId="ADAL" clId="{05DCB6A1-E90A-4F3E-851B-1240A1D95529}" dt="2026-04-23T08:03:49.180" v="167"/>
          <ac:spMkLst>
            <pc:docMk/>
            <pc:sldMk cId="1102268804" sldId="2145706243"/>
            <ac:spMk id="3" creationId="{CD4E7BEA-171B-26E0-E500-808FFEA1A64E}"/>
          </ac:spMkLst>
        </pc:spChg>
        <pc:spChg chg="mod">
          <ac:chgData name="Emmanuel Guizar Rosales" userId="3c96448b-a9c8-436e-8abe-c5b4b4d9e6f9" providerId="ADAL" clId="{05DCB6A1-E90A-4F3E-851B-1240A1D95529}" dt="2026-04-23T08:03:40.394" v="166" actId="20577"/>
          <ac:spMkLst>
            <pc:docMk/>
            <pc:sldMk cId="1102268804" sldId="2145706243"/>
            <ac:spMk id="19" creationId="{D938FE84-EC46-36BF-FCCD-303CB25CC405}"/>
          </ac:spMkLst>
        </pc:spChg>
        <pc:spChg chg="mod">
          <ac:chgData name="Emmanuel Guizar Rosales" userId="3c96448b-a9c8-436e-8abe-c5b4b4d9e6f9" providerId="ADAL" clId="{05DCB6A1-E90A-4F3E-851B-1240A1D95529}" dt="2026-04-23T08:03:51.731" v="168" actId="20577"/>
          <ac:spMkLst>
            <pc:docMk/>
            <pc:sldMk cId="1102268804" sldId="2145706243"/>
            <ac:spMk id="30" creationId="{B2C4E2AC-F869-15E0-93BE-B2E6143172ED}"/>
          </ac:spMkLst>
        </pc:spChg>
        <pc:graphicFrameChg chg="add del mod">
          <ac:chgData name="Emmanuel Guizar Rosales" userId="3c96448b-a9c8-436e-8abe-c5b4b4d9e6f9" providerId="ADAL" clId="{05DCB6A1-E90A-4F3E-851B-1240A1D95529}" dt="2026-04-23T08:01:29.254" v="130" actId="478"/>
          <ac:graphicFrameMkLst>
            <pc:docMk/>
            <pc:sldMk cId="1102268804" sldId="2145706243"/>
            <ac:graphicFrameMk id="5" creationId="{38293AA6-24C9-9D22-471D-A3370215CF29}"/>
          </ac:graphicFrameMkLst>
        </pc:graphicFrameChg>
        <pc:graphicFrameChg chg="mod modGraphic">
          <ac:chgData name="Emmanuel Guizar Rosales" userId="3c96448b-a9c8-436e-8abe-c5b4b4d9e6f9" providerId="ADAL" clId="{05DCB6A1-E90A-4F3E-851B-1240A1D95529}" dt="2026-04-23T08:01:51.734" v="142" actId="207"/>
          <ac:graphicFrameMkLst>
            <pc:docMk/>
            <pc:sldMk cId="1102268804" sldId="2145706243"/>
            <ac:graphicFrameMk id="20" creationId="{BB3AE844-5198-5C7B-B8B8-04EEA5A33E4B}"/>
          </ac:graphicFrameMkLst>
        </pc:graphicFrameChg>
        <pc:graphicFrameChg chg="modGraphic">
          <ac:chgData name="Emmanuel Guizar Rosales" userId="3c96448b-a9c8-436e-8abe-c5b4b4d9e6f9" providerId="ADAL" clId="{05DCB6A1-E90A-4F3E-851B-1240A1D95529}" dt="2026-04-23T08:02:21.211" v="143" actId="207"/>
          <ac:graphicFrameMkLst>
            <pc:docMk/>
            <pc:sldMk cId="1102268804" sldId="2145706243"/>
            <ac:graphicFrameMk id="21" creationId="{927BB620-8C65-D231-CCC4-FF4633D49A89}"/>
          </ac:graphicFrameMkLst>
        </pc:graphicFrameChg>
        <pc:graphicFrameChg chg="modGraphic">
          <ac:chgData name="Emmanuel Guizar Rosales" userId="3c96448b-a9c8-436e-8abe-c5b4b4d9e6f9" providerId="ADAL" clId="{05DCB6A1-E90A-4F3E-851B-1240A1D95529}" dt="2026-04-23T08:03:09.862" v="147" actId="207"/>
          <ac:graphicFrameMkLst>
            <pc:docMk/>
            <pc:sldMk cId="1102268804" sldId="2145706243"/>
            <ac:graphicFrameMk id="22" creationId="{995276E9-1DCB-374A-F437-367B543C89F7}"/>
          </ac:graphicFrameMkLst>
        </pc:graphicFrameChg>
        <pc:graphicFrameChg chg="mod modGraphic">
          <ac:chgData name="Emmanuel Guizar Rosales" userId="3c96448b-a9c8-436e-8abe-c5b4b4d9e6f9" providerId="ADAL" clId="{05DCB6A1-E90A-4F3E-851B-1240A1D95529}" dt="2026-04-23T08:03:03.641" v="146" actId="207"/>
          <ac:graphicFrameMkLst>
            <pc:docMk/>
            <pc:sldMk cId="1102268804" sldId="2145706243"/>
            <ac:graphicFrameMk id="23" creationId="{65EBDB6A-29EC-8D05-0F66-A2E61DDE0D50}"/>
          </ac:graphicFrameMkLst>
        </pc:graphicFrameChg>
      </pc:sldChg>
      <pc:sldChg chg="modSp mod">
        <pc:chgData name="Emmanuel Guizar Rosales" userId="3c96448b-a9c8-436e-8abe-c5b4b4d9e6f9" providerId="ADAL" clId="{05DCB6A1-E90A-4F3E-851B-1240A1D95529}" dt="2026-04-23T08:15:08.622" v="380"/>
        <pc:sldMkLst>
          <pc:docMk/>
          <pc:sldMk cId="789712583" sldId="2145706244"/>
        </pc:sldMkLst>
        <pc:spChg chg="mod">
          <ac:chgData name="Emmanuel Guizar Rosales" userId="3c96448b-a9c8-436e-8abe-c5b4b4d9e6f9" providerId="ADAL" clId="{05DCB6A1-E90A-4F3E-851B-1240A1D95529}" dt="2026-04-23T08:14:47.455" v="351" actId="20577"/>
          <ac:spMkLst>
            <pc:docMk/>
            <pc:sldMk cId="789712583" sldId="2145706244"/>
            <ac:spMk id="2" creationId="{6DE2B11E-316F-AA74-EE4E-38EC037055DA}"/>
          </ac:spMkLst>
        </pc:spChg>
        <pc:spChg chg="mod">
          <ac:chgData name="Emmanuel Guizar Rosales" userId="3c96448b-a9c8-436e-8abe-c5b4b4d9e6f9" providerId="ADAL" clId="{05DCB6A1-E90A-4F3E-851B-1240A1D95529}" dt="2026-04-23T08:15:08.622" v="380"/>
          <ac:spMkLst>
            <pc:docMk/>
            <pc:sldMk cId="789712583" sldId="2145706244"/>
            <ac:spMk id="3" creationId="{DC4C48B5-A771-3444-AB70-0FD340258EA6}"/>
          </ac:spMkLst>
        </pc:spChg>
        <pc:spChg chg="mod">
          <ac:chgData name="Emmanuel Guizar Rosales" userId="3c96448b-a9c8-436e-8abe-c5b4b4d9e6f9" providerId="ADAL" clId="{05DCB6A1-E90A-4F3E-851B-1240A1D95529}" dt="2026-04-23T08:09:26.371" v="289" actId="790"/>
          <ac:spMkLst>
            <pc:docMk/>
            <pc:sldMk cId="789712583" sldId="2145706244"/>
            <ac:spMk id="4" creationId="{7ED822EB-F0D0-57D8-D687-C7D6AC618196}"/>
          </ac:spMkLst>
        </pc:spChg>
        <pc:spChg chg="mod">
          <ac:chgData name="Emmanuel Guizar Rosales" userId="3c96448b-a9c8-436e-8abe-c5b4b4d9e6f9" providerId="ADAL" clId="{05DCB6A1-E90A-4F3E-851B-1240A1D95529}" dt="2026-04-23T08:14:55.850" v="378" actId="20577"/>
          <ac:spMkLst>
            <pc:docMk/>
            <pc:sldMk cId="789712583" sldId="2145706244"/>
            <ac:spMk id="20" creationId="{293A52E0-EB21-0049-412B-3B18E081E2E3}"/>
          </ac:spMkLst>
        </pc:spChg>
        <pc:spChg chg="mod">
          <ac:chgData name="Emmanuel Guizar Rosales" userId="3c96448b-a9c8-436e-8abe-c5b4b4d9e6f9" providerId="ADAL" clId="{05DCB6A1-E90A-4F3E-851B-1240A1D95529}" dt="2026-04-23T08:09:26.371" v="289" actId="790"/>
          <ac:spMkLst>
            <pc:docMk/>
            <pc:sldMk cId="789712583" sldId="2145706244"/>
            <ac:spMk id="25" creationId="{4A3AD792-8C9E-099B-CC27-008411373CFB}"/>
          </ac:spMkLst>
        </pc:spChg>
        <pc:spChg chg="mod">
          <ac:chgData name="Emmanuel Guizar Rosales" userId="3c96448b-a9c8-436e-8abe-c5b4b4d9e6f9" providerId="ADAL" clId="{05DCB6A1-E90A-4F3E-851B-1240A1D95529}" dt="2026-04-23T08:09:26.371" v="289" actId="790"/>
          <ac:spMkLst>
            <pc:docMk/>
            <pc:sldMk cId="789712583" sldId="2145706244"/>
            <ac:spMk id="26" creationId="{F2E3CA2A-D169-8750-4DCB-6D44B5631996}"/>
          </ac:spMkLst>
        </pc:spChg>
        <pc:spChg chg="mod">
          <ac:chgData name="Emmanuel Guizar Rosales" userId="3c96448b-a9c8-436e-8abe-c5b4b4d9e6f9" providerId="ADAL" clId="{05DCB6A1-E90A-4F3E-851B-1240A1D95529}" dt="2026-04-23T08:09:26.371" v="289" actId="790"/>
          <ac:spMkLst>
            <pc:docMk/>
            <pc:sldMk cId="789712583" sldId="2145706244"/>
            <ac:spMk id="28" creationId="{2E23B0D5-CB68-E71E-0BC7-D7BC927993BA}"/>
          </ac:spMkLst>
        </pc:spChg>
        <pc:spChg chg="mod">
          <ac:chgData name="Emmanuel Guizar Rosales" userId="3c96448b-a9c8-436e-8abe-c5b4b4d9e6f9" providerId="ADAL" clId="{05DCB6A1-E90A-4F3E-851B-1240A1D95529}" dt="2026-04-23T08:09:26.371" v="289" actId="790"/>
          <ac:spMkLst>
            <pc:docMk/>
            <pc:sldMk cId="789712583" sldId="2145706244"/>
            <ac:spMk id="29" creationId="{0F845180-A316-9FEF-C919-C4E1E32F9175}"/>
          </ac:spMkLst>
        </pc:spChg>
        <pc:spChg chg="mod">
          <ac:chgData name="Emmanuel Guizar Rosales" userId="3c96448b-a9c8-436e-8abe-c5b4b4d9e6f9" providerId="ADAL" clId="{05DCB6A1-E90A-4F3E-851B-1240A1D95529}" dt="2026-04-23T08:14:59.777" v="379" actId="20577"/>
          <ac:spMkLst>
            <pc:docMk/>
            <pc:sldMk cId="789712583" sldId="2145706244"/>
            <ac:spMk id="30" creationId="{F302D394-C5C4-1CAC-0A77-89EDACF42EB3}"/>
          </ac:spMkLst>
        </pc:spChg>
        <pc:graphicFrameChg chg="mod modGraphic">
          <ac:chgData name="Emmanuel Guizar Rosales" userId="3c96448b-a9c8-436e-8abe-c5b4b4d9e6f9" providerId="ADAL" clId="{05DCB6A1-E90A-4F3E-851B-1240A1D95529}" dt="2026-04-23T08:13:06.129" v="301" actId="207"/>
          <ac:graphicFrameMkLst>
            <pc:docMk/>
            <pc:sldMk cId="789712583" sldId="2145706244"/>
            <ac:graphicFrameMk id="19" creationId="{36AEDBBD-E4EF-CE5D-30A4-77EF4E3F50AF}"/>
          </ac:graphicFrameMkLst>
        </pc:graphicFrameChg>
        <pc:graphicFrameChg chg="modGraphic">
          <ac:chgData name="Emmanuel Guizar Rosales" userId="3c96448b-a9c8-436e-8abe-c5b4b4d9e6f9" providerId="ADAL" clId="{05DCB6A1-E90A-4F3E-851B-1240A1D95529}" dt="2026-04-23T08:13:38.502" v="310" actId="207"/>
          <ac:graphicFrameMkLst>
            <pc:docMk/>
            <pc:sldMk cId="789712583" sldId="2145706244"/>
            <ac:graphicFrameMk id="21" creationId="{19753286-EE27-4B57-A733-DDF359FB4C8A}"/>
          </ac:graphicFrameMkLst>
        </pc:graphicFrameChg>
        <pc:graphicFrameChg chg="modGraphic">
          <ac:chgData name="Emmanuel Guizar Rosales" userId="3c96448b-a9c8-436e-8abe-c5b4b4d9e6f9" providerId="ADAL" clId="{05DCB6A1-E90A-4F3E-851B-1240A1D95529}" dt="2026-04-23T08:13:57.604" v="323" actId="207"/>
          <ac:graphicFrameMkLst>
            <pc:docMk/>
            <pc:sldMk cId="789712583" sldId="2145706244"/>
            <ac:graphicFrameMk id="22" creationId="{A7A348B5-AA89-7450-0139-0335623C7357}"/>
          </ac:graphicFrameMkLst>
        </pc:graphicFrameChg>
        <pc:graphicFrameChg chg="mod modGraphic">
          <ac:chgData name="Emmanuel Guizar Rosales" userId="3c96448b-a9c8-436e-8abe-c5b4b4d9e6f9" providerId="ADAL" clId="{05DCB6A1-E90A-4F3E-851B-1240A1D95529}" dt="2026-04-23T08:14:30.557" v="332" actId="207"/>
          <ac:graphicFrameMkLst>
            <pc:docMk/>
            <pc:sldMk cId="789712583" sldId="2145706244"/>
            <ac:graphicFrameMk id="23" creationId="{318E9517-534B-0371-42A5-DE0DE3D8AF16}"/>
          </ac:graphicFrameMkLst>
        </pc:graphicFrameChg>
      </pc:sldChg>
      <pc:sldChg chg="modSp mod">
        <pc:chgData name="Emmanuel Guizar Rosales" userId="3c96448b-a9c8-436e-8abe-c5b4b4d9e6f9" providerId="ADAL" clId="{05DCB6A1-E90A-4F3E-851B-1240A1D95529}" dt="2026-04-23T07:59:57.899" v="123" actId="27918"/>
        <pc:sldMkLst>
          <pc:docMk/>
          <pc:sldMk cId="265861374" sldId="2145706245"/>
        </pc:sldMkLst>
        <pc:spChg chg="mod">
          <ac:chgData name="Emmanuel Guizar Rosales" userId="3c96448b-a9c8-436e-8abe-c5b4b4d9e6f9" providerId="ADAL" clId="{05DCB6A1-E90A-4F3E-851B-1240A1D95529}" dt="2026-04-23T07:48:51.120" v="52" actId="20577"/>
          <ac:spMkLst>
            <pc:docMk/>
            <pc:sldMk cId="265861374" sldId="2145706245"/>
            <ac:spMk id="2" creationId="{A9D4970F-0B46-03F5-30FB-E10D141CCCDF}"/>
          </ac:spMkLst>
        </pc:spChg>
        <pc:spChg chg="mod">
          <ac:chgData name="Emmanuel Guizar Rosales" userId="3c96448b-a9c8-436e-8abe-c5b4b4d9e6f9" providerId="ADAL" clId="{05DCB6A1-E90A-4F3E-851B-1240A1D95529}" dt="2026-04-23T07:49:06.394" v="111" actId="20577"/>
          <ac:spMkLst>
            <pc:docMk/>
            <pc:sldMk cId="265861374" sldId="2145706245"/>
            <ac:spMk id="3" creationId="{88B31339-4544-9783-9AF8-90E85A60F2F0}"/>
          </ac:spMkLst>
        </pc:spChg>
        <pc:spChg chg="mod">
          <ac:chgData name="Emmanuel Guizar Rosales" userId="3c96448b-a9c8-436e-8abe-c5b4b4d9e6f9" providerId="ADAL" clId="{05DCB6A1-E90A-4F3E-851B-1240A1D95529}" dt="2026-04-23T07:49:10.423" v="112" actId="20577"/>
          <ac:spMkLst>
            <pc:docMk/>
            <pc:sldMk cId="265861374" sldId="2145706245"/>
            <ac:spMk id="49" creationId="{CF9842C9-DFD3-CD1F-D981-2390FAC759D7}"/>
          </ac:spMkLst>
        </pc:spChg>
        <pc:graphicFrameChg chg="modGraphic">
          <ac:chgData name="Emmanuel Guizar Rosales" userId="3c96448b-a9c8-436e-8abe-c5b4b4d9e6f9" providerId="ADAL" clId="{05DCB6A1-E90A-4F3E-851B-1240A1D95529}" dt="2026-04-23T07:49:43.549" v="117" actId="6549"/>
          <ac:graphicFrameMkLst>
            <pc:docMk/>
            <pc:sldMk cId="265861374" sldId="2145706245"/>
            <ac:graphicFrameMk id="22" creationId="{6576CE87-9A6A-A923-5A12-BF405DC0ABA1}"/>
          </ac:graphicFrameMkLst>
        </pc:graphicFrameChg>
        <pc:graphicFrameChg chg="modGraphic">
          <ac:chgData name="Emmanuel Guizar Rosales" userId="3c96448b-a9c8-436e-8abe-c5b4b4d9e6f9" providerId="ADAL" clId="{05DCB6A1-E90A-4F3E-851B-1240A1D95529}" dt="2026-04-23T07:49:27.971" v="113" actId="6549"/>
          <ac:graphicFrameMkLst>
            <pc:docMk/>
            <pc:sldMk cId="265861374" sldId="2145706245"/>
            <ac:graphicFrameMk id="23" creationId="{57888D6B-CCC6-4429-D9B6-E5994971B6C3}"/>
          </ac:graphicFrameMkLst>
        </pc:graphicFrameChg>
        <pc:graphicFrameChg chg="modGraphic">
          <ac:chgData name="Emmanuel Guizar Rosales" userId="3c96448b-a9c8-436e-8abe-c5b4b4d9e6f9" providerId="ADAL" clId="{05DCB6A1-E90A-4F3E-851B-1240A1D95529}" dt="2026-04-23T07:49:48.026" v="118" actId="6549"/>
          <ac:graphicFrameMkLst>
            <pc:docMk/>
            <pc:sldMk cId="265861374" sldId="2145706245"/>
            <ac:graphicFrameMk id="24" creationId="{B8C9D0C1-1647-AE5A-7733-CC897EFA21AD}"/>
          </ac:graphicFrameMkLst>
        </pc:graphicFrameChg>
        <pc:graphicFrameChg chg="modGraphic">
          <ac:chgData name="Emmanuel Guizar Rosales" userId="3c96448b-a9c8-436e-8abe-c5b4b4d9e6f9" providerId="ADAL" clId="{05DCB6A1-E90A-4F3E-851B-1240A1D95529}" dt="2026-04-23T07:49:38.261" v="116" actId="6549"/>
          <ac:graphicFrameMkLst>
            <pc:docMk/>
            <pc:sldMk cId="265861374" sldId="2145706245"/>
            <ac:graphicFrameMk id="25" creationId="{D28DF0B3-698F-C7DA-D36A-0B5053723CF8}"/>
          </ac:graphicFrameMkLst>
        </pc:graphicFrameChg>
      </pc:sldChg>
      <pc:sldChg chg="modSp add del mod">
        <pc:chgData name="Emmanuel Guizar Rosales" userId="3c96448b-a9c8-436e-8abe-c5b4b4d9e6f9" providerId="ADAL" clId="{05DCB6A1-E90A-4F3E-851B-1240A1D95529}" dt="2026-04-23T08:04:00.115" v="169" actId="47"/>
        <pc:sldMkLst>
          <pc:docMk/>
          <pc:sldMk cId="536172343" sldId="2145706246"/>
        </pc:sldMkLst>
        <pc:graphicFrameChg chg="modGraphic">
          <ac:chgData name="Emmanuel Guizar Rosales" userId="3c96448b-a9c8-436e-8abe-c5b4b4d9e6f9" providerId="ADAL" clId="{05DCB6A1-E90A-4F3E-851B-1240A1D95529}" dt="2026-04-23T08:02:38.703" v="144" actId="207"/>
          <ac:graphicFrameMkLst>
            <pc:docMk/>
            <pc:sldMk cId="536172343" sldId="2145706246"/>
            <ac:graphicFrameMk id="22" creationId="{9FC93B73-7228-3F91-F39A-C0CE9421C0D4}"/>
          </ac:graphicFrameMkLst>
        </pc:graphicFrameChg>
      </pc:sldChg>
      <pc:sldChg chg="modSp add mod">
        <pc:chgData name="Emmanuel Guizar Rosales" userId="3c96448b-a9c8-436e-8abe-c5b4b4d9e6f9" providerId="ADAL" clId="{05DCB6A1-E90A-4F3E-851B-1240A1D95529}" dt="2026-04-23T08:12:14.173" v="291" actId="27918"/>
        <pc:sldMkLst>
          <pc:docMk/>
          <pc:sldMk cId="4283598283" sldId="2145706246"/>
        </pc:sldMkLst>
        <pc:spChg chg="mod">
          <ac:chgData name="Emmanuel Guizar Rosales" userId="3c96448b-a9c8-436e-8abe-c5b4b4d9e6f9" providerId="ADAL" clId="{05DCB6A1-E90A-4F3E-851B-1240A1D95529}" dt="2026-04-23T08:09:17.506" v="288" actId="790"/>
          <ac:spMkLst>
            <pc:docMk/>
            <pc:sldMk cId="4283598283" sldId="2145706246"/>
            <ac:spMk id="2" creationId="{CD97E843-F510-E168-EC2E-8AD207632AB6}"/>
          </ac:spMkLst>
        </pc:spChg>
        <pc:spChg chg="mod">
          <ac:chgData name="Emmanuel Guizar Rosales" userId="3c96448b-a9c8-436e-8abe-c5b4b4d9e6f9" providerId="ADAL" clId="{05DCB6A1-E90A-4F3E-851B-1240A1D95529}" dt="2026-04-23T08:09:17.506" v="288" actId="790"/>
          <ac:spMkLst>
            <pc:docMk/>
            <pc:sldMk cId="4283598283" sldId="2145706246"/>
            <ac:spMk id="3" creationId="{E9ED1B53-9B52-9B15-A3BC-273314A635C8}"/>
          </ac:spMkLst>
        </pc:spChg>
        <pc:spChg chg="mod">
          <ac:chgData name="Emmanuel Guizar Rosales" userId="3c96448b-a9c8-436e-8abe-c5b4b4d9e6f9" providerId="ADAL" clId="{05DCB6A1-E90A-4F3E-851B-1240A1D95529}" dt="2026-04-23T08:09:17.506" v="288" actId="790"/>
          <ac:spMkLst>
            <pc:docMk/>
            <pc:sldMk cId="4283598283" sldId="2145706246"/>
            <ac:spMk id="5" creationId="{908CF415-1C1C-0F17-122D-830FDE853E35}"/>
          </ac:spMkLst>
        </pc:spChg>
        <pc:spChg chg="mod">
          <ac:chgData name="Emmanuel Guizar Rosales" userId="3c96448b-a9c8-436e-8abe-c5b4b4d9e6f9" providerId="ADAL" clId="{05DCB6A1-E90A-4F3E-851B-1240A1D95529}" dt="2026-04-23T08:09:01.917" v="287" actId="20577"/>
          <ac:spMkLst>
            <pc:docMk/>
            <pc:sldMk cId="4283598283" sldId="2145706246"/>
            <ac:spMk id="21" creationId="{46754A46-8A92-E96A-1ACD-74D8D9B1F605}"/>
          </ac:spMkLst>
        </pc:spChg>
        <pc:spChg chg="mod">
          <ac:chgData name="Emmanuel Guizar Rosales" userId="3c96448b-a9c8-436e-8abe-c5b4b4d9e6f9" providerId="ADAL" clId="{05DCB6A1-E90A-4F3E-851B-1240A1D95529}" dt="2026-04-23T08:09:17.506" v="288" actId="790"/>
          <ac:spMkLst>
            <pc:docMk/>
            <pc:sldMk cId="4283598283" sldId="2145706246"/>
            <ac:spMk id="28" creationId="{A2F27220-DE42-52F9-6FAA-EADFCD00680C}"/>
          </ac:spMkLst>
        </pc:spChg>
        <pc:spChg chg="mod">
          <ac:chgData name="Emmanuel Guizar Rosales" userId="3c96448b-a9c8-436e-8abe-c5b4b4d9e6f9" providerId="ADAL" clId="{05DCB6A1-E90A-4F3E-851B-1240A1D95529}" dt="2026-04-23T08:07:00.925" v="221" actId="20577"/>
          <ac:spMkLst>
            <pc:docMk/>
            <pc:sldMk cId="4283598283" sldId="2145706246"/>
            <ac:spMk id="33" creationId="{D8A0AADB-400A-CDF8-6B80-B8147A2F12A0}"/>
          </ac:spMkLst>
        </pc:spChg>
        <pc:spChg chg="mod">
          <ac:chgData name="Emmanuel Guizar Rosales" userId="3c96448b-a9c8-436e-8abe-c5b4b4d9e6f9" providerId="ADAL" clId="{05DCB6A1-E90A-4F3E-851B-1240A1D95529}" dt="2026-04-23T08:09:17.506" v="288" actId="790"/>
          <ac:spMkLst>
            <pc:docMk/>
            <pc:sldMk cId="4283598283" sldId="2145706246"/>
            <ac:spMk id="34" creationId="{2A85CCB6-CB73-3577-3B9A-CFA12334648A}"/>
          </ac:spMkLst>
        </pc:spChg>
        <pc:spChg chg="mod">
          <ac:chgData name="Emmanuel Guizar Rosales" userId="3c96448b-a9c8-436e-8abe-c5b4b4d9e6f9" providerId="ADAL" clId="{05DCB6A1-E90A-4F3E-851B-1240A1D95529}" dt="2026-04-23T08:09:17.506" v="288" actId="790"/>
          <ac:spMkLst>
            <pc:docMk/>
            <pc:sldMk cId="4283598283" sldId="2145706246"/>
            <ac:spMk id="35" creationId="{10586046-CE02-307B-9654-506CCFF2067F}"/>
          </ac:spMkLst>
        </pc:spChg>
        <pc:spChg chg="mod">
          <ac:chgData name="Emmanuel Guizar Rosales" userId="3c96448b-a9c8-436e-8abe-c5b4b4d9e6f9" providerId="ADAL" clId="{05DCB6A1-E90A-4F3E-851B-1240A1D95529}" dt="2026-04-23T08:09:17.506" v="288" actId="790"/>
          <ac:spMkLst>
            <pc:docMk/>
            <pc:sldMk cId="4283598283" sldId="2145706246"/>
            <ac:spMk id="36" creationId="{0ADF5149-B51D-2BC9-B586-A009DB4F4789}"/>
          </ac:spMkLst>
        </pc:spChg>
        <pc:spChg chg="mod">
          <ac:chgData name="Emmanuel Guizar Rosales" userId="3c96448b-a9c8-436e-8abe-c5b4b4d9e6f9" providerId="ADAL" clId="{05DCB6A1-E90A-4F3E-851B-1240A1D95529}" dt="2026-04-23T08:07:51.180" v="274" actId="20577"/>
          <ac:spMkLst>
            <pc:docMk/>
            <pc:sldMk cId="4283598283" sldId="2145706246"/>
            <ac:spMk id="37" creationId="{59B2C01A-D2A4-9383-7EA4-BB17936E98F8}"/>
          </ac:spMkLst>
        </pc:spChg>
        <pc:spChg chg="mod">
          <ac:chgData name="Emmanuel Guizar Rosales" userId="3c96448b-a9c8-436e-8abe-c5b4b4d9e6f9" providerId="ADAL" clId="{05DCB6A1-E90A-4F3E-851B-1240A1D95529}" dt="2026-04-23T08:07:24.730" v="260" actId="20577"/>
          <ac:spMkLst>
            <pc:docMk/>
            <pc:sldMk cId="4283598283" sldId="2145706246"/>
            <ac:spMk id="40" creationId="{CB243D5B-73F5-876E-EFDC-00E41B20694D}"/>
          </ac:spMkLst>
        </pc:spChg>
        <pc:spChg chg="mod">
          <ac:chgData name="Emmanuel Guizar Rosales" userId="3c96448b-a9c8-436e-8abe-c5b4b4d9e6f9" providerId="ADAL" clId="{05DCB6A1-E90A-4F3E-851B-1240A1D95529}" dt="2026-04-23T08:09:17.506" v="288" actId="790"/>
          <ac:spMkLst>
            <pc:docMk/>
            <pc:sldMk cId="4283598283" sldId="2145706246"/>
            <ac:spMk id="41" creationId="{BC33CC4A-2EFD-7745-CB79-74CAAEB5534F}"/>
          </ac:spMkLst>
        </pc:spChg>
        <pc:spChg chg="mod">
          <ac:chgData name="Emmanuel Guizar Rosales" userId="3c96448b-a9c8-436e-8abe-c5b4b4d9e6f9" providerId="ADAL" clId="{05DCB6A1-E90A-4F3E-851B-1240A1D95529}" dt="2026-04-23T08:07:21.113" v="249" actId="20577"/>
          <ac:spMkLst>
            <pc:docMk/>
            <pc:sldMk cId="4283598283" sldId="2145706246"/>
            <ac:spMk id="46" creationId="{91C30195-4356-AA44-F5A6-B298882948CA}"/>
          </ac:spMkLst>
        </pc:spChg>
        <pc:spChg chg="mod">
          <ac:chgData name="Emmanuel Guizar Rosales" userId="3c96448b-a9c8-436e-8abe-c5b4b4d9e6f9" providerId="ADAL" clId="{05DCB6A1-E90A-4F3E-851B-1240A1D95529}" dt="2026-04-23T08:07:38.320" v="267" actId="20577"/>
          <ac:spMkLst>
            <pc:docMk/>
            <pc:sldMk cId="4283598283" sldId="2145706246"/>
            <ac:spMk id="47" creationId="{C9EC4FFA-9B51-5B17-81D3-D5FAD59D325D}"/>
          </ac:spMkLst>
        </pc:spChg>
        <pc:spChg chg="mod">
          <ac:chgData name="Emmanuel Guizar Rosales" userId="3c96448b-a9c8-436e-8abe-c5b4b4d9e6f9" providerId="ADAL" clId="{05DCB6A1-E90A-4F3E-851B-1240A1D95529}" dt="2026-04-23T08:09:17.506" v="288" actId="790"/>
          <ac:spMkLst>
            <pc:docMk/>
            <pc:sldMk cId="4283598283" sldId="2145706246"/>
            <ac:spMk id="48" creationId="{8C07E084-F97A-D854-D3B1-11FD9B05CF40}"/>
          </ac:spMkLst>
        </pc:spChg>
        <pc:spChg chg="mod">
          <ac:chgData name="Emmanuel Guizar Rosales" userId="3c96448b-a9c8-436e-8abe-c5b4b4d9e6f9" providerId="ADAL" clId="{05DCB6A1-E90A-4F3E-851B-1240A1D95529}" dt="2026-04-23T08:09:17.506" v="288" actId="790"/>
          <ac:spMkLst>
            <pc:docMk/>
            <pc:sldMk cId="4283598283" sldId="2145706246"/>
            <ac:spMk id="49" creationId="{35BAE84F-9BC0-A76B-57D8-2F13CFD6F8FF}"/>
          </ac:spMkLst>
        </pc:spChg>
        <pc:graphicFrameChg chg="modGraphic">
          <ac:chgData name="Emmanuel Guizar Rosales" userId="3c96448b-a9c8-436e-8abe-c5b4b4d9e6f9" providerId="ADAL" clId="{05DCB6A1-E90A-4F3E-851B-1240A1D95529}" dt="2026-04-23T08:06:43.586" v="194" actId="20577"/>
          <ac:graphicFrameMkLst>
            <pc:docMk/>
            <pc:sldMk cId="4283598283" sldId="2145706246"/>
            <ac:graphicFrameMk id="22" creationId="{0FF1E6C4-0177-11A6-961D-DA72AC681648}"/>
          </ac:graphicFrameMkLst>
        </pc:graphicFrameChg>
        <pc:graphicFrameChg chg="modGraphic">
          <ac:chgData name="Emmanuel Guizar Rosales" userId="3c96448b-a9c8-436e-8abe-c5b4b4d9e6f9" providerId="ADAL" clId="{05DCB6A1-E90A-4F3E-851B-1240A1D95529}" dt="2026-04-23T08:05:05.497" v="179" actId="20577"/>
          <ac:graphicFrameMkLst>
            <pc:docMk/>
            <pc:sldMk cId="4283598283" sldId="2145706246"/>
            <ac:graphicFrameMk id="23" creationId="{888105CD-15AE-FB1B-CF82-733F661DD183}"/>
          </ac:graphicFrameMkLst>
        </pc:graphicFrameChg>
        <pc:graphicFrameChg chg="modGraphic">
          <ac:chgData name="Emmanuel Guizar Rosales" userId="3c96448b-a9c8-436e-8abe-c5b4b4d9e6f9" providerId="ADAL" clId="{05DCB6A1-E90A-4F3E-851B-1240A1D95529}" dt="2026-04-23T08:06:49.932" v="206" actId="20577"/>
          <ac:graphicFrameMkLst>
            <pc:docMk/>
            <pc:sldMk cId="4283598283" sldId="2145706246"/>
            <ac:graphicFrameMk id="24" creationId="{DC060E08-9D88-0EC6-302C-E498B1A0CF76}"/>
          </ac:graphicFrameMkLst>
        </pc:graphicFrameChg>
        <pc:graphicFrameChg chg="modGraphic">
          <ac:chgData name="Emmanuel Guizar Rosales" userId="3c96448b-a9c8-436e-8abe-c5b4b4d9e6f9" providerId="ADAL" clId="{05DCB6A1-E90A-4F3E-851B-1240A1D95529}" dt="2026-04-23T08:06:38.147" v="187" actId="20577"/>
          <ac:graphicFrameMkLst>
            <pc:docMk/>
            <pc:sldMk cId="4283598283" sldId="2145706246"/>
            <ac:graphicFrameMk id="25" creationId="{9FFF1B21-60D0-7C8F-697E-17DF1A23D0E0}"/>
          </ac:graphicFrameMkLst>
        </pc:graphicFrameChg>
      </pc:sldChg>
      <pc:sldChg chg="add del">
        <pc:chgData name="Emmanuel Guizar Rosales" userId="3c96448b-a9c8-436e-8abe-c5b4b4d9e6f9" providerId="ADAL" clId="{05DCB6A1-E90A-4F3E-851B-1240A1D95529}" dt="2026-04-23T08:15:11.825" v="381" actId="47"/>
        <pc:sldMkLst>
          <pc:docMk/>
          <pc:sldMk cId="294676836" sldId="2145706247"/>
        </pc:sldMkLst>
      </pc:sldChg>
    </pc:docChg>
  </pc:docChgLst>
  <pc:docChgLst>
    <pc:chgData name="Thomas Burkhardt" userId="S::thomas.burkhardt@yougov.ch::ec79295d-9bf3-47f6-ac57-48856f9e3df3" providerId="AD" clId="Web-{429EC6B6-2C73-F06B-3E6F-14199497075A}"/>
    <pc:docChg chg="modSld">
      <pc:chgData name="Thomas Burkhardt" userId="S::thomas.burkhardt@yougov.ch::ec79295d-9bf3-47f6-ac57-48856f9e3df3" providerId="AD" clId="Web-{429EC6B6-2C73-F06B-3E6F-14199497075A}" dt="2026-03-30T14:57:02.222" v="0" actId="14100"/>
      <pc:docMkLst>
        <pc:docMk/>
      </pc:docMkLst>
    </pc:docChg>
  </pc:docChgLst>
</pc:chgInfo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1.xml"/><Relationship Id="rId2" Type="http://schemas.microsoft.com/office/2011/relationships/chartColorStyle" Target="colors1.xml"/><Relationship Id="rId1" Type="http://schemas.microsoft.com/office/2011/relationships/chartStyle" Target="style1.xml"/><Relationship Id="rId4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2.xml"/><Relationship Id="rId2" Type="http://schemas.microsoft.com/office/2011/relationships/chartColorStyle" Target="colors2.xml"/><Relationship Id="rId1" Type="http://schemas.microsoft.com/office/2011/relationships/chartStyle" Target="style2.xml"/><Relationship Id="rId4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2.6887292588210817E-2"/>
          <c:y val="0"/>
          <c:w val="0.95600261212838233"/>
          <c:h val="0.95510577009865172"/>
        </c:manualLayout>
      </c:layout>
      <c:scatterChart>
        <c:scatterStyle val="lineMarker"/>
        <c:varyColors val="0"/>
        <c:ser>
          <c:idx val="0"/>
          <c:order val="0"/>
          <c:tx>
            <c:strRef>
              <c:f>Tabelle1!$F$4</c:f>
              <c:strCache>
                <c:ptCount val="1"/>
                <c:pt idx="0">
                  <c:v>Q1</c:v>
                </c:pt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circle"/>
            <c:size val="7"/>
            <c:spPr>
              <a:solidFill>
                <a:srgbClr val="31CAA8"/>
              </a:solidFill>
              <a:ln w="9525">
                <a:noFill/>
              </a:ln>
              <a:effectLst/>
            </c:spPr>
          </c:marker>
          <c:dLbls>
            <c:dLbl>
              <c:idx val="0"/>
              <c:tx>
                <c:strRef>
                  <c:f>Tabelle1!$A$5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{14FECF09-47DE-4BC1-BA5E-67259D5244DF}</c15:txfldGUID>
                      <c15:f>Tabelle1!$A$5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00-91BF-4123-A69D-9703F90EAC2E}"/>
                </c:ext>
              </c:extLst>
            </c:dLbl>
            <c:dLbl>
              <c:idx val="1"/>
              <c:tx>
                <c:strRef>
                  <c:f>Tabelle1!$A$6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{BB758844-E511-42B7-AEA1-1FE5E35D6528}</c15:txfldGUID>
                      <c15:f>Tabelle1!$A$6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01-91BF-4123-A69D-9703F90EAC2E}"/>
                </c:ext>
              </c:extLst>
            </c:dLbl>
            <c:dLbl>
              <c:idx val="2"/>
              <c:tx>
                <c:strRef>
                  <c:f>Tabelle1!$A$7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{B4818F2F-744B-4353-AE76-8A3EB27F2835}</c15:txfldGUID>
                      <c15:f>Tabelle1!$A$7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02-91BF-4123-A69D-9703F90EAC2E}"/>
                </c:ext>
              </c:extLst>
            </c:dLbl>
            <c:dLbl>
              <c:idx val="3"/>
              <c:tx>
                <c:strRef>
                  <c:f>Tabelle1!$A$8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{10546E0B-1182-4531-A679-01BFB51B9A17}</c15:txfldGUID>
                      <c15:f>Tabelle1!$A$8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03-91BF-4123-A69D-9703F90EAC2E}"/>
                </c:ext>
              </c:extLst>
            </c:dLbl>
            <c:dLbl>
              <c:idx val="4"/>
              <c:tx>
                <c:strRef>
                  <c:f>Tabelle1!$A$9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{B82B26C1-91A4-4A49-8399-60E79CFD0263}</c15:txfldGUID>
                      <c15:f>Tabelle1!$A$9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04-91BF-4123-A69D-9703F90EAC2E}"/>
                </c:ext>
              </c:extLst>
            </c:dLbl>
            <c:dLbl>
              <c:idx val="5"/>
              <c:tx>
                <c:strRef>
                  <c:f>Tabelle1!$A$10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{41464F78-2B1B-4610-BA90-26A9604F911A}</c15:txfldGUID>
                      <c15:f>Tabelle1!$A$10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05-91BF-4123-A69D-9703F90EAC2E}"/>
                </c:ext>
              </c:extLst>
            </c:dLbl>
            <c:dLbl>
              <c:idx val="6"/>
              <c:tx>
                <c:strRef>
                  <c:f>Tabelle1!$A$11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{95DD3C37-AC78-4C51-991F-3515C124E19D}</c15:txfldGUID>
                      <c15:f>Tabelle1!$A$11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06-91BF-4123-A69D-9703F90EAC2E}"/>
                </c:ext>
              </c:extLst>
            </c:dLbl>
            <c:dLbl>
              <c:idx val="7"/>
              <c:tx>
                <c:strRef>
                  <c:f>Tabelle1!$A$12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{58CAB45D-3033-4702-AA10-D263C728D415}</c15:txfldGUID>
                      <c15:f>Tabelle1!$A$12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07-91BF-4123-A69D-9703F90EAC2E}"/>
                </c:ext>
              </c:extLst>
            </c:dLbl>
            <c:dLbl>
              <c:idx val="8"/>
              <c:tx>
                <c:strRef>
                  <c:f>Tabelle1!$A$13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{84A11084-7DAF-4A86-98C1-52408A5E530D}</c15:txfldGUID>
                      <c15:f>Tabelle1!$A$13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08-91BF-4123-A69D-9703F90EAC2E}"/>
                </c:ext>
              </c:extLst>
            </c:dLbl>
            <c:dLbl>
              <c:idx val="9"/>
              <c:tx>
                <c:strRef>
                  <c:f>Tabelle1!$A$14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{6552AED0-688E-49CF-BB0B-401D9C3837D6}</c15:txfldGUID>
                      <c15:f>Tabelle1!$A$14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09-91BF-4123-A69D-9703F90EAC2E}"/>
                </c:ext>
              </c:extLst>
            </c:dLbl>
            <c:dLbl>
              <c:idx val="10"/>
              <c:tx>
                <c:strRef>
                  <c:f>Tabelle1!$A$15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{2765C253-3368-4E33-BCC5-B899B5B58D91}</c15:txfldGUID>
                      <c15:f>Tabelle1!$A$15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0A-91BF-4123-A69D-9703F90EAC2E}"/>
                </c:ext>
              </c:extLst>
            </c:dLbl>
            <c:dLbl>
              <c:idx val="11"/>
              <c:tx>
                <c:strRef>
                  <c:f>Tabelle1!$A$16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{A3F1E9D3-DB94-4A03-BCA1-F3D5B637172A}</c15:txfldGUID>
                      <c15:f>Tabelle1!$A$16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0B-91BF-4123-A69D-9703F90EAC2E}"/>
                </c:ext>
              </c:extLst>
            </c:dLbl>
            <c:dLbl>
              <c:idx val="12"/>
              <c:tx>
                <c:strRef>
                  <c:f>Tabelle1!$A$17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{73A1691A-555A-4A95-A047-FA8F76AFE45D}</c15:txfldGUID>
                      <c15:f>Tabelle1!$A$17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0C-91BF-4123-A69D-9703F90EAC2E}"/>
                </c:ext>
              </c:extLst>
            </c:dLbl>
            <c:dLbl>
              <c:idx val="13"/>
              <c:tx>
                <c:strRef>
                  <c:f>Tabelle1!$A$18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{1A8601AC-C273-4877-B99B-435578CF10CF}</c15:txfldGUID>
                      <c15:f>Tabelle1!$A$18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0D-91BF-4123-A69D-9703F90EAC2E}"/>
                </c:ext>
              </c:extLst>
            </c:dLbl>
            <c:dLbl>
              <c:idx val="14"/>
              <c:tx>
                <c:strRef>
                  <c:f>Tabelle1!$A$19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{F7C1FC5D-C5DC-4114-B5C7-257B3BE5F9E6}</c15:txfldGUID>
                      <c15:f>Tabelle1!$A$19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0E-91BF-4123-A69D-9703F90EAC2E}"/>
                </c:ext>
              </c:extLst>
            </c:dLbl>
            <c:dLbl>
              <c:idx val="15"/>
              <c:tx>
                <c:strRef>
                  <c:f>Tabelle1!$A$20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{7BD357B0-C86E-4E1C-839A-A4F3D96A1F4E}</c15:txfldGUID>
                      <c15:f>Tabelle1!$A$20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0F-91BF-4123-A69D-9703F90EAC2E}"/>
                </c:ext>
              </c:extLst>
            </c:dLbl>
            <c:dLbl>
              <c:idx val="16"/>
              <c:tx>
                <c:strRef>
                  <c:f>Tabelle1!$A$21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{CB85A89F-036A-4341-8B65-CFF6172F6AF0}</c15:txfldGUID>
                      <c15:f>Tabelle1!$A$21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10-91BF-4123-A69D-9703F90EAC2E}"/>
                </c:ext>
              </c:extLst>
            </c:dLbl>
            <c:dLbl>
              <c:idx val="17"/>
              <c:tx>
                <c:strRef>
                  <c:f>Tabelle1!$A$22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{93F83A66-1244-41BB-9ADB-DFDD717514C1}</c15:txfldGUID>
                      <c15:f>Tabelle1!$A$22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11-91BF-4123-A69D-9703F90EAC2E}"/>
                </c:ext>
              </c:extLst>
            </c:dLbl>
            <c:dLbl>
              <c:idx val="18"/>
              <c:tx>
                <c:strRef>
                  <c:f>Tabelle1!$A$23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{2B7E7F12-79E6-4D3B-BEFA-E671E13DC4DC}</c15:txfldGUID>
                      <c15:f>Tabelle1!$A$23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12-91BF-4123-A69D-9703F90EAC2E}"/>
                </c:ext>
              </c:extLst>
            </c:dLbl>
            <c:dLbl>
              <c:idx val="19"/>
              <c:tx>
                <c:strRef>
                  <c:f>Tabelle1!$A$24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{376D6745-F84C-4A92-97C8-B95FD7E21F57}</c15:txfldGUID>
                      <c15:f>Tabelle1!$A$24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13-91BF-4123-A69D-9703F90EAC2E}"/>
                </c:ext>
              </c:extLst>
            </c:dLbl>
            <c:dLbl>
              <c:idx val="20"/>
              <c:tx>
                <c:strRef>
                  <c:f>Tabelle1!$A$25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{94B14E0B-4C2D-4B63-96AD-AC181C844F16}</c15:txfldGUID>
                      <c15:f>Tabelle1!$A$25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14-91BF-4123-A69D-9703F90EAC2E}"/>
                </c:ext>
              </c:extLst>
            </c:dLbl>
            <c:dLbl>
              <c:idx val="21"/>
              <c:tx>
                <c:strRef>
                  <c:f>Tabelle1!$A$26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{4DD0EAB5-460F-41B9-921E-99992AA07535}</c15:txfldGUID>
                      <c15:f>Tabelle1!$A$26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15-91BF-4123-A69D-9703F90EAC2E}"/>
                </c:ext>
              </c:extLst>
            </c:dLbl>
            <c:dLbl>
              <c:idx val="22"/>
              <c:tx>
                <c:strRef>
                  <c:f>Tabelle1!$A$27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{9F85176E-71A9-4ADA-9D8B-C448E5FCF31F}</c15:txfldGUID>
                      <c15:f>Tabelle1!$A$27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16-91BF-4123-A69D-9703F90EAC2E}"/>
                </c:ext>
              </c:extLst>
            </c:dLbl>
            <c:dLbl>
              <c:idx val="23"/>
              <c:tx>
                <c:strRef>
                  <c:f>Tabelle1!$A$28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{3F846812-4E28-419F-A679-E292A48FB360}</c15:txfldGUID>
                      <c15:f>Tabelle1!$A$28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17-91BF-4123-A69D-9703F90EAC2E}"/>
                </c:ext>
              </c:extLst>
            </c:dLbl>
            <c:dLbl>
              <c:idx val="24"/>
              <c:tx>
                <c:strRef>
                  <c:f>Tabelle1!$A$29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{087C4DEC-8D71-45DE-819C-0C538F427B51}</c15:txfldGUID>
                      <c15:f>Tabelle1!$A$29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18-91BF-4123-A69D-9703F90EAC2E}"/>
                </c:ext>
              </c:extLst>
            </c:dLbl>
            <c:dLbl>
              <c:idx val="25"/>
              <c:tx>
                <c:strRef>
                  <c:f>Tabelle1!$A$30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{7938183C-9029-4020-9A69-4E4CB109B59F}</c15:txfldGUID>
                      <c15:f>Tabelle1!$A$30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19-91BF-4123-A69D-9703F90EAC2E}"/>
                </c:ext>
              </c:extLst>
            </c:dLbl>
            <c:dLbl>
              <c:idx val="26"/>
              <c:tx>
                <c:strRef>
                  <c:f>Tabelle1!$A$31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{8CFAF227-3548-42B7-8E0F-628CDEECAAAC}</c15:txfldGUID>
                      <c15:f>Tabelle1!$A$31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1A-91BF-4123-A69D-9703F90EAC2E}"/>
                </c:ext>
              </c:extLst>
            </c:dLbl>
            <c:dLbl>
              <c:idx val="27"/>
              <c:tx>
                <c:strRef>
                  <c:f>Tabelle1!$A$32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{F2FD784F-E094-44CF-890B-EA2AEEB411D0}</c15:txfldGUID>
                      <c15:f>Tabelle1!$A$32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1B-91BF-4123-A69D-9703F90EAC2E}"/>
                </c:ext>
              </c:extLst>
            </c:dLbl>
            <c:dLbl>
              <c:idx val="28"/>
              <c:tx>
                <c:strRef>
                  <c:f>Tabelle1!$A$33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{0233ED0E-2458-4A60-90E5-EB57A6F6C102}</c15:txfldGUID>
                      <c15:f>Tabelle1!$A$33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1C-91BF-4123-A69D-9703F90EAC2E}"/>
                </c:ext>
              </c:extLst>
            </c:dLbl>
            <c:dLbl>
              <c:idx val="29"/>
              <c:tx>
                <c:strRef>
                  <c:f>Tabelle1!$A$34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{DE446E09-17D5-4740-BBC5-6472054B40A8}</c15:txfldGUID>
                      <c15:f>Tabelle1!$A$34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1D-91BF-4123-A69D-9703F90EAC2E}"/>
                </c:ext>
              </c:extLst>
            </c:dLbl>
            <c:dLbl>
              <c:idx val="30"/>
              <c:tx>
                <c:strRef>
                  <c:f>Tabelle1!$A$35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{7D3FDF59-5773-4F8B-A204-F60F6C2F57FF}</c15:txfldGUID>
                      <c15:f>Tabelle1!$A$35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1E-91BF-4123-A69D-9703F90EAC2E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9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de-DE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xVal>
            <c:numRef>
              <c:f>Tabelle1!$C$5:$C$35</c:f>
              <c:numCache>
                <c:formatCode>0%</c:formatCode>
                <c:ptCount val="31"/>
              </c:numCache>
            </c:numRef>
          </c:xVal>
          <c:yVal>
            <c:numRef>
              <c:f>Tabelle1!$F$5:$F$35</c:f>
              <c:numCache>
                <c:formatCode>General</c:formatCode>
                <c:ptCount val="31"/>
                <c:pt idx="0">
                  <c:v>#N/A</c:v>
                </c:pt>
                <c:pt idx="1">
                  <c:v>#N/A</c:v>
                </c:pt>
                <c:pt idx="2">
                  <c:v>#N/A</c:v>
                </c:pt>
                <c:pt idx="3">
                  <c:v>#N/A</c:v>
                </c:pt>
                <c:pt idx="4">
                  <c:v>#N/A</c:v>
                </c:pt>
                <c:pt idx="5">
                  <c:v>#N/A</c:v>
                </c:pt>
                <c:pt idx="6">
                  <c:v>#N/A</c:v>
                </c:pt>
                <c:pt idx="7">
                  <c:v>#N/A</c:v>
                </c:pt>
                <c:pt idx="8">
                  <c:v>#N/A</c:v>
                </c:pt>
                <c:pt idx="9">
                  <c:v>#N/A</c:v>
                </c:pt>
                <c:pt idx="10">
                  <c:v>#N/A</c:v>
                </c:pt>
                <c:pt idx="11">
                  <c:v>#N/A</c:v>
                </c:pt>
                <c:pt idx="12">
                  <c:v>#N/A</c:v>
                </c:pt>
                <c:pt idx="13">
                  <c:v>#N/A</c:v>
                </c:pt>
                <c:pt idx="14">
                  <c:v>#N/A</c:v>
                </c:pt>
                <c:pt idx="15">
                  <c:v>#N/A</c:v>
                </c:pt>
                <c:pt idx="16">
                  <c:v>#N/A</c:v>
                </c:pt>
                <c:pt idx="17">
                  <c:v>#N/A</c:v>
                </c:pt>
                <c:pt idx="18">
                  <c:v>#N/A</c:v>
                </c:pt>
                <c:pt idx="19">
                  <c:v>#N/A</c:v>
                </c:pt>
                <c:pt idx="20">
                  <c:v>#N/A</c:v>
                </c:pt>
                <c:pt idx="21">
                  <c:v>#N/A</c:v>
                </c:pt>
                <c:pt idx="22">
                  <c:v>#N/A</c:v>
                </c:pt>
                <c:pt idx="23">
                  <c:v>#N/A</c:v>
                </c:pt>
                <c:pt idx="24">
                  <c:v>#N/A</c:v>
                </c:pt>
                <c:pt idx="25">
                  <c:v>#N/A</c:v>
                </c:pt>
                <c:pt idx="26">
                  <c:v>#N/A</c:v>
                </c:pt>
                <c:pt idx="27">
                  <c:v>#N/A</c:v>
                </c:pt>
                <c:pt idx="28">
                  <c:v>#N/A</c:v>
                </c:pt>
                <c:pt idx="29">
                  <c:v>#N/A</c:v>
                </c:pt>
                <c:pt idx="30">
                  <c:v>#N/A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1F-91BF-4123-A69D-9703F90EAC2E}"/>
            </c:ext>
          </c:extLst>
        </c:ser>
        <c:ser>
          <c:idx val="1"/>
          <c:order val="1"/>
          <c:tx>
            <c:strRef>
              <c:f>Tabelle1!$G$4</c:f>
              <c:strCache>
                <c:ptCount val="1"/>
                <c:pt idx="0">
                  <c:v>Q2</c:v>
                </c:pt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circle"/>
            <c:size val="7"/>
            <c:spPr>
              <a:solidFill>
                <a:srgbClr val="FF412C"/>
              </a:solidFill>
              <a:ln w="9525">
                <a:noFill/>
              </a:ln>
              <a:effectLst/>
            </c:spPr>
          </c:marker>
          <c:dPt>
            <c:idx val="2"/>
            <c:marker>
              <c:symbol val="circle"/>
              <c:size val="7"/>
              <c:spPr>
                <a:solidFill>
                  <a:srgbClr val="9F29FF"/>
                </a:solidFill>
                <a:ln w="9525">
                  <a:noFill/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22-91BF-4123-A69D-9703F90EAC2E}"/>
              </c:ext>
            </c:extLst>
          </c:dPt>
          <c:dLbls>
            <c:dLbl>
              <c:idx val="0"/>
              <c:layout>
                <c:manualLayout>
                  <c:x val="-5.133644471466467E-2"/>
                  <c:y val="1.6994763753836337E-2"/>
                </c:manualLayout>
              </c:layout>
              <c:tx>
                <c:strRef>
                  <c:f>Tabelle1!$A$5</c:f>
                  <c:strCache>
                    <c:ptCount val="1"/>
                  </c:strCache>
                </c:strRef>
              </c:tx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{1015EF19-12DE-4F5C-91AB-4691AE449239}</c15:txfldGUID>
                      <c15:f>Tabelle1!$A$5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20-91BF-4123-A69D-9703F90EAC2E}"/>
                </c:ext>
              </c:extLst>
            </c:dLbl>
            <c:dLbl>
              <c:idx val="1"/>
              <c:tx>
                <c:strRef>
                  <c:f>Tabelle1!$A$6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{393230AB-67C9-41F0-8678-39E35DFDDF4D}</c15:txfldGUID>
                      <c15:f>Tabelle1!$A$6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21-91BF-4123-A69D-9703F90EAC2E}"/>
                </c:ext>
              </c:extLst>
            </c:dLbl>
            <c:dLbl>
              <c:idx val="2"/>
              <c:tx>
                <c:strRef>
                  <c:f>Tabelle1!$A$7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{801A1581-9365-4B1E-8957-0FAACACA5901}</c15:txfldGUID>
                      <c15:f>Tabelle1!$A$7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22-91BF-4123-A69D-9703F90EAC2E}"/>
                </c:ext>
              </c:extLst>
            </c:dLbl>
            <c:dLbl>
              <c:idx val="3"/>
              <c:tx>
                <c:strRef>
                  <c:f>Tabelle1!$A$8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{E01B7194-E120-4F6D-A41A-656A5C2F06AD}</c15:txfldGUID>
                      <c15:f>Tabelle1!$A$8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23-91BF-4123-A69D-9703F90EAC2E}"/>
                </c:ext>
              </c:extLst>
            </c:dLbl>
            <c:dLbl>
              <c:idx val="4"/>
              <c:tx>
                <c:strRef>
                  <c:f>Tabelle1!$A$9</c:f>
                  <c:strCache>
                    <c:ptCount val="1"/>
                  </c:strCache>
                </c:strRef>
              </c:tx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{339791A2-C37B-46A4-BA88-65B693A1D031}</c15:txfldGUID>
                      <c15:f>Tabelle1!$A$9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24-91BF-4123-A69D-9703F90EAC2E}"/>
                </c:ext>
              </c:extLst>
            </c:dLbl>
            <c:dLbl>
              <c:idx val="5"/>
              <c:tx>
                <c:strRef>
                  <c:f>Tabelle1!$A$10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{429AC1D0-36EC-40CB-83E6-E7CCD6C2F614}</c15:txfldGUID>
                      <c15:f>Tabelle1!$A$10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25-91BF-4123-A69D-9703F90EAC2E}"/>
                </c:ext>
              </c:extLst>
            </c:dLbl>
            <c:dLbl>
              <c:idx val="6"/>
              <c:tx>
                <c:strRef>
                  <c:f>Tabelle1!$A$11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{2FF83848-380D-465D-8289-151D26D92E92}</c15:txfldGUID>
                      <c15:f>Tabelle1!$A$11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26-91BF-4123-A69D-9703F90EAC2E}"/>
                </c:ext>
              </c:extLst>
            </c:dLbl>
            <c:dLbl>
              <c:idx val="7"/>
              <c:tx>
                <c:strRef>
                  <c:f>Tabelle1!$A$12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{715CC515-80E7-46E4-B506-D70900289F69}</c15:txfldGUID>
                      <c15:f>Tabelle1!$A$12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27-91BF-4123-A69D-9703F90EAC2E}"/>
                </c:ext>
              </c:extLst>
            </c:dLbl>
            <c:dLbl>
              <c:idx val="8"/>
              <c:tx>
                <c:strRef>
                  <c:f>Tabelle1!$A$13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{FFE3E8E2-A689-4382-93F9-330F95C3BF51}</c15:txfldGUID>
                      <c15:f>Tabelle1!$A$13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28-91BF-4123-A69D-9703F90EAC2E}"/>
                </c:ext>
              </c:extLst>
            </c:dLbl>
            <c:dLbl>
              <c:idx val="9"/>
              <c:tx>
                <c:strRef>
                  <c:f>Tabelle1!$A$14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{DF068ED0-CE3D-4632-828F-7BAF145A84F6}</c15:txfldGUID>
                      <c15:f>Tabelle1!$A$14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29-91BF-4123-A69D-9703F90EAC2E}"/>
                </c:ext>
              </c:extLst>
            </c:dLbl>
            <c:dLbl>
              <c:idx val="10"/>
              <c:tx>
                <c:strRef>
                  <c:f>Tabelle1!$A$15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{67382F30-33C4-47BD-90C0-714287E109DD}</c15:txfldGUID>
                      <c15:f>Tabelle1!$A$15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2A-91BF-4123-A69D-9703F90EAC2E}"/>
                </c:ext>
              </c:extLst>
            </c:dLbl>
            <c:dLbl>
              <c:idx val="11"/>
              <c:tx>
                <c:strRef>
                  <c:f>Tabelle1!$A$16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{948176F9-36E9-4A41-A2B8-774F12BED3FF}</c15:txfldGUID>
                      <c15:f>Tabelle1!$A$16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2B-91BF-4123-A69D-9703F90EAC2E}"/>
                </c:ext>
              </c:extLst>
            </c:dLbl>
            <c:dLbl>
              <c:idx val="12"/>
              <c:tx>
                <c:strRef>
                  <c:f>Tabelle1!$A$17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{0AA9463E-506C-453D-8F69-123BEA592E19}</c15:txfldGUID>
                      <c15:f>Tabelle1!$A$17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2C-91BF-4123-A69D-9703F90EAC2E}"/>
                </c:ext>
              </c:extLst>
            </c:dLbl>
            <c:dLbl>
              <c:idx val="13"/>
              <c:tx>
                <c:strRef>
                  <c:f>Tabelle1!$A$18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{738B9127-E281-4866-9E74-FE0A14EDB92C}</c15:txfldGUID>
                      <c15:f>Tabelle1!$A$18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2D-91BF-4123-A69D-9703F90EAC2E}"/>
                </c:ext>
              </c:extLst>
            </c:dLbl>
            <c:dLbl>
              <c:idx val="14"/>
              <c:tx>
                <c:strRef>
                  <c:f>Tabelle1!$A$19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{4FCFBCDC-B407-4569-B48D-F54B2B41A5A4}</c15:txfldGUID>
                      <c15:f>Tabelle1!$A$19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2E-91BF-4123-A69D-9703F90EAC2E}"/>
                </c:ext>
              </c:extLst>
            </c:dLbl>
            <c:dLbl>
              <c:idx val="15"/>
              <c:tx>
                <c:strRef>
                  <c:f>Tabelle1!$A$20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{E53AF192-13A6-47E6-B77D-2B2EAD45E90E}</c15:txfldGUID>
                      <c15:f>Tabelle1!$A$20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2F-91BF-4123-A69D-9703F90EAC2E}"/>
                </c:ext>
              </c:extLst>
            </c:dLbl>
            <c:dLbl>
              <c:idx val="16"/>
              <c:tx>
                <c:strRef>
                  <c:f>Tabelle1!$A$21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{0E531F8E-28E5-4B1C-9BE9-F211964FA786}</c15:txfldGUID>
                      <c15:f>Tabelle1!$A$21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30-91BF-4123-A69D-9703F90EAC2E}"/>
                </c:ext>
              </c:extLst>
            </c:dLbl>
            <c:dLbl>
              <c:idx val="17"/>
              <c:tx>
                <c:strRef>
                  <c:f>Tabelle1!$A$22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{DA8CC49E-E4B2-4B48-8165-85B6E26619F5}</c15:txfldGUID>
                      <c15:f>Tabelle1!$A$22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31-91BF-4123-A69D-9703F90EAC2E}"/>
                </c:ext>
              </c:extLst>
            </c:dLbl>
            <c:dLbl>
              <c:idx val="18"/>
              <c:tx>
                <c:strRef>
                  <c:f>Tabelle1!$A$23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{55182864-CF8A-4D7D-816D-67A78882D1DA}</c15:txfldGUID>
                      <c15:f>Tabelle1!$A$23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32-91BF-4123-A69D-9703F90EAC2E}"/>
                </c:ext>
              </c:extLst>
            </c:dLbl>
            <c:dLbl>
              <c:idx val="19"/>
              <c:tx>
                <c:strRef>
                  <c:f>Tabelle1!$A$24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{43641A23-243F-4ABA-99B2-A2528243ADA1}</c15:txfldGUID>
                      <c15:f>Tabelle1!$A$24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33-91BF-4123-A69D-9703F90EAC2E}"/>
                </c:ext>
              </c:extLst>
            </c:dLbl>
            <c:dLbl>
              <c:idx val="20"/>
              <c:tx>
                <c:strRef>
                  <c:f>Tabelle1!$A$25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{ED8A6861-AA95-4B13-BC19-1DE0C73F5E6F}</c15:txfldGUID>
                      <c15:f>Tabelle1!$A$25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34-91BF-4123-A69D-9703F90EAC2E}"/>
                </c:ext>
              </c:extLst>
            </c:dLbl>
            <c:dLbl>
              <c:idx val="21"/>
              <c:tx>
                <c:strRef>
                  <c:f>Tabelle1!$A$26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{0C6A1C24-D675-46F2-B65D-74AB41E3979A}</c15:txfldGUID>
                      <c15:f>Tabelle1!$A$26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35-91BF-4123-A69D-9703F90EAC2E}"/>
                </c:ext>
              </c:extLst>
            </c:dLbl>
            <c:dLbl>
              <c:idx val="22"/>
              <c:tx>
                <c:strRef>
                  <c:f>Tabelle1!$A$27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{7E2C27B3-1E4F-444E-9D84-B464040801EC}</c15:txfldGUID>
                      <c15:f>Tabelle1!$A$27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36-91BF-4123-A69D-9703F90EAC2E}"/>
                </c:ext>
              </c:extLst>
            </c:dLbl>
            <c:dLbl>
              <c:idx val="23"/>
              <c:tx>
                <c:strRef>
                  <c:f>Tabelle1!$A$28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{AA8215A6-017A-4295-8508-724275BD3137}</c15:txfldGUID>
                      <c15:f>Tabelle1!$A$28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37-91BF-4123-A69D-9703F90EAC2E}"/>
                </c:ext>
              </c:extLst>
            </c:dLbl>
            <c:dLbl>
              <c:idx val="24"/>
              <c:tx>
                <c:strRef>
                  <c:f>Tabelle1!$A$29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{6C7EE220-EA94-4E59-A44A-AADCC3BC3389}</c15:txfldGUID>
                      <c15:f>Tabelle1!$A$29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38-91BF-4123-A69D-9703F90EAC2E}"/>
                </c:ext>
              </c:extLst>
            </c:dLbl>
            <c:dLbl>
              <c:idx val="25"/>
              <c:tx>
                <c:strRef>
                  <c:f>Tabelle1!$A$30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{AE098EA1-12FB-4CE9-BB77-FD69AB0F3B03}</c15:txfldGUID>
                      <c15:f>Tabelle1!$A$30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39-91BF-4123-A69D-9703F90EAC2E}"/>
                </c:ext>
              </c:extLst>
            </c:dLbl>
            <c:dLbl>
              <c:idx val="26"/>
              <c:tx>
                <c:strRef>
                  <c:f>Tabelle1!$A$31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{0DF869AD-23A7-4EB3-93B5-A386352EB671}</c15:txfldGUID>
                      <c15:f>Tabelle1!$A$31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3A-91BF-4123-A69D-9703F90EAC2E}"/>
                </c:ext>
              </c:extLst>
            </c:dLbl>
            <c:dLbl>
              <c:idx val="27"/>
              <c:tx>
                <c:strRef>
                  <c:f>Tabelle1!$A$32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{3B08C027-73CB-4AB2-B32F-0945AFE63A37}</c15:txfldGUID>
                      <c15:f>Tabelle1!$A$32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3B-91BF-4123-A69D-9703F90EAC2E}"/>
                </c:ext>
              </c:extLst>
            </c:dLbl>
            <c:dLbl>
              <c:idx val="28"/>
              <c:tx>
                <c:strRef>
                  <c:f>Tabelle1!$A$33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{63A7DA50-0CCC-4904-83C6-1D526F662D59}</c15:txfldGUID>
                      <c15:f>Tabelle1!$A$33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3C-91BF-4123-A69D-9703F90EAC2E}"/>
                </c:ext>
              </c:extLst>
            </c:dLbl>
            <c:dLbl>
              <c:idx val="29"/>
              <c:tx>
                <c:strRef>
                  <c:f>Tabelle1!$A$34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{1FE2C6B1-D6E5-460E-9395-BA95EFB8E86C}</c15:txfldGUID>
                      <c15:f>Tabelle1!$A$34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3D-91BF-4123-A69D-9703F90EAC2E}"/>
                </c:ext>
              </c:extLst>
            </c:dLbl>
            <c:dLbl>
              <c:idx val="30"/>
              <c:tx>
                <c:strRef>
                  <c:f>Tabelle1!$A$35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{726A229E-A1C4-41BB-A905-361C5AB13924}</c15:txfldGUID>
                      <c15:f>Tabelle1!$A$35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3E-91BF-4123-A69D-9703F90EAC2E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9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de-DE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xVal>
            <c:numRef>
              <c:f>Tabelle1!$C$5:$C$35</c:f>
              <c:numCache>
                <c:formatCode>0%</c:formatCode>
                <c:ptCount val="31"/>
              </c:numCache>
            </c:numRef>
          </c:xVal>
          <c:yVal>
            <c:numRef>
              <c:f>Tabelle1!$G$5:$G$35</c:f>
              <c:numCache>
                <c:formatCode>General</c:formatCode>
                <c:ptCount val="31"/>
                <c:pt idx="0">
                  <c:v>#N/A</c:v>
                </c:pt>
                <c:pt idx="1">
                  <c:v>#N/A</c:v>
                </c:pt>
                <c:pt idx="2">
                  <c:v>#N/A</c:v>
                </c:pt>
                <c:pt idx="3">
                  <c:v>#N/A</c:v>
                </c:pt>
                <c:pt idx="4">
                  <c:v>#N/A</c:v>
                </c:pt>
                <c:pt idx="5">
                  <c:v>#N/A</c:v>
                </c:pt>
                <c:pt idx="6">
                  <c:v>#N/A</c:v>
                </c:pt>
                <c:pt idx="7">
                  <c:v>#N/A</c:v>
                </c:pt>
                <c:pt idx="8">
                  <c:v>#N/A</c:v>
                </c:pt>
                <c:pt idx="9">
                  <c:v>#N/A</c:v>
                </c:pt>
                <c:pt idx="10">
                  <c:v>#N/A</c:v>
                </c:pt>
                <c:pt idx="11">
                  <c:v>#N/A</c:v>
                </c:pt>
                <c:pt idx="12">
                  <c:v>#N/A</c:v>
                </c:pt>
                <c:pt idx="13">
                  <c:v>#N/A</c:v>
                </c:pt>
                <c:pt idx="14">
                  <c:v>#N/A</c:v>
                </c:pt>
                <c:pt idx="15">
                  <c:v>#N/A</c:v>
                </c:pt>
                <c:pt idx="16">
                  <c:v>#N/A</c:v>
                </c:pt>
                <c:pt idx="17">
                  <c:v>#N/A</c:v>
                </c:pt>
                <c:pt idx="18">
                  <c:v>#N/A</c:v>
                </c:pt>
                <c:pt idx="19">
                  <c:v>#N/A</c:v>
                </c:pt>
                <c:pt idx="20">
                  <c:v>#N/A</c:v>
                </c:pt>
                <c:pt idx="21">
                  <c:v>#N/A</c:v>
                </c:pt>
                <c:pt idx="22">
                  <c:v>#N/A</c:v>
                </c:pt>
                <c:pt idx="23">
                  <c:v>#N/A</c:v>
                </c:pt>
                <c:pt idx="24">
                  <c:v>#N/A</c:v>
                </c:pt>
                <c:pt idx="25">
                  <c:v>#N/A</c:v>
                </c:pt>
                <c:pt idx="26">
                  <c:v>#N/A</c:v>
                </c:pt>
                <c:pt idx="27">
                  <c:v>#N/A</c:v>
                </c:pt>
                <c:pt idx="28">
                  <c:v>#N/A</c:v>
                </c:pt>
                <c:pt idx="29">
                  <c:v>#N/A</c:v>
                </c:pt>
                <c:pt idx="30">
                  <c:v>#N/A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3F-91BF-4123-A69D-9703F90EAC2E}"/>
            </c:ext>
          </c:extLst>
        </c:ser>
        <c:ser>
          <c:idx val="2"/>
          <c:order val="2"/>
          <c:tx>
            <c:strRef>
              <c:f>Tabelle1!$H$4</c:f>
              <c:strCache>
                <c:ptCount val="1"/>
                <c:pt idx="0">
                  <c:v>Q3</c:v>
                </c:pt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circle"/>
            <c:size val="7"/>
            <c:spPr>
              <a:solidFill>
                <a:srgbClr val="31CAA8"/>
              </a:solidFill>
              <a:ln w="9525">
                <a:noFill/>
              </a:ln>
              <a:effectLst/>
            </c:spPr>
          </c:marker>
          <c:dPt>
            <c:idx val="6"/>
            <c:marker>
              <c:symbol val="circle"/>
              <c:size val="7"/>
              <c:spPr>
                <a:solidFill>
                  <a:srgbClr val="06A6EE"/>
                </a:solidFill>
                <a:ln w="9525">
                  <a:noFill/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46-91BF-4123-A69D-9703F90EAC2E}"/>
              </c:ext>
            </c:extLst>
          </c:dPt>
          <c:dLbls>
            <c:dLbl>
              <c:idx val="0"/>
              <c:tx>
                <c:strRef>
                  <c:f>Tabelle1!$A$5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{6DB3BA70-CB16-484C-98B9-B533F409BD21}</c15:txfldGUID>
                      <c15:f>Tabelle1!$A$5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40-91BF-4123-A69D-9703F90EAC2E}"/>
                </c:ext>
              </c:extLst>
            </c:dLbl>
            <c:dLbl>
              <c:idx val="1"/>
              <c:tx>
                <c:strRef>
                  <c:f>Tabelle1!$A$6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{A3FF48EF-A3B3-4958-8FBC-63AFA0056FF7}</c15:txfldGUID>
                      <c15:f>Tabelle1!$A$6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41-91BF-4123-A69D-9703F90EAC2E}"/>
                </c:ext>
              </c:extLst>
            </c:dLbl>
            <c:dLbl>
              <c:idx val="2"/>
              <c:tx>
                <c:strRef>
                  <c:f>Tabelle1!$A$7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{571CB8A0-559A-4838-A951-E827809AD84E}</c15:txfldGUID>
                      <c15:f>Tabelle1!$A$7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42-91BF-4123-A69D-9703F90EAC2E}"/>
                </c:ext>
              </c:extLst>
            </c:dLbl>
            <c:dLbl>
              <c:idx val="3"/>
              <c:tx>
                <c:strRef>
                  <c:f>Tabelle1!$A$8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{B0DCAC6B-169C-4EF2-BE0C-357C323F3959}</c15:txfldGUID>
                      <c15:f>Tabelle1!$A$8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43-91BF-4123-A69D-9703F90EAC2E}"/>
                </c:ext>
              </c:extLst>
            </c:dLbl>
            <c:dLbl>
              <c:idx val="4"/>
              <c:tx>
                <c:strRef>
                  <c:f>Tabelle1!$A$9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{97AE5546-E154-4BE7-AD11-3A829DE85710}</c15:txfldGUID>
                      <c15:f>Tabelle1!$A$9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44-91BF-4123-A69D-9703F90EAC2E}"/>
                </c:ext>
              </c:extLst>
            </c:dLbl>
            <c:dLbl>
              <c:idx val="5"/>
              <c:tx>
                <c:strRef>
                  <c:f>Tabelle1!$A$10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{68FB12C9-F539-41E3-AA9A-61E44B16C112}</c15:txfldGUID>
                      <c15:f>Tabelle1!$A$10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45-91BF-4123-A69D-9703F90EAC2E}"/>
                </c:ext>
              </c:extLst>
            </c:dLbl>
            <c:dLbl>
              <c:idx val="6"/>
              <c:tx>
                <c:strRef>
                  <c:f>Tabelle1!$A$11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{65FF068C-CF2D-484D-AF8F-C732D9D4B84E}</c15:txfldGUID>
                      <c15:f>Tabelle1!$A$11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46-91BF-4123-A69D-9703F90EAC2E}"/>
                </c:ext>
              </c:extLst>
            </c:dLbl>
            <c:dLbl>
              <c:idx val="7"/>
              <c:tx>
                <c:strRef>
                  <c:f>Tabelle1!$A$12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{689F1542-D216-4B26-8F0A-ADA4142B5A34}</c15:txfldGUID>
                      <c15:f>Tabelle1!$A$12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47-91BF-4123-A69D-9703F90EAC2E}"/>
                </c:ext>
              </c:extLst>
            </c:dLbl>
            <c:dLbl>
              <c:idx val="8"/>
              <c:tx>
                <c:strRef>
                  <c:f>Tabelle1!$A$13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{67AC2113-1728-42DE-8626-70B2401621AF}</c15:txfldGUID>
                      <c15:f>Tabelle1!$A$13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48-91BF-4123-A69D-9703F90EAC2E}"/>
                </c:ext>
              </c:extLst>
            </c:dLbl>
            <c:dLbl>
              <c:idx val="9"/>
              <c:tx>
                <c:strRef>
                  <c:f>Tabelle1!$A$14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{35B30EF4-A182-4FB9-BC37-9C7C70DAFAE9}</c15:txfldGUID>
                      <c15:f>Tabelle1!$A$14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49-91BF-4123-A69D-9703F90EAC2E}"/>
                </c:ext>
              </c:extLst>
            </c:dLbl>
            <c:dLbl>
              <c:idx val="10"/>
              <c:tx>
                <c:strRef>
                  <c:f>Tabelle1!$A$15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{580CFF46-DF4F-4BD7-B553-B8C31D1E8DA3}</c15:txfldGUID>
                      <c15:f>Tabelle1!$A$15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4A-91BF-4123-A69D-9703F90EAC2E}"/>
                </c:ext>
              </c:extLst>
            </c:dLbl>
            <c:dLbl>
              <c:idx val="11"/>
              <c:tx>
                <c:strRef>
                  <c:f>Tabelle1!$A$16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{70ACB290-1911-456C-8744-FF50138921B5}</c15:txfldGUID>
                      <c15:f>Tabelle1!$A$16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4B-91BF-4123-A69D-9703F90EAC2E}"/>
                </c:ext>
              </c:extLst>
            </c:dLbl>
            <c:dLbl>
              <c:idx val="12"/>
              <c:tx>
                <c:strRef>
                  <c:f>Tabelle1!$A$17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{D060C6E1-6AEE-4E9A-AB72-6223603C8BF2}</c15:txfldGUID>
                      <c15:f>Tabelle1!$A$17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4C-91BF-4123-A69D-9703F90EAC2E}"/>
                </c:ext>
              </c:extLst>
            </c:dLbl>
            <c:dLbl>
              <c:idx val="13"/>
              <c:tx>
                <c:strRef>
                  <c:f>Tabelle1!$A$18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{919B14EF-3F6A-4BF5-8974-2DF8916D1A24}</c15:txfldGUID>
                      <c15:f>Tabelle1!$A$18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4D-91BF-4123-A69D-9703F90EAC2E}"/>
                </c:ext>
              </c:extLst>
            </c:dLbl>
            <c:dLbl>
              <c:idx val="14"/>
              <c:tx>
                <c:strRef>
                  <c:f>Tabelle1!$A$19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{1A266A3B-CA92-4C00-8AC3-F7ACD673F97B}</c15:txfldGUID>
                      <c15:f>Tabelle1!$A$19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4E-91BF-4123-A69D-9703F90EAC2E}"/>
                </c:ext>
              </c:extLst>
            </c:dLbl>
            <c:dLbl>
              <c:idx val="15"/>
              <c:tx>
                <c:strRef>
                  <c:f>Tabelle1!$A$20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{38C5EB55-DF40-435F-8275-D69BA34BB907}</c15:txfldGUID>
                      <c15:f>Tabelle1!$A$20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4F-91BF-4123-A69D-9703F90EAC2E}"/>
                </c:ext>
              </c:extLst>
            </c:dLbl>
            <c:dLbl>
              <c:idx val="16"/>
              <c:tx>
                <c:strRef>
                  <c:f>Tabelle1!$A$21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{0AD56B94-8391-4CA0-9DBE-41A5326A22C8}</c15:txfldGUID>
                      <c15:f>Tabelle1!$A$21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50-91BF-4123-A69D-9703F90EAC2E}"/>
                </c:ext>
              </c:extLst>
            </c:dLbl>
            <c:dLbl>
              <c:idx val="17"/>
              <c:tx>
                <c:strRef>
                  <c:f>Tabelle1!$A$22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{DBAC39C7-B57C-41E7-927C-D901526C8196}</c15:txfldGUID>
                      <c15:f>Tabelle1!$A$22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51-91BF-4123-A69D-9703F90EAC2E}"/>
                </c:ext>
              </c:extLst>
            </c:dLbl>
            <c:dLbl>
              <c:idx val="18"/>
              <c:tx>
                <c:strRef>
                  <c:f>Tabelle1!$A$23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{C74E2CB3-4F4C-4576-A23B-19A3DEDDEBA3}</c15:txfldGUID>
                      <c15:f>Tabelle1!$A$23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52-91BF-4123-A69D-9703F90EAC2E}"/>
                </c:ext>
              </c:extLst>
            </c:dLbl>
            <c:dLbl>
              <c:idx val="19"/>
              <c:tx>
                <c:strRef>
                  <c:f>Tabelle1!$A$24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{5F93589C-70D8-46EC-A994-3DDC0CED2B27}</c15:txfldGUID>
                      <c15:f>Tabelle1!$A$24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53-91BF-4123-A69D-9703F90EAC2E}"/>
                </c:ext>
              </c:extLst>
            </c:dLbl>
            <c:dLbl>
              <c:idx val="20"/>
              <c:tx>
                <c:strRef>
                  <c:f>Tabelle1!$A$25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{FD3E8F60-AE4A-464B-9FBB-8D14B5A9B6D3}</c15:txfldGUID>
                      <c15:f>Tabelle1!$A$25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54-91BF-4123-A69D-9703F90EAC2E}"/>
                </c:ext>
              </c:extLst>
            </c:dLbl>
            <c:dLbl>
              <c:idx val="21"/>
              <c:tx>
                <c:strRef>
                  <c:f>Tabelle1!$A$26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{A590F2C8-573A-44B5-A4A2-98FE4FD70F2F}</c15:txfldGUID>
                      <c15:f>Tabelle1!$A$26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55-91BF-4123-A69D-9703F90EAC2E}"/>
                </c:ext>
              </c:extLst>
            </c:dLbl>
            <c:dLbl>
              <c:idx val="22"/>
              <c:tx>
                <c:strRef>
                  <c:f>Tabelle1!$A$27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{B4ACE343-2B99-4ECC-A437-75EB7C998F78}</c15:txfldGUID>
                      <c15:f>Tabelle1!$A$27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56-91BF-4123-A69D-9703F90EAC2E}"/>
                </c:ext>
              </c:extLst>
            </c:dLbl>
            <c:dLbl>
              <c:idx val="23"/>
              <c:tx>
                <c:strRef>
                  <c:f>Tabelle1!$A$28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{DB0FD75C-4F0D-49F2-96FD-783B702A6967}</c15:txfldGUID>
                      <c15:f>Tabelle1!$A$28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57-91BF-4123-A69D-9703F90EAC2E}"/>
                </c:ext>
              </c:extLst>
            </c:dLbl>
            <c:dLbl>
              <c:idx val="24"/>
              <c:tx>
                <c:strRef>
                  <c:f>Tabelle1!$A$29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{D400F627-1E8D-4C24-B515-B0642589389F}</c15:txfldGUID>
                      <c15:f>Tabelle1!$A$29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58-91BF-4123-A69D-9703F90EAC2E}"/>
                </c:ext>
              </c:extLst>
            </c:dLbl>
            <c:dLbl>
              <c:idx val="25"/>
              <c:tx>
                <c:strRef>
                  <c:f>Tabelle1!$A$30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{7C01CA7D-1CF2-4636-AE08-092E4CBE20C0}</c15:txfldGUID>
                      <c15:f>Tabelle1!$A$30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59-91BF-4123-A69D-9703F90EAC2E}"/>
                </c:ext>
              </c:extLst>
            </c:dLbl>
            <c:dLbl>
              <c:idx val="26"/>
              <c:tx>
                <c:strRef>
                  <c:f>Tabelle1!$A$31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{096093D6-C028-4AA7-A2DF-AA5A6229636A}</c15:txfldGUID>
                      <c15:f>Tabelle1!$A$31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5A-91BF-4123-A69D-9703F90EAC2E}"/>
                </c:ext>
              </c:extLst>
            </c:dLbl>
            <c:dLbl>
              <c:idx val="27"/>
              <c:tx>
                <c:strRef>
                  <c:f>Tabelle1!$A$32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{2285653D-81AC-4C0E-BBF1-A6A8F1424426}</c15:txfldGUID>
                      <c15:f>Tabelle1!$A$32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5B-91BF-4123-A69D-9703F90EAC2E}"/>
                </c:ext>
              </c:extLst>
            </c:dLbl>
            <c:dLbl>
              <c:idx val="28"/>
              <c:tx>
                <c:strRef>
                  <c:f>Tabelle1!$A$33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{A7D18A6D-085F-4F5B-AD7F-687F54C64EBA}</c15:txfldGUID>
                      <c15:f>Tabelle1!$A$33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5C-91BF-4123-A69D-9703F90EAC2E}"/>
                </c:ext>
              </c:extLst>
            </c:dLbl>
            <c:dLbl>
              <c:idx val="29"/>
              <c:tx>
                <c:strRef>
                  <c:f>Tabelle1!$A$34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{F3DC6A2A-5892-4043-8DC2-E97CBA9F9A14}</c15:txfldGUID>
                      <c15:f>Tabelle1!$A$34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5D-91BF-4123-A69D-9703F90EAC2E}"/>
                </c:ext>
              </c:extLst>
            </c:dLbl>
            <c:dLbl>
              <c:idx val="30"/>
              <c:tx>
                <c:strRef>
                  <c:f>Tabelle1!$A$35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{D82DE816-6C08-4D5B-8454-589BE9D8F8D0}</c15:txfldGUID>
                      <c15:f>Tabelle1!$A$35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5E-91BF-4123-A69D-9703F90EAC2E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9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de-DE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xVal>
            <c:numRef>
              <c:f>Tabelle1!$C$5:$C$35</c:f>
              <c:numCache>
                <c:formatCode>0%</c:formatCode>
                <c:ptCount val="31"/>
              </c:numCache>
            </c:numRef>
          </c:xVal>
          <c:yVal>
            <c:numRef>
              <c:f>Tabelle1!$H$5:$H$35</c:f>
              <c:numCache>
                <c:formatCode>General</c:formatCode>
                <c:ptCount val="31"/>
                <c:pt idx="0">
                  <c:v>#N/A</c:v>
                </c:pt>
                <c:pt idx="1">
                  <c:v>#N/A</c:v>
                </c:pt>
                <c:pt idx="2">
                  <c:v>#N/A</c:v>
                </c:pt>
                <c:pt idx="3">
                  <c:v>#N/A</c:v>
                </c:pt>
                <c:pt idx="4">
                  <c:v>#N/A</c:v>
                </c:pt>
                <c:pt idx="5">
                  <c:v>#N/A</c:v>
                </c:pt>
                <c:pt idx="6">
                  <c:v>#N/A</c:v>
                </c:pt>
                <c:pt idx="7">
                  <c:v>#N/A</c:v>
                </c:pt>
                <c:pt idx="8">
                  <c:v>#N/A</c:v>
                </c:pt>
                <c:pt idx="9">
                  <c:v>#N/A</c:v>
                </c:pt>
                <c:pt idx="10">
                  <c:v>#N/A</c:v>
                </c:pt>
                <c:pt idx="11">
                  <c:v>#N/A</c:v>
                </c:pt>
                <c:pt idx="12">
                  <c:v>#N/A</c:v>
                </c:pt>
                <c:pt idx="13">
                  <c:v>#N/A</c:v>
                </c:pt>
                <c:pt idx="14">
                  <c:v>#N/A</c:v>
                </c:pt>
                <c:pt idx="15">
                  <c:v>#N/A</c:v>
                </c:pt>
                <c:pt idx="16">
                  <c:v>#N/A</c:v>
                </c:pt>
                <c:pt idx="17">
                  <c:v>#N/A</c:v>
                </c:pt>
                <c:pt idx="18">
                  <c:v>#N/A</c:v>
                </c:pt>
                <c:pt idx="19">
                  <c:v>#N/A</c:v>
                </c:pt>
                <c:pt idx="20">
                  <c:v>#N/A</c:v>
                </c:pt>
                <c:pt idx="21">
                  <c:v>#N/A</c:v>
                </c:pt>
                <c:pt idx="22">
                  <c:v>#N/A</c:v>
                </c:pt>
                <c:pt idx="23">
                  <c:v>#N/A</c:v>
                </c:pt>
                <c:pt idx="24">
                  <c:v>#N/A</c:v>
                </c:pt>
                <c:pt idx="25">
                  <c:v>#N/A</c:v>
                </c:pt>
                <c:pt idx="26">
                  <c:v>#N/A</c:v>
                </c:pt>
                <c:pt idx="27">
                  <c:v>#N/A</c:v>
                </c:pt>
                <c:pt idx="28">
                  <c:v>#N/A</c:v>
                </c:pt>
                <c:pt idx="29">
                  <c:v>#N/A</c:v>
                </c:pt>
                <c:pt idx="30">
                  <c:v>#N/A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5F-91BF-4123-A69D-9703F90EAC2E}"/>
            </c:ext>
          </c:extLst>
        </c:ser>
        <c:ser>
          <c:idx val="3"/>
          <c:order val="3"/>
          <c:tx>
            <c:strRef>
              <c:f>Tabelle1!$I$4</c:f>
              <c:strCache>
                <c:ptCount val="1"/>
                <c:pt idx="0">
                  <c:v>Q4</c:v>
                </c:pt>
              </c:strCache>
            </c:strRef>
          </c:tx>
          <c:spPr>
            <a:ln w="25400" cap="rnd">
              <a:noFill/>
              <a:round/>
            </a:ln>
            <a:effectLst/>
          </c:spPr>
          <c:marker>
            <c:symbol val="circle"/>
            <c:size val="7"/>
            <c:spPr>
              <a:solidFill>
                <a:srgbClr val="FF412C"/>
              </a:solidFill>
              <a:ln w="9525">
                <a:noFill/>
              </a:ln>
              <a:effectLst/>
            </c:spPr>
          </c:marker>
          <c:dLbls>
            <c:dLbl>
              <c:idx val="0"/>
              <c:tx>
                <c:strRef>
                  <c:f>Tabelle1!$A$5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{4718F113-53BB-4D80-BD5A-6F84A17B2948}</c15:txfldGUID>
                      <c15:f>Tabelle1!$A$5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60-91BF-4123-A69D-9703F90EAC2E}"/>
                </c:ext>
              </c:extLst>
            </c:dLbl>
            <c:dLbl>
              <c:idx val="1"/>
              <c:tx>
                <c:strRef>
                  <c:f>Tabelle1!$A$6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{CE274B00-D1DF-4BEB-92FE-509FA4C5DAA7}</c15:txfldGUID>
                      <c15:f>Tabelle1!$A$6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61-91BF-4123-A69D-9703F90EAC2E}"/>
                </c:ext>
              </c:extLst>
            </c:dLbl>
            <c:dLbl>
              <c:idx val="2"/>
              <c:tx>
                <c:strRef>
                  <c:f>Tabelle1!$A$7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{970FBA5E-18CA-4DE1-B5D0-E1DEAED35E28}</c15:txfldGUID>
                      <c15:f>Tabelle1!$A$7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62-91BF-4123-A69D-9703F90EAC2E}"/>
                </c:ext>
              </c:extLst>
            </c:dLbl>
            <c:dLbl>
              <c:idx val="3"/>
              <c:tx>
                <c:strRef>
                  <c:f>Tabelle1!$A$8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{C481D046-B7E1-4123-B111-6858A35B99AE}</c15:txfldGUID>
                      <c15:f>Tabelle1!$A$8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63-91BF-4123-A69D-9703F90EAC2E}"/>
                </c:ext>
              </c:extLst>
            </c:dLbl>
            <c:dLbl>
              <c:idx val="4"/>
              <c:tx>
                <c:strRef>
                  <c:f>Tabelle1!$A$9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{8A50DAD6-54C9-47EA-B2B0-D7A88BF46CE0}</c15:txfldGUID>
                      <c15:f>Tabelle1!$A$9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64-91BF-4123-A69D-9703F90EAC2E}"/>
                </c:ext>
              </c:extLst>
            </c:dLbl>
            <c:dLbl>
              <c:idx val="5"/>
              <c:tx>
                <c:strRef>
                  <c:f>Tabelle1!$A$10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{E784306C-FD43-4EC9-8518-0BDAE9287A58}</c15:txfldGUID>
                      <c15:f>Tabelle1!$A$10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65-91BF-4123-A69D-9703F90EAC2E}"/>
                </c:ext>
              </c:extLst>
            </c:dLbl>
            <c:dLbl>
              <c:idx val="6"/>
              <c:tx>
                <c:strRef>
                  <c:f>Tabelle1!$A$11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{CE170F10-4278-4D89-904B-E8A9FDA66874}</c15:txfldGUID>
                      <c15:f>Tabelle1!$A$11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66-91BF-4123-A69D-9703F90EAC2E}"/>
                </c:ext>
              </c:extLst>
            </c:dLbl>
            <c:dLbl>
              <c:idx val="7"/>
              <c:tx>
                <c:strRef>
                  <c:f>Tabelle1!$A$12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{6834C68A-1074-4F00-9CE6-ACE602929D8B}</c15:txfldGUID>
                      <c15:f>Tabelle1!$A$12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67-91BF-4123-A69D-9703F90EAC2E}"/>
                </c:ext>
              </c:extLst>
            </c:dLbl>
            <c:dLbl>
              <c:idx val="8"/>
              <c:tx>
                <c:strRef>
                  <c:f>Tabelle1!$A$13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{EF0DF6AE-6D12-43B9-8014-7886F4DD8CC7}</c15:txfldGUID>
                      <c15:f>Tabelle1!$A$13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68-91BF-4123-A69D-9703F90EAC2E}"/>
                </c:ext>
              </c:extLst>
            </c:dLbl>
            <c:dLbl>
              <c:idx val="9"/>
              <c:tx>
                <c:strRef>
                  <c:f>Tabelle1!$A$14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{82053698-A6A0-412F-99B9-A6A0E05C9F98}</c15:txfldGUID>
                      <c15:f>Tabelle1!$A$14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69-91BF-4123-A69D-9703F90EAC2E}"/>
                </c:ext>
              </c:extLst>
            </c:dLbl>
            <c:dLbl>
              <c:idx val="10"/>
              <c:tx>
                <c:strRef>
                  <c:f>Tabelle1!$A$15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{333EC679-EAE0-4639-9D01-413571798B08}</c15:txfldGUID>
                      <c15:f>Tabelle1!$A$15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6A-91BF-4123-A69D-9703F90EAC2E}"/>
                </c:ext>
              </c:extLst>
            </c:dLbl>
            <c:dLbl>
              <c:idx val="11"/>
              <c:tx>
                <c:strRef>
                  <c:f>Tabelle1!$A$16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{CA5DE8F4-C413-4972-9369-8F0A2ED9E604}</c15:txfldGUID>
                      <c15:f>Tabelle1!$A$16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6B-91BF-4123-A69D-9703F90EAC2E}"/>
                </c:ext>
              </c:extLst>
            </c:dLbl>
            <c:dLbl>
              <c:idx val="12"/>
              <c:tx>
                <c:strRef>
                  <c:f>Tabelle1!$A$17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{46712887-F951-42ED-B878-E055C5615F14}</c15:txfldGUID>
                      <c15:f>Tabelle1!$A$17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6C-91BF-4123-A69D-9703F90EAC2E}"/>
                </c:ext>
              </c:extLst>
            </c:dLbl>
            <c:dLbl>
              <c:idx val="13"/>
              <c:tx>
                <c:strRef>
                  <c:f>Tabelle1!$A$18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{1547CA1B-2D7B-4E1A-A76C-5A257345FD3B}</c15:txfldGUID>
                      <c15:f>Tabelle1!$A$18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6D-91BF-4123-A69D-9703F90EAC2E}"/>
                </c:ext>
              </c:extLst>
            </c:dLbl>
            <c:dLbl>
              <c:idx val="14"/>
              <c:tx>
                <c:strRef>
                  <c:f>Tabelle1!$A$19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{71D9F6E5-4B3F-481C-9997-35B5959EE11F}</c15:txfldGUID>
                      <c15:f>Tabelle1!$A$19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6E-91BF-4123-A69D-9703F90EAC2E}"/>
                </c:ext>
              </c:extLst>
            </c:dLbl>
            <c:dLbl>
              <c:idx val="15"/>
              <c:tx>
                <c:strRef>
                  <c:f>Tabelle1!$A$20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{82721E8D-08FA-4A24-AA1E-A630B324C196}</c15:txfldGUID>
                      <c15:f>Tabelle1!$A$20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6F-91BF-4123-A69D-9703F90EAC2E}"/>
                </c:ext>
              </c:extLst>
            </c:dLbl>
            <c:dLbl>
              <c:idx val="16"/>
              <c:tx>
                <c:strRef>
                  <c:f>Tabelle1!$A$21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{7BFD6FC1-F670-4188-878C-1F1B929B37C3}</c15:txfldGUID>
                      <c15:f>Tabelle1!$A$21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70-91BF-4123-A69D-9703F90EAC2E}"/>
                </c:ext>
              </c:extLst>
            </c:dLbl>
            <c:dLbl>
              <c:idx val="17"/>
              <c:tx>
                <c:strRef>
                  <c:f>Tabelle1!$A$22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{9466CF99-009C-4E20-A353-D5800C4AEE95}</c15:txfldGUID>
                      <c15:f>Tabelle1!$A$22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71-91BF-4123-A69D-9703F90EAC2E}"/>
                </c:ext>
              </c:extLst>
            </c:dLbl>
            <c:dLbl>
              <c:idx val="18"/>
              <c:tx>
                <c:strRef>
                  <c:f>Tabelle1!$A$23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{AB6695A7-3F6D-4C4D-A9AD-87D95C386CD6}</c15:txfldGUID>
                      <c15:f>Tabelle1!$A$23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72-91BF-4123-A69D-9703F90EAC2E}"/>
                </c:ext>
              </c:extLst>
            </c:dLbl>
            <c:dLbl>
              <c:idx val="19"/>
              <c:tx>
                <c:strRef>
                  <c:f>Tabelle1!$A$24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{3962372A-2530-4E45-B53D-E382E49AE1D4}</c15:txfldGUID>
                      <c15:f>Tabelle1!$A$24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73-91BF-4123-A69D-9703F90EAC2E}"/>
                </c:ext>
              </c:extLst>
            </c:dLbl>
            <c:dLbl>
              <c:idx val="20"/>
              <c:tx>
                <c:strRef>
                  <c:f>Tabelle1!$A$25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{F33ACF9A-6FCC-4933-848C-98E567118C25}</c15:txfldGUID>
                      <c15:f>Tabelle1!$A$25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74-91BF-4123-A69D-9703F90EAC2E}"/>
                </c:ext>
              </c:extLst>
            </c:dLbl>
            <c:dLbl>
              <c:idx val="21"/>
              <c:tx>
                <c:strRef>
                  <c:f>Tabelle1!$A$26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{525A4516-B813-4CB6-9FE2-3A8868446EC1}</c15:txfldGUID>
                      <c15:f>Tabelle1!$A$26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75-91BF-4123-A69D-9703F90EAC2E}"/>
                </c:ext>
              </c:extLst>
            </c:dLbl>
            <c:dLbl>
              <c:idx val="22"/>
              <c:tx>
                <c:strRef>
                  <c:f>Tabelle1!$A$27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{44783319-1909-4A62-8584-837CBB3F7364}</c15:txfldGUID>
                      <c15:f>Tabelle1!$A$27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76-91BF-4123-A69D-9703F90EAC2E}"/>
                </c:ext>
              </c:extLst>
            </c:dLbl>
            <c:dLbl>
              <c:idx val="23"/>
              <c:tx>
                <c:strRef>
                  <c:f>Tabelle1!$A$28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{0F560983-5ECD-4321-B5F5-966FB8597E6C}</c15:txfldGUID>
                      <c15:f>Tabelle1!$A$28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77-91BF-4123-A69D-9703F90EAC2E}"/>
                </c:ext>
              </c:extLst>
            </c:dLbl>
            <c:dLbl>
              <c:idx val="24"/>
              <c:tx>
                <c:strRef>
                  <c:f>Tabelle1!$A$29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{EE778B5A-1246-4AD7-8354-B36E813A3F73}</c15:txfldGUID>
                      <c15:f>Tabelle1!$A$29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78-91BF-4123-A69D-9703F90EAC2E}"/>
                </c:ext>
              </c:extLst>
            </c:dLbl>
            <c:dLbl>
              <c:idx val="25"/>
              <c:tx>
                <c:strRef>
                  <c:f>Tabelle1!$A$30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{A71D2EF7-8EE4-47C2-AD67-576685D1996B}</c15:txfldGUID>
                      <c15:f>Tabelle1!$A$30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79-91BF-4123-A69D-9703F90EAC2E}"/>
                </c:ext>
              </c:extLst>
            </c:dLbl>
            <c:dLbl>
              <c:idx val="26"/>
              <c:tx>
                <c:strRef>
                  <c:f>Tabelle1!$A$31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{1335E670-871D-49D3-8467-EFFAC4D4384E}</c15:txfldGUID>
                      <c15:f>Tabelle1!$A$31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7A-91BF-4123-A69D-9703F90EAC2E}"/>
                </c:ext>
              </c:extLst>
            </c:dLbl>
            <c:dLbl>
              <c:idx val="27"/>
              <c:tx>
                <c:strRef>
                  <c:f>Tabelle1!$A$32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{770BBF2F-AE60-4133-84A4-299A3FA5AC90}</c15:txfldGUID>
                      <c15:f>Tabelle1!$A$32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7B-91BF-4123-A69D-9703F90EAC2E}"/>
                </c:ext>
              </c:extLst>
            </c:dLbl>
            <c:dLbl>
              <c:idx val="28"/>
              <c:tx>
                <c:strRef>
                  <c:f>Tabelle1!$A$33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{2947B830-9411-4963-8DC1-6A6D720B4B7F}</c15:txfldGUID>
                      <c15:f>Tabelle1!$A$33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7C-91BF-4123-A69D-9703F90EAC2E}"/>
                </c:ext>
              </c:extLst>
            </c:dLbl>
            <c:dLbl>
              <c:idx val="29"/>
              <c:tx>
                <c:strRef>
                  <c:f>Tabelle1!$A$34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{68C05817-CC21-4349-B41C-46BDC0DD6EC3}</c15:txfldGUID>
                      <c15:f>Tabelle1!$A$34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7D-91BF-4123-A69D-9703F90EAC2E}"/>
                </c:ext>
              </c:extLst>
            </c:dLbl>
            <c:dLbl>
              <c:idx val="30"/>
              <c:tx>
                <c:strRef>
                  <c:f>Tabelle1!$A$35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{30158958-11ED-4A36-A0F5-029230E5DAD6}</c15:txfldGUID>
                      <c15:f>Tabelle1!$A$35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7E-91BF-4123-A69D-9703F90EAC2E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9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de-DE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xVal>
            <c:numRef>
              <c:f>Tabelle1!$C$5:$C$35</c:f>
              <c:numCache>
                <c:formatCode>0%</c:formatCode>
                <c:ptCount val="31"/>
              </c:numCache>
            </c:numRef>
          </c:xVal>
          <c:yVal>
            <c:numRef>
              <c:f>Tabelle1!$I$5:$I$35</c:f>
              <c:numCache>
                <c:formatCode>General</c:formatCode>
                <c:ptCount val="31"/>
                <c:pt idx="0">
                  <c:v>#N/A</c:v>
                </c:pt>
                <c:pt idx="1">
                  <c:v>#N/A</c:v>
                </c:pt>
                <c:pt idx="2">
                  <c:v>#N/A</c:v>
                </c:pt>
                <c:pt idx="3">
                  <c:v>#N/A</c:v>
                </c:pt>
                <c:pt idx="4">
                  <c:v>#N/A</c:v>
                </c:pt>
                <c:pt idx="5">
                  <c:v>#N/A</c:v>
                </c:pt>
                <c:pt idx="6">
                  <c:v>#N/A</c:v>
                </c:pt>
                <c:pt idx="7">
                  <c:v>#N/A</c:v>
                </c:pt>
                <c:pt idx="8">
                  <c:v>#N/A</c:v>
                </c:pt>
                <c:pt idx="9">
                  <c:v>#N/A</c:v>
                </c:pt>
                <c:pt idx="10">
                  <c:v>#N/A</c:v>
                </c:pt>
                <c:pt idx="11">
                  <c:v>#N/A</c:v>
                </c:pt>
                <c:pt idx="12">
                  <c:v>#N/A</c:v>
                </c:pt>
                <c:pt idx="13">
                  <c:v>#N/A</c:v>
                </c:pt>
                <c:pt idx="14">
                  <c:v>#N/A</c:v>
                </c:pt>
                <c:pt idx="15">
                  <c:v>#N/A</c:v>
                </c:pt>
                <c:pt idx="16">
                  <c:v>#N/A</c:v>
                </c:pt>
                <c:pt idx="17">
                  <c:v>#N/A</c:v>
                </c:pt>
                <c:pt idx="18">
                  <c:v>#N/A</c:v>
                </c:pt>
                <c:pt idx="19">
                  <c:v>#N/A</c:v>
                </c:pt>
                <c:pt idx="20">
                  <c:v>#N/A</c:v>
                </c:pt>
                <c:pt idx="21">
                  <c:v>#N/A</c:v>
                </c:pt>
                <c:pt idx="22">
                  <c:v>#N/A</c:v>
                </c:pt>
                <c:pt idx="23">
                  <c:v>#N/A</c:v>
                </c:pt>
                <c:pt idx="24">
                  <c:v>#N/A</c:v>
                </c:pt>
                <c:pt idx="25">
                  <c:v>#N/A</c:v>
                </c:pt>
                <c:pt idx="26">
                  <c:v>#N/A</c:v>
                </c:pt>
                <c:pt idx="27">
                  <c:v>#N/A</c:v>
                </c:pt>
                <c:pt idx="28">
                  <c:v>#N/A</c:v>
                </c:pt>
                <c:pt idx="29">
                  <c:v>#N/A</c:v>
                </c:pt>
                <c:pt idx="30">
                  <c:v>#N/A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7F-91BF-4123-A69D-9703F90EAC2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400080047"/>
        <c:axId val="400072975"/>
      </c:scatterChart>
      <c:valAx>
        <c:axId val="400080047"/>
        <c:scaling>
          <c:orientation val="minMax"/>
          <c:max val="0.17500000000000002"/>
          <c:min val="6.2000000000000013E-2"/>
        </c:scaling>
        <c:delete val="0"/>
        <c:axPos val="b"/>
        <c:numFmt formatCode="0%" sourceLinked="1"/>
        <c:majorTickMark val="none"/>
        <c:minorTickMark val="none"/>
        <c:tickLblPos val="none"/>
        <c:spPr>
          <a:noFill/>
          <a:ln w="6350" cap="flat" cmpd="sng" algn="ctr">
            <a:solidFill>
              <a:srgbClr val="FFFFFF">
                <a:lumMod val="50000"/>
              </a:srgb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400072975"/>
        <c:crossesAt val="0.65000000000000013"/>
        <c:crossBetween val="midCat"/>
      </c:valAx>
      <c:valAx>
        <c:axId val="400072975"/>
        <c:scaling>
          <c:orientation val="minMax"/>
          <c:max val="0.70000000000000007"/>
          <c:min val="0.60000000000000009"/>
        </c:scaling>
        <c:delete val="0"/>
        <c:axPos val="l"/>
        <c:numFmt formatCode="General" sourceLinked="1"/>
        <c:majorTickMark val="none"/>
        <c:minorTickMark val="none"/>
        <c:tickLblPos val="none"/>
        <c:spPr>
          <a:noFill/>
          <a:ln w="6350" cap="flat" cmpd="sng" algn="ctr">
            <a:solidFill>
              <a:srgbClr val="FFFFFF">
                <a:lumMod val="50000"/>
              </a:srgb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400080047"/>
        <c:crossesAt val="0.11850000000000002"/>
        <c:crossBetween val="midCat"/>
      </c:valAx>
      <c:spPr>
        <a:noFill/>
        <a:ln w="6350">
          <a:solidFill>
            <a:srgbClr val="FFFFFF">
              <a:lumMod val="65000"/>
            </a:srgbClr>
          </a:solidFill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solidFill>
            <a:schemeClr val="tx1"/>
          </a:solidFill>
        </a:defRPr>
      </a:pPr>
      <a:endParaRPr lang="de-DE"/>
    </a:p>
  </c:txPr>
  <c:externalData r:id="rId4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2.6887292588210817E-2"/>
          <c:y val="0"/>
          <c:w val="0.95600261212838233"/>
          <c:h val="0.95510577009865172"/>
        </c:manualLayout>
      </c:layout>
      <c:scatterChart>
        <c:scatterStyle val="lineMarker"/>
        <c:varyColors val="0"/>
        <c:ser>
          <c:idx val="0"/>
          <c:order val="0"/>
          <c:tx>
            <c:strRef>
              <c:f>Tabelle1!$F$4</c:f>
              <c:strCache>
                <c:ptCount val="1"/>
                <c:pt idx="0">
                  <c:v>Q1</c:v>
                </c:pt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circle"/>
            <c:size val="7"/>
            <c:spPr>
              <a:solidFill>
                <a:srgbClr val="31CAA8"/>
              </a:solidFill>
              <a:ln w="9525">
                <a:noFill/>
              </a:ln>
              <a:effectLst/>
            </c:spPr>
          </c:marker>
          <c:dLbls>
            <c:dLbl>
              <c:idx val="0"/>
              <c:tx>
                <c:strRef>
                  <c:f>Tabelle1!$A$5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{53ADCD21-6DAB-441F-A830-9BF1DEF17C49}</c15:txfldGUID>
                      <c15:f>Tabelle1!$A$5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00-91BF-4123-A69D-9703F90EAC2E}"/>
                </c:ext>
              </c:extLst>
            </c:dLbl>
            <c:dLbl>
              <c:idx val="1"/>
              <c:tx>
                <c:strRef>
                  <c:f>Tabelle1!$A$6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{F29031F5-546D-484A-B2A5-E5F5A0AB91B7}</c15:txfldGUID>
                      <c15:f>Tabelle1!$A$6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01-91BF-4123-A69D-9703F90EAC2E}"/>
                </c:ext>
              </c:extLst>
            </c:dLbl>
            <c:dLbl>
              <c:idx val="2"/>
              <c:tx>
                <c:strRef>
                  <c:f>Tabelle1!$A$7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{B041F949-8041-4AF2-9E43-1A5ABF4AFFB0}</c15:txfldGUID>
                      <c15:f>Tabelle1!$A$7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02-91BF-4123-A69D-9703F90EAC2E}"/>
                </c:ext>
              </c:extLst>
            </c:dLbl>
            <c:dLbl>
              <c:idx val="3"/>
              <c:tx>
                <c:strRef>
                  <c:f>Tabelle1!$A$8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{95EE4EA0-E617-4D31-885A-783AD3D70895}</c15:txfldGUID>
                      <c15:f>Tabelle1!$A$8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03-91BF-4123-A69D-9703F90EAC2E}"/>
                </c:ext>
              </c:extLst>
            </c:dLbl>
            <c:dLbl>
              <c:idx val="4"/>
              <c:tx>
                <c:strRef>
                  <c:f>Tabelle1!$A$9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{81C10B16-D1C4-49E0-95D0-DFD234EFA732}</c15:txfldGUID>
                      <c15:f>Tabelle1!$A$9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04-91BF-4123-A69D-9703F90EAC2E}"/>
                </c:ext>
              </c:extLst>
            </c:dLbl>
            <c:dLbl>
              <c:idx val="5"/>
              <c:tx>
                <c:strRef>
                  <c:f>Tabelle1!$A$10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{D3FDF4AF-386D-4FD7-9296-9A35A936AF15}</c15:txfldGUID>
                      <c15:f>Tabelle1!$A$10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05-91BF-4123-A69D-9703F90EAC2E}"/>
                </c:ext>
              </c:extLst>
            </c:dLbl>
            <c:dLbl>
              <c:idx val="6"/>
              <c:tx>
                <c:strRef>
                  <c:f>Tabelle1!$A$11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{089BA8AB-A083-4D4C-8EC6-F4945B137F0C}</c15:txfldGUID>
                      <c15:f>Tabelle1!$A$11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06-91BF-4123-A69D-9703F90EAC2E}"/>
                </c:ext>
              </c:extLst>
            </c:dLbl>
            <c:dLbl>
              <c:idx val="7"/>
              <c:tx>
                <c:strRef>
                  <c:f>Tabelle1!$A$12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{C33933B1-60F5-4E29-A504-E21FD891081B}</c15:txfldGUID>
                      <c15:f>Tabelle1!$A$12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07-91BF-4123-A69D-9703F90EAC2E}"/>
                </c:ext>
              </c:extLst>
            </c:dLbl>
            <c:dLbl>
              <c:idx val="8"/>
              <c:tx>
                <c:strRef>
                  <c:f>Tabelle1!$A$13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{A25BD410-67D5-4DDC-AD55-429A2FCAFB62}</c15:txfldGUID>
                      <c15:f>Tabelle1!$A$13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08-91BF-4123-A69D-9703F90EAC2E}"/>
                </c:ext>
              </c:extLst>
            </c:dLbl>
            <c:dLbl>
              <c:idx val="9"/>
              <c:tx>
                <c:strRef>
                  <c:f>Tabelle1!$A$14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{B7F4B44B-87D4-42E8-83AA-D1F260066E34}</c15:txfldGUID>
                      <c15:f>Tabelle1!$A$14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09-91BF-4123-A69D-9703F90EAC2E}"/>
                </c:ext>
              </c:extLst>
            </c:dLbl>
            <c:dLbl>
              <c:idx val="10"/>
              <c:tx>
                <c:strRef>
                  <c:f>Tabelle1!$A$15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{4A4CB940-73DD-475B-81E0-B85314C155A6}</c15:txfldGUID>
                      <c15:f>Tabelle1!$A$15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0A-91BF-4123-A69D-9703F90EAC2E}"/>
                </c:ext>
              </c:extLst>
            </c:dLbl>
            <c:dLbl>
              <c:idx val="11"/>
              <c:tx>
                <c:strRef>
                  <c:f>Tabelle1!$A$16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{FE2FAFAE-142F-4EE5-B4AA-8084CFF6215C}</c15:txfldGUID>
                      <c15:f>Tabelle1!$A$16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0B-91BF-4123-A69D-9703F90EAC2E}"/>
                </c:ext>
              </c:extLst>
            </c:dLbl>
            <c:dLbl>
              <c:idx val="12"/>
              <c:tx>
                <c:strRef>
                  <c:f>Tabelle1!$A$17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{80B54D43-4A24-4704-8B3A-3A9429AEC015}</c15:txfldGUID>
                      <c15:f>Tabelle1!$A$17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0C-91BF-4123-A69D-9703F90EAC2E}"/>
                </c:ext>
              </c:extLst>
            </c:dLbl>
            <c:dLbl>
              <c:idx val="13"/>
              <c:tx>
                <c:strRef>
                  <c:f>Tabelle1!$A$18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{80841C21-AE57-4D93-9171-87C2B06C58B3}</c15:txfldGUID>
                      <c15:f>Tabelle1!$A$18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0D-91BF-4123-A69D-9703F90EAC2E}"/>
                </c:ext>
              </c:extLst>
            </c:dLbl>
            <c:dLbl>
              <c:idx val="14"/>
              <c:tx>
                <c:strRef>
                  <c:f>Tabelle1!$A$19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{0905E5CB-60E0-4A9C-8B43-8B3CD2195C72}</c15:txfldGUID>
                      <c15:f>Tabelle1!$A$19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0E-91BF-4123-A69D-9703F90EAC2E}"/>
                </c:ext>
              </c:extLst>
            </c:dLbl>
            <c:dLbl>
              <c:idx val="15"/>
              <c:tx>
                <c:strRef>
                  <c:f>Tabelle1!$A$20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{30E46ECE-F8A9-438A-A940-F775AE08010D}</c15:txfldGUID>
                      <c15:f>Tabelle1!$A$20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0F-91BF-4123-A69D-9703F90EAC2E}"/>
                </c:ext>
              </c:extLst>
            </c:dLbl>
            <c:dLbl>
              <c:idx val="16"/>
              <c:tx>
                <c:strRef>
                  <c:f>Tabelle1!$A$21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{7C4CEFF4-EF8D-45DF-8EB2-FE2C13948AB2}</c15:txfldGUID>
                      <c15:f>Tabelle1!$A$21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10-91BF-4123-A69D-9703F90EAC2E}"/>
                </c:ext>
              </c:extLst>
            </c:dLbl>
            <c:dLbl>
              <c:idx val="17"/>
              <c:tx>
                <c:strRef>
                  <c:f>Tabelle1!$A$22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{5EA35CE0-779E-47BA-BF9C-107A8D3A0AE5}</c15:txfldGUID>
                      <c15:f>Tabelle1!$A$22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11-91BF-4123-A69D-9703F90EAC2E}"/>
                </c:ext>
              </c:extLst>
            </c:dLbl>
            <c:dLbl>
              <c:idx val="18"/>
              <c:tx>
                <c:strRef>
                  <c:f>Tabelle1!$A$23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{C825F5E0-9C9E-460D-B289-F5493322C0F5}</c15:txfldGUID>
                      <c15:f>Tabelle1!$A$23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12-91BF-4123-A69D-9703F90EAC2E}"/>
                </c:ext>
              </c:extLst>
            </c:dLbl>
            <c:dLbl>
              <c:idx val="19"/>
              <c:tx>
                <c:strRef>
                  <c:f>Tabelle1!$A$24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{47BFF6A7-D3AA-4F71-B90B-43191B0FF57C}</c15:txfldGUID>
                      <c15:f>Tabelle1!$A$24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13-91BF-4123-A69D-9703F90EAC2E}"/>
                </c:ext>
              </c:extLst>
            </c:dLbl>
            <c:dLbl>
              <c:idx val="20"/>
              <c:tx>
                <c:strRef>
                  <c:f>Tabelle1!$A$25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{E7588298-89F1-4E42-A71E-4D1533609ACA}</c15:txfldGUID>
                      <c15:f>Tabelle1!$A$25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14-91BF-4123-A69D-9703F90EAC2E}"/>
                </c:ext>
              </c:extLst>
            </c:dLbl>
            <c:dLbl>
              <c:idx val="21"/>
              <c:tx>
                <c:strRef>
                  <c:f>Tabelle1!$A$26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{6E05704B-23F2-4801-92DB-DC184427DD27}</c15:txfldGUID>
                      <c15:f>Tabelle1!$A$26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15-91BF-4123-A69D-9703F90EAC2E}"/>
                </c:ext>
              </c:extLst>
            </c:dLbl>
            <c:dLbl>
              <c:idx val="22"/>
              <c:tx>
                <c:strRef>
                  <c:f>Tabelle1!$A$27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{7DB6FC48-1D0C-4DD2-BB83-94ABFE451139}</c15:txfldGUID>
                      <c15:f>Tabelle1!$A$27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16-91BF-4123-A69D-9703F90EAC2E}"/>
                </c:ext>
              </c:extLst>
            </c:dLbl>
            <c:dLbl>
              <c:idx val="23"/>
              <c:tx>
                <c:strRef>
                  <c:f>Tabelle1!$A$28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{E592B461-BE8E-46EE-8A2A-0639461CD0C9}</c15:txfldGUID>
                      <c15:f>Tabelle1!$A$28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17-91BF-4123-A69D-9703F90EAC2E}"/>
                </c:ext>
              </c:extLst>
            </c:dLbl>
            <c:dLbl>
              <c:idx val="24"/>
              <c:tx>
                <c:strRef>
                  <c:f>Tabelle1!$A$29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{E1E1433D-A88A-47B4-A096-60B4CD5F5E6E}</c15:txfldGUID>
                      <c15:f>Tabelle1!$A$29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18-91BF-4123-A69D-9703F90EAC2E}"/>
                </c:ext>
              </c:extLst>
            </c:dLbl>
            <c:dLbl>
              <c:idx val="25"/>
              <c:tx>
                <c:strRef>
                  <c:f>Tabelle1!$A$30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{E84EAE07-F5A8-40BF-AE21-057EC62B8CC6}</c15:txfldGUID>
                      <c15:f>Tabelle1!$A$30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19-91BF-4123-A69D-9703F90EAC2E}"/>
                </c:ext>
              </c:extLst>
            </c:dLbl>
            <c:dLbl>
              <c:idx val="26"/>
              <c:tx>
                <c:strRef>
                  <c:f>Tabelle1!$A$31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{8C931A2B-BEF4-4078-89D8-69079EE8BCDE}</c15:txfldGUID>
                      <c15:f>Tabelle1!$A$31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1A-91BF-4123-A69D-9703F90EAC2E}"/>
                </c:ext>
              </c:extLst>
            </c:dLbl>
            <c:dLbl>
              <c:idx val="27"/>
              <c:tx>
                <c:strRef>
                  <c:f>Tabelle1!$A$32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{AFA3F683-7F25-4C6C-B434-9B19C588505F}</c15:txfldGUID>
                      <c15:f>Tabelle1!$A$32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1B-91BF-4123-A69D-9703F90EAC2E}"/>
                </c:ext>
              </c:extLst>
            </c:dLbl>
            <c:dLbl>
              <c:idx val="28"/>
              <c:tx>
                <c:strRef>
                  <c:f>Tabelle1!$A$33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{C830B28D-E199-4F33-91D8-3AABAEECF69F}</c15:txfldGUID>
                      <c15:f>Tabelle1!$A$33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1C-91BF-4123-A69D-9703F90EAC2E}"/>
                </c:ext>
              </c:extLst>
            </c:dLbl>
            <c:dLbl>
              <c:idx val="29"/>
              <c:tx>
                <c:strRef>
                  <c:f>Tabelle1!$A$34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{D7841134-1A90-4154-AF03-E5537FEB90EC}</c15:txfldGUID>
                      <c15:f>Tabelle1!$A$34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1D-91BF-4123-A69D-9703F90EAC2E}"/>
                </c:ext>
              </c:extLst>
            </c:dLbl>
            <c:dLbl>
              <c:idx val="30"/>
              <c:tx>
                <c:strRef>
                  <c:f>Tabelle1!$A$35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{2802532B-383C-4008-9FFA-F9AEA0B56B13}</c15:txfldGUID>
                      <c15:f>Tabelle1!$A$35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1E-91BF-4123-A69D-9703F90EAC2E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9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de-DE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xVal>
            <c:numRef>
              <c:f>Tabelle1!$C$5:$C$35</c:f>
              <c:numCache>
                <c:formatCode>0%</c:formatCode>
                <c:ptCount val="31"/>
              </c:numCache>
            </c:numRef>
          </c:xVal>
          <c:yVal>
            <c:numRef>
              <c:f>Tabelle1!$F$5:$F$35</c:f>
              <c:numCache>
                <c:formatCode>General</c:formatCode>
                <c:ptCount val="31"/>
                <c:pt idx="0">
                  <c:v>#N/A</c:v>
                </c:pt>
                <c:pt idx="1">
                  <c:v>#N/A</c:v>
                </c:pt>
                <c:pt idx="2">
                  <c:v>#N/A</c:v>
                </c:pt>
                <c:pt idx="3">
                  <c:v>#N/A</c:v>
                </c:pt>
                <c:pt idx="4">
                  <c:v>#N/A</c:v>
                </c:pt>
                <c:pt idx="5">
                  <c:v>#N/A</c:v>
                </c:pt>
                <c:pt idx="6">
                  <c:v>#N/A</c:v>
                </c:pt>
                <c:pt idx="7">
                  <c:v>#N/A</c:v>
                </c:pt>
                <c:pt idx="8">
                  <c:v>#N/A</c:v>
                </c:pt>
                <c:pt idx="9">
                  <c:v>#N/A</c:v>
                </c:pt>
                <c:pt idx="10">
                  <c:v>#N/A</c:v>
                </c:pt>
                <c:pt idx="11">
                  <c:v>#N/A</c:v>
                </c:pt>
                <c:pt idx="12">
                  <c:v>#N/A</c:v>
                </c:pt>
                <c:pt idx="13">
                  <c:v>#N/A</c:v>
                </c:pt>
                <c:pt idx="14">
                  <c:v>#N/A</c:v>
                </c:pt>
                <c:pt idx="15">
                  <c:v>#N/A</c:v>
                </c:pt>
                <c:pt idx="16">
                  <c:v>#N/A</c:v>
                </c:pt>
                <c:pt idx="17">
                  <c:v>#N/A</c:v>
                </c:pt>
                <c:pt idx="18">
                  <c:v>#N/A</c:v>
                </c:pt>
                <c:pt idx="19">
                  <c:v>#N/A</c:v>
                </c:pt>
                <c:pt idx="20">
                  <c:v>#N/A</c:v>
                </c:pt>
                <c:pt idx="21">
                  <c:v>#N/A</c:v>
                </c:pt>
                <c:pt idx="22">
                  <c:v>#N/A</c:v>
                </c:pt>
                <c:pt idx="23">
                  <c:v>#N/A</c:v>
                </c:pt>
                <c:pt idx="24">
                  <c:v>#N/A</c:v>
                </c:pt>
                <c:pt idx="25">
                  <c:v>#N/A</c:v>
                </c:pt>
                <c:pt idx="26">
                  <c:v>#N/A</c:v>
                </c:pt>
                <c:pt idx="27">
                  <c:v>#N/A</c:v>
                </c:pt>
                <c:pt idx="28">
                  <c:v>#N/A</c:v>
                </c:pt>
                <c:pt idx="29">
                  <c:v>#N/A</c:v>
                </c:pt>
                <c:pt idx="30">
                  <c:v>#N/A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1F-91BF-4123-A69D-9703F90EAC2E}"/>
            </c:ext>
          </c:extLst>
        </c:ser>
        <c:ser>
          <c:idx val="1"/>
          <c:order val="1"/>
          <c:tx>
            <c:strRef>
              <c:f>Tabelle1!$G$4</c:f>
              <c:strCache>
                <c:ptCount val="1"/>
                <c:pt idx="0">
                  <c:v>Q2</c:v>
                </c:pt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circle"/>
            <c:size val="7"/>
            <c:spPr>
              <a:solidFill>
                <a:srgbClr val="FF412C"/>
              </a:solidFill>
              <a:ln w="9525">
                <a:noFill/>
              </a:ln>
              <a:effectLst/>
            </c:spPr>
          </c:marker>
          <c:dPt>
            <c:idx val="2"/>
            <c:marker>
              <c:symbol val="circle"/>
              <c:size val="7"/>
              <c:spPr>
                <a:solidFill>
                  <a:srgbClr val="9F29FF"/>
                </a:solidFill>
                <a:ln w="9525">
                  <a:noFill/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22-91BF-4123-A69D-9703F90EAC2E}"/>
              </c:ext>
            </c:extLst>
          </c:dPt>
          <c:dLbls>
            <c:dLbl>
              <c:idx val="0"/>
              <c:layout>
                <c:manualLayout>
                  <c:x val="-5.133644471466467E-2"/>
                  <c:y val="1.6994763753836337E-2"/>
                </c:manualLayout>
              </c:layout>
              <c:tx>
                <c:strRef>
                  <c:f>Tabelle1!$A$5</c:f>
                  <c:strCache>
                    <c:ptCount val="1"/>
                  </c:strCache>
                </c:strRef>
              </c:tx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{81004B35-D639-4D9D-8DD9-2701298B8D73}</c15:txfldGUID>
                      <c15:f>Tabelle1!$A$5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20-91BF-4123-A69D-9703F90EAC2E}"/>
                </c:ext>
              </c:extLst>
            </c:dLbl>
            <c:dLbl>
              <c:idx val="1"/>
              <c:tx>
                <c:strRef>
                  <c:f>Tabelle1!$A$6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{4440A463-ED64-495D-85D8-4F68A2E728CA}</c15:txfldGUID>
                      <c15:f>Tabelle1!$A$6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21-91BF-4123-A69D-9703F90EAC2E}"/>
                </c:ext>
              </c:extLst>
            </c:dLbl>
            <c:dLbl>
              <c:idx val="2"/>
              <c:tx>
                <c:strRef>
                  <c:f>Tabelle1!$A$7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{2C83BD63-B4E2-404B-995E-7E77737EBC54}</c15:txfldGUID>
                      <c15:f>Tabelle1!$A$7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22-91BF-4123-A69D-9703F90EAC2E}"/>
                </c:ext>
              </c:extLst>
            </c:dLbl>
            <c:dLbl>
              <c:idx val="3"/>
              <c:tx>
                <c:strRef>
                  <c:f>Tabelle1!$A$8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{09ACA068-BE71-454E-8CA9-39C5BFC96D2F}</c15:txfldGUID>
                      <c15:f>Tabelle1!$A$8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23-91BF-4123-A69D-9703F90EAC2E}"/>
                </c:ext>
              </c:extLst>
            </c:dLbl>
            <c:dLbl>
              <c:idx val="4"/>
              <c:tx>
                <c:strRef>
                  <c:f>Tabelle1!$A$9</c:f>
                  <c:strCache>
                    <c:ptCount val="1"/>
                  </c:strCache>
                </c:strRef>
              </c:tx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{CE1410F4-7CFA-4889-AD6F-A075C033AD6D}</c15:txfldGUID>
                      <c15:f>Tabelle1!$A$9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24-91BF-4123-A69D-9703F90EAC2E}"/>
                </c:ext>
              </c:extLst>
            </c:dLbl>
            <c:dLbl>
              <c:idx val="5"/>
              <c:tx>
                <c:strRef>
                  <c:f>Tabelle1!$A$10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{15DA5E46-9A7E-4E1A-9A3F-C3C19DB28B3B}</c15:txfldGUID>
                      <c15:f>Tabelle1!$A$10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25-91BF-4123-A69D-9703F90EAC2E}"/>
                </c:ext>
              </c:extLst>
            </c:dLbl>
            <c:dLbl>
              <c:idx val="6"/>
              <c:tx>
                <c:strRef>
                  <c:f>Tabelle1!$A$11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{DD4F9CB3-5FCC-4B62-BE8A-5705C0EEB09E}</c15:txfldGUID>
                      <c15:f>Tabelle1!$A$11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26-91BF-4123-A69D-9703F90EAC2E}"/>
                </c:ext>
              </c:extLst>
            </c:dLbl>
            <c:dLbl>
              <c:idx val="7"/>
              <c:tx>
                <c:strRef>
                  <c:f>Tabelle1!$A$12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{95D6FA34-E1B6-4C47-9FBE-6F5089D0DABB}</c15:txfldGUID>
                      <c15:f>Tabelle1!$A$12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27-91BF-4123-A69D-9703F90EAC2E}"/>
                </c:ext>
              </c:extLst>
            </c:dLbl>
            <c:dLbl>
              <c:idx val="8"/>
              <c:tx>
                <c:strRef>
                  <c:f>Tabelle1!$A$13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{C71C70E9-A116-4713-9F6F-F612AB714365}</c15:txfldGUID>
                      <c15:f>Tabelle1!$A$13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28-91BF-4123-A69D-9703F90EAC2E}"/>
                </c:ext>
              </c:extLst>
            </c:dLbl>
            <c:dLbl>
              <c:idx val="9"/>
              <c:tx>
                <c:strRef>
                  <c:f>Tabelle1!$A$14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{2C3EF7D3-70B3-4314-82EF-14B333968F6F}</c15:txfldGUID>
                      <c15:f>Tabelle1!$A$14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29-91BF-4123-A69D-9703F90EAC2E}"/>
                </c:ext>
              </c:extLst>
            </c:dLbl>
            <c:dLbl>
              <c:idx val="10"/>
              <c:tx>
                <c:strRef>
                  <c:f>Tabelle1!$A$15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{F1B07BD5-2663-437A-A2CC-A44106230420}</c15:txfldGUID>
                      <c15:f>Tabelle1!$A$15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2A-91BF-4123-A69D-9703F90EAC2E}"/>
                </c:ext>
              </c:extLst>
            </c:dLbl>
            <c:dLbl>
              <c:idx val="11"/>
              <c:tx>
                <c:strRef>
                  <c:f>Tabelle1!$A$16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{D362C392-E702-4A20-A2BB-E324A1AA8B84}</c15:txfldGUID>
                      <c15:f>Tabelle1!$A$16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2B-91BF-4123-A69D-9703F90EAC2E}"/>
                </c:ext>
              </c:extLst>
            </c:dLbl>
            <c:dLbl>
              <c:idx val="12"/>
              <c:tx>
                <c:strRef>
                  <c:f>Tabelle1!$A$17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{409218C8-3DE1-45EA-98A9-C2A914E73744}</c15:txfldGUID>
                      <c15:f>Tabelle1!$A$17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2C-91BF-4123-A69D-9703F90EAC2E}"/>
                </c:ext>
              </c:extLst>
            </c:dLbl>
            <c:dLbl>
              <c:idx val="13"/>
              <c:tx>
                <c:strRef>
                  <c:f>Tabelle1!$A$18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{AD653B1A-C830-4C02-B756-24D1C9D10A54}</c15:txfldGUID>
                      <c15:f>Tabelle1!$A$18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2D-91BF-4123-A69D-9703F90EAC2E}"/>
                </c:ext>
              </c:extLst>
            </c:dLbl>
            <c:dLbl>
              <c:idx val="14"/>
              <c:tx>
                <c:strRef>
                  <c:f>Tabelle1!$A$19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{712942FF-ED3E-4B20-AB9D-BA3B328EC5F4}</c15:txfldGUID>
                      <c15:f>Tabelle1!$A$19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2E-91BF-4123-A69D-9703F90EAC2E}"/>
                </c:ext>
              </c:extLst>
            </c:dLbl>
            <c:dLbl>
              <c:idx val="15"/>
              <c:tx>
                <c:strRef>
                  <c:f>Tabelle1!$A$20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{BA9F654C-20BE-4B2B-81C9-9D7745F8FBD6}</c15:txfldGUID>
                      <c15:f>Tabelle1!$A$20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2F-91BF-4123-A69D-9703F90EAC2E}"/>
                </c:ext>
              </c:extLst>
            </c:dLbl>
            <c:dLbl>
              <c:idx val="16"/>
              <c:tx>
                <c:strRef>
                  <c:f>Tabelle1!$A$21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{B980C882-46BA-4AB6-8440-5244255FF2C6}</c15:txfldGUID>
                      <c15:f>Tabelle1!$A$21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30-91BF-4123-A69D-9703F90EAC2E}"/>
                </c:ext>
              </c:extLst>
            </c:dLbl>
            <c:dLbl>
              <c:idx val="17"/>
              <c:tx>
                <c:strRef>
                  <c:f>Tabelle1!$A$22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{71DF1E37-D33D-439B-8B88-766F3CAFCF93}</c15:txfldGUID>
                      <c15:f>Tabelle1!$A$22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31-91BF-4123-A69D-9703F90EAC2E}"/>
                </c:ext>
              </c:extLst>
            </c:dLbl>
            <c:dLbl>
              <c:idx val="18"/>
              <c:tx>
                <c:strRef>
                  <c:f>Tabelle1!$A$23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{1610AEDF-89E0-4E1D-8AA5-1679F7195268}</c15:txfldGUID>
                      <c15:f>Tabelle1!$A$23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32-91BF-4123-A69D-9703F90EAC2E}"/>
                </c:ext>
              </c:extLst>
            </c:dLbl>
            <c:dLbl>
              <c:idx val="19"/>
              <c:tx>
                <c:strRef>
                  <c:f>Tabelle1!$A$24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{CD75EA99-A4B5-4F72-AEDC-198E3CAEC9E6}</c15:txfldGUID>
                      <c15:f>Tabelle1!$A$24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33-91BF-4123-A69D-9703F90EAC2E}"/>
                </c:ext>
              </c:extLst>
            </c:dLbl>
            <c:dLbl>
              <c:idx val="20"/>
              <c:tx>
                <c:strRef>
                  <c:f>Tabelle1!$A$25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{ACFB4700-FD76-4C7D-9190-CBCE6FEA35B2}</c15:txfldGUID>
                      <c15:f>Tabelle1!$A$25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34-91BF-4123-A69D-9703F90EAC2E}"/>
                </c:ext>
              </c:extLst>
            </c:dLbl>
            <c:dLbl>
              <c:idx val="21"/>
              <c:tx>
                <c:strRef>
                  <c:f>Tabelle1!$A$26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{200544B8-32A9-4344-9591-4D86540C8ACF}</c15:txfldGUID>
                      <c15:f>Tabelle1!$A$26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35-91BF-4123-A69D-9703F90EAC2E}"/>
                </c:ext>
              </c:extLst>
            </c:dLbl>
            <c:dLbl>
              <c:idx val="22"/>
              <c:tx>
                <c:strRef>
                  <c:f>Tabelle1!$A$27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{B5266B65-01D8-491F-9941-DB365C5817BD}</c15:txfldGUID>
                      <c15:f>Tabelle1!$A$27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36-91BF-4123-A69D-9703F90EAC2E}"/>
                </c:ext>
              </c:extLst>
            </c:dLbl>
            <c:dLbl>
              <c:idx val="23"/>
              <c:tx>
                <c:strRef>
                  <c:f>Tabelle1!$A$28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{98EA1781-0FDA-4C63-A4E8-DFA813416A27}</c15:txfldGUID>
                      <c15:f>Tabelle1!$A$28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37-91BF-4123-A69D-9703F90EAC2E}"/>
                </c:ext>
              </c:extLst>
            </c:dLbl>
            <c:dLbl>
              <c:idx val="24"/>
              <c:tx>
                <c:strRef>
                  <c:f>Tabelle1!$A$29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{6DFB43D8-795A-422E-9969-BC6F16135833}</c15:txfldGUID>
                      <c15:f>Tabelle1!$A$29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38-91BF-4123-A69D-9703F90EAC2E}"/>
                </c:ext>
              </c:extLst>
            </c:dLbl>
            <c:dLbl>
              <c:idx val="25"/>
              <c:tx>
                <c:strRef>
                  <c:f>Tabelle1!$A$30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{7683A003-BA3D-43F1-861A-A16A33A7AE12}</c15:txfldGUID>
                      <c15:f>Tabelle1!$A$30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39-91BF-4123-A69D-9703F90EAC2E}"/>
                </c:ext>
              </c:extLst>
            </c:dLbl>
            <c:dLbl>
              <c:idx val="26"/>
              <c:tx>
                <c:strRef>
                  <c:f>Tabelle1!$A$31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{139C29D2-91C4-4A81-8003-BDB2DDACE002}</c15:txfldGUID>
                      <c15:f>Tabelle1!$A$31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3A-91BF-4123-A69D-9703F90EAC2E}"/>
                </c:ext>
              </c:extLst>
            </c:dLbl>
            <c:dLbl>
              <c:idx val="27"/>
              <c:tx>
                <c:strRef>
                  <c:f>Tabelle1!$A$32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{B7074D85-3D8A-4A8C-BBF4-8B9D8662F319}</c15:txfldGUID>
                      <c15:f>Tabelle1!$A$32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3B-91BF-4123-A69D-9703F90EAC2E}"/>
                </c:ext>
              </c:extLst>
            </c:dLbl>
            <c:dLbl>
              <c:idx val="28"/>
              <c:tx>
                <c:strRef>
                  <c:f>Tabelle1!$A$33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{0D85C3E1-CFB3-407C-87C5-5EFE718F6DA9}</c15:txfldGUID>
                      <c15:f>Tabelle1!$A$33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3C-91BF-4123-A69D-9703F90EAC2E}"/>
                </c:ext>
              </c:extLst>
            </c:dLbl>
            <c:dLbl>
              <c:idx val="29"/>
              <c:tx>
                <c:strRef>
                  <c:f>Tabelle1!$A$34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{82E51E06-756F-48BE-AA78-5BF16C888778}</c15:txfldGUID>
                      <c15:f>Tabelle1!$A$34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3D-91BF-4123-A69D-9703F90EAC2E}"/>
                </c:ext>
              </c:extLst>
            </c:dLbl>
            <c:dLbl>
              <c:idx val="30"/>
              <c:tx>
                <c:strRef>
                  <c:f>Tabelle1!$A$35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{CEF9B019-8B2E-4D2E-B01C-02DDC0D7E895}</c15:txfldGUID>
                      <c15:f>Tabelle1!$A$35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3E-91BF-4123-A69D-9703F90EAC2E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9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de-DE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xVal>
            <c:numRef>
              <c:f>Tabelle1!$C$5:$C$35</c:f>
              <c:numCache>
                <c:formatCode>0%</c:formatCode>
                <c:ptCount val="31"/>
              </c:numCache>
            </c:numRef>
          </c:xVal>
          <c:yVal>
            <c:numRef>
              <c:f>Tabelle1!$G$5:$G$35</c:f>
              <c:numCache>
                <c:formatCode>General</c:formatCode>
                <c:ptCount val="31"/>
                <c:pt idx="0">
                  <c:v>#N/A</c:v>
                </c:pt>
                <c:pt idx="1">
                  <c:v>#N/A</c:v>
                </c:pt>
                <c:pt idx="2">
                  <c:v>#N/A</c:v>
                </c:pt>
                <c:pt idx="3">
                  <c:v>#N/A</c:v>
                </c:pt>
                <c:pt idx="4">
                  <c:v>#N/A</c:v>
                </c:pt>
                <c:pt idx="5">
                  <c:v>#N/A</c:v>
                </c:pt>
                <c:pt idx="6">
                  <c:v>#N/A</c:v>
                </c:pt>
                <c:pt idx="7">
                  <c:v>#N/A</c:v>
                </c:pt>
                <c:pt idx="8">
                  <c:v>#N/A</c:v>
                </c:pt>
                <c:pt idx="9">
                  <c:v>#N/A</c:v>
                </c:pt>
                <c:pt idx="10">
                  <c:v>#N/A</c:v>
                </c:pt>
                <c:pt idx="11">
                  <c:v>#N/A</c:v>
                </c:pt>
                <c:pt idx="12">
                  <c:v>#N/A</c:v>
                </c:pt>
                <c:pt idx="13">
                  <c:v>#N/A</c:v>
                </c:pt>
                <c:pt idx="14">
                  <c:v>#N/A</c:v>
                </c:pt>
                <c:pt idx="15">
                  <c:v>#N/A</c:v>
                </c:pt>
                <c:pt idx="16">
                  <c:v>#N/A</c:v>
                </c:pt>
                <c:pt idx="17">
                  <c:v>#N/A</c:v>
                </c:pt>
                <c:pt idx="18">
                  <c:v>#N/A</c:v>
                </c:pt>
                <c:pt idx="19">
                  <c:v>#N/A</c:v>
                </c:pt>
                <c:pt idx="20">
                  <c:v>#N/A</c:v>
                </c:pt>
                <c:pt idx="21">
                  <c:v>#N/A</c:v>
                </c:pt>
                <c:pt idx="22">
                  <c:v>#N/A</c:v>
                </c:pt>
                <c:pt idx="23">
                  <c:v>#N/A</c:v>
                </c:pt>
                <c:pt idx="24">
                  <c:v>#N/A</c:v>
                </c:pt>
                <c:pt idx="25">
                  <c:v>#N/A</c:v>
                </c:pt>
                <c:pt idx="26">
                  <c:v>#N/A</c:v>
                </c:pt>
                <c:pt idx="27">
                  <c:v>#N/A</c:v>
                </c:pt>
                <c:pt idx="28">
                  <c:v>#N/A</c:v>
                </c:pt>
                <c:pt idx="29">
                  <c:v>#N/A</c:v>
                </c:pt>
                <c:pt idx="30">
                  <c:v>#N/A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3F-91BF-4123-A69D-9703F90EAC2E}"/>
            </c:ext>
          </c:extLst>
        </c:ser>
        <c:ser>
          <c:idx val="2"/>
          <c:order val="2"/>
          <c:tx>
            <c:strRef>
              <c:f>Tabelle1!$H$4</c:f>
              <c:strCache>
                <c:ptCount val="1"/>
                <c:pt idx="0">
                  <c:v>Q3</c:v>
                </c:pt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circle"/>
            <c:size val="7"/>
            <c:spPr>
              <a:solidFill>
                <a:srgbClr val="31CAA8"/>
              </a:solidFill>
              <a:ln w="9525">
                <a:noFill/>
              </a:ln>
              <a:effectLst/>
            </c:spPr>
          </c:marker>
          <c:dPt>
            <c:idx val="6"/>
            <c:marker>
              <c:symbol val="circle"/>
              <c:size val="7"/>
              <c:spPr>
                <a:solidFill>
                  <a:srgbClr val="06A6EE"/>
                </a:solidFill>
                <a:ln w="9525">
                  <a:noFill/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46-91BF-4123-A69D-9703F90EAC2E}"/>
              </c:ext>
            </c:extLst>
          </c:dPt>
          <c:dLbls>
            <c:dLbl>
              <c:idx val="0"/>
              <c:tx>
                <c:strRef>
                  <c:f>Tabelle1!$A$5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{A3744EA8-781A-4059-B324-3A6ECBF11FDE}</c15:txfldGUID>
                      <c15:f>Tabelle1!$A$5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40-91BF-4123-A69D-9703F90EAC2E}"/>
                </c:ext>
              </c:extLst>
            </c:dLbl>
            <c:dLbl>
              <c:idx val="1"/>
              <c:tx>
                <c:strRef>
                  <c:f>Tabelle1!$A$6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{FA0D7AAB-FD43-4514-96BE-6BF337885F32}</c15:txfldGUID>
                      <c15:f>Tabelle1!$A$6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41-91BF-4123-A69D-9703F90EAC2E}"/>
                </c:ext>
              </c:extLst>
            </c:dLbl>
            <c:dLbl>
              <c:idx val="2"/>
              <c:tx>
                <c:strRef>
                  <c:f>Tabelle1!$A$7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{67C15ACF-BC08-4133-AADA-2401A6C31621}</c15:txfldGUID>
                      <c15:f>Tabelle1!$A$7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42-91BF-4123-A69D-9703F90EAC2E}"/>
                </c:ext>
              </c:extLst>
            </c:dLbl>
            <c:dLbl>
              <c:idx val="3"/>
              <c:tx>
                <c:strRef>
                  <c:f>Tabelle1!$A$8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{1FB49765-76C2-4B5C-805B-1D3B46A2E11D}</c15:txfldGUID>
                      <c15:f>Tabelle1!$A$8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43-91BF-4123-A69D-9703F90EAC2E}"/>
                </c:ext>
              </c:extLst>
            </c:dLbl>
            <c:dLbl>
              <c:idx val="4"/>
              <c:tx>
                <c:strRef>
                  <c:f>Tabelle1!$A$9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{68CBBC8D-1FC5-4135-9C6F-7DFF9D4D24B8}</c15:txfldGUID>
                      <c15:f>Tabelle1!$A$9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44-91BF-4123-A69D-9703F90EAC2E}"/>
                </c:ext>
              </c:extLst>
            </c:dLbl>
            <c:dLbl>
              <c:idx val="5"/>
              <c:tx>
                <c:strRef>
                  <c:f>Tabelle1!$A$10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{E3555876-7776-41BC-8543-546B8F409C41}</c15:txfldGUID>
                      <c15:f>Tabelle1!$A$10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45-91BF-4123-A69D-9703F90EAC2E}"/>
                </c:ext>
              </c:extLst>
            </c:dLbl>
            <c:dLbl>
              <c:idx val="6"/>
              <c:tx>
                <c:strRef>
                  <c:f>Tabelle1!$A$11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{31976199-5272-4A09-BBD8-A8786F41301D}</c15:txfldGUID>
                      <c15:f>Tabelle1!$A$11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46-91BF-4123-A69D-9703F90EAC2E}"/>
                </c:ext>
              </c:extLst>
            </c:dLbl>
            <c:dLbl>
              <c:idx val="7"/>
              <c:tx>
                <c:strRef>
                  <c:f>Tabelle1!$A$12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{B0961588-9501-4CC0-AD84-7F2776CD14F9}</c15:txfldGUID>
                      <c15:f>Tabelle1!$A$12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47-91BF-4123-A69D-9703F90EAC2E}"/>
                </c:ext>
              </c:extLst>
            </c:dLbl>
            <c:dLbl>
              <c:idx val="8"/>
              <c:tx>
                <c:strRef>
                  <c:f>Tabelle1!$A$13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{2D44D918-7602-4A99-931F-CD384D9E1DEA}</c15:txfldGUID>
                      <c15:f>Tabelle1!$A$13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48-91BF-4123-A69D-9703F90EAC2E}"/>
                </c:ext>
              </c:extLst>
            </c:dLbl>
            <c:dLbl>
              <c:idx val="9"/>
              <c:tx>
                <c:strRef>
                  <c:f>Tabelle1!$A$14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{2B5C7D70-6B3E-4E91-95CF-B9EFF86EBDEF}</c15:txfldGUID>
                      <c15:f>Tabelle1!$A$14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49-91BF-4123-A69D-9703F90EAC2E}"/>
                </c:ext>
              </c:extLst>
            </c:dLbl>
            <c:dLbl>
              <c:idx val="10"/>
              <c:tx>
                <c:strRef>
                  <c:f>Tabelle1!$A$15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{E98A2E30-6A9B-41C2-82C3-93477038E325}</c15:txfldGUID>
                      <c15:f>Tabelle1!$A$15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4A-91BF-4123-A69D-9703F90EAC2E}"/>
                </c:ext>
              </c:extLst>
            </c:dLbl>
            <c:dLbl>
              <c:idx val="11"/>
              <c:tx>
                <c:strRef>
                  <c:f>Tabelle1!$A$16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{08ADAD9F-9041-468B-A161-9F3C9D647CA1}</c15:txfldGUID>
                      <c15:f>Tabelle1!$A$16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4B-91BF-4123-A69D-9703F90EAC2E}"/>
                </c:ext>
              </c:extLst>
            </c:dLbl>
            <c:dLbl>
              <c:idx val="12"/>
              <c:tx>
                <c:strRef>
                  <c:f>Tabelle1!$A$17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{CB7129A1-2681-4625-81F8-8181DE83EED9}</c15:txfldGUID>
                      <c15:f>Tabelle1!$A$17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4C-91BF-4123-A69D-9703F90EAC2E}"/>
                </c:ext>
              </c:extLst>
            </c:dLbl>
            <c:dLbl>
              <c:idx val="13"/>
              <c:tx>
                <c:strRef>
                  <c:f>Tabelle1!$A$18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{B67B237A-000A-4792-81EB-C897B9E434F6}</c15:txfldGUID>
                      <c15:f>Tabelle1!$A$18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4D-91BF-4123-A69D-9703F90EAC2E}"/>
                </c:ext>
              </c:extLst>
            </c:dLbl>
            <c:dLbl>
              <c:idx val="14"/>
              <c:tx>
                <c:strRef>
                  <c:f>Tabelle1!$A$19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{F51459D3-319A-4327-BDBF-AD2724CE4E6D}</c15:txfldGUID>
                      <c15:f>Tabelle1!$A$19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4E-91BF-4123-A69D-9703F90EAC2E}"/>
                </c:ext>
              </c:extLst>
            </c:dLbl>
            <c:dLbl>
              <c:idx val="15"/>
              <c:tx>
                <c:strRef>
                  <c:f>Tabelle1!$A$20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{ADBA7A5E-FB05-478B-BD80-62F8E4221427}</c15:txfldGUID>
                      <c15:f>Tabelle1!$A$20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4F-91BF-4123-A69D-9703F90EAC2E}"/>
                </c:ext>
              </c:extLst>
            </c:dLbl>
            <c:dLbl>
              <c:idx val="16"/>
              <c:tx>
                <c:strRef>
                  <c:f>Tabelle1!$A$21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{1775A96B-0584-4C42-B0F3-5A3BEBFB1C2A}</c15:txfldGUID>
                      <c15:f>Tabelle1!$A$21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50-91BF-4123-A69D-9703F90EAC2E}"/>
                </c:ext>
              </c:extLst>
            </c:dLbl>
            <c:dLbl>
              <c:idx val="17"/>
              <c:tx>
                <c:strRef>
                  <c:f>Tabelle1!$A$22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{8DD68D95-FCF3-4A54-9956-5FF3161C97BA}</c15:txfldGUID>
                      <c15:f>Tabelle1!$A$22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51-91BF-4123-A69D-9703F90EAC2E}"/>
                </c:ext>
              </c:extLst>
            </c:dLbl>
            <c:dLbl>
              <c:idx val="18"/>
              <c:tx>
                <c:strRef>
                  <c:f>Tabelle1!$A$23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{DAB743F0-5945-43A2-901E-4172957E1945}</c15:txfldGUID>
                      <c15:f>Tabelle1!$A$23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52-91BF-4123-A69D-9703F90EAC2E}"/>
                </c:ext>
              </c:extLst>
            </c:dLbl>
            <c:dLbl>
              <c:idx val="19"/>
              <c:tx>
                <c:strRef>
                  <c:f>Tabelle1!$A$24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{E87533C0-7205-4B36-A72E-F6274A83A522}</c15:txfldGUID>
                      <c15:f>Tabelle1!$A$24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53-91BF-4123-A69D-9703F90EAC2E}"/>
                </c:ext>
              </c:extLst>
            </c:dLbl>
            <c:dLbl>
              <c:idx val="20"/>
              <c:tx>
                <c:strRef>
                  <c:f>Tabelle1!$A$25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{6EB3D1EB-89D5-4452-8478-00C0ACD99BAE}</c15:txfldGUID>
                      <c15:f>Tabelle1!$A$25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54-91BF-4123-A69D-9703F90EAC2E}"/>
                </c:ext>
              </c:extLst>
            </c:dLbl>
            <c:dLbl>
              <c:idx val="21"/>
              <c:tx>
                <c:strRef>
                  <c:f>Tabelle1!$A$26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{39E0F0A6-CF2D-4E6C-ADC8-3A41B65D0281}</c15:txfldGUID>
                      <c15:f>Tabelle1!$A$26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55-91BF-4123-A69D-9703F90EAC2E}"/>
                </c:ext>
              </c:extLst>
            </c:dLbl>
            <c:dLbl>
              <c:idx val="22"/>
              <c:tx>
                <c:strRef>
                  <c:f>Tabelle1!$A$27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{ADA96622-93FD-4FC5-8834-E19352DB8133}</c15:txfldGUID>
                      <c15:f>Tabelle1!$A$27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56-91BF-4123-A69D-9703F90EAC2E}"/>
                </c:ext>
              </c:extLst>
            </c:dLbl>
            <c:dLbl>
              <c:idx val="23"/>
              <c:tx>
                <c:strRef>
                  <c:f>Tabelle1!$A$28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{97418587-A648-4481-96DC-72BD7E71FB06}</c15:txfldGUID>
                      <c15:f>Tabelle1!$A$28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57-91BF-4123-A69D-9703F90EAC2E}"/>
                </c:ext>
              </c:extLst>
            </c:dLbl>
            <c:dLbl>
              <c:idx val="24"/>
              <c:tx>
                <c:strRef>
                  <c:f>Tabelle1!$A$29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{4E439E5F-274F-4755-8C69-645AC8FABCFE}</c15:txfldGUID>
                      <c15:f>Tabelle1!$A$29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58-91BF-4123-A69D-9703F90EAC2E}"/>
                </c:ext>
              </c:extLst>
            </c:dLbl>
            <c:dLbl>
              <c:idx val="25"/>
              <c:tx>
                <c:strRef>
                  <c:f>Tabelle1!$A$30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{A1B4E9F8-51A5-44E7-A301-59F108E8AB15}</c15:txfldGUID>
                      <c15:f>Tabelle1!$A$30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59-91BF-4123-A69D-9703F90EAC2E}"/>
                </c:ext>
              </c:extLst>
            </c:dLbl>
            <c:dLbl>
              <c:idx val="26"/>
              <c:tx>
                <c:strRef>
                  <c:f>Tabelle1!$A$31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{B9F394FA-5E10-45BF-B892-D97B665787EE}</c15:txfldGUID>
                      <c15:f>Tabelle1!$A$31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5A-91BF-4123-A69D-9703F90EAC2E}"/>
                </c:ext>
              </c:extLst>
            </c:dLbl>
            <c:dLbl>
              <c:idx val="27"/>
              <c:tx>
                <c:strRef>
                  <c:f>Tabelle1!$A$32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{87CF4D55-DA70-4D4C-8BE7-DE1B12231D64}</c15:txfldGUID>
                      <c15:f>Tabelle1!$A$32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5B-91BF-4123-A69D-9703F90EAC2E}"/>
                </c:ext>
              </c:extLst>
            </c:dLbl>
            <c:dLbl>
              <c:idx val="28"/>
              <c:tx>
                <c:strRef>
                  <c:f>Tabelle1!$A$33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{D3469817-23F3-45C9-B38D-660B9896F24C}</c15:txfldGUID>
                      <c15:f>Tabelle1!$A$33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5C-91BF-4123-A69D-9703F90EAC2E}"/>
                </c:ext>
              </c:extLst>
            </c:dLbl>
            <c:dLbl>
              <c:idx val="29"/>
              <c:tx>
                <c:strRef>
                  <c:f>Tabelle1!$A$34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{26C6DD98-38F0-4C03-A223-A70779F89B56}</c15:txfldGUID>
                      <c15:f>Tabelle1!$A$34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5D-91BF-4123-A69D-9703F90EAC2E}"/>
                </c:ext>
              </c:extLst>
            </c:dLbl>
            <c:dLbl>
              <c:idx val="30"/>
              <c:tx>
                <c:strRef>
                  <c:f>Tabelle1!$A$35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{70D59DC2-4234-46C7-9D00-02AB54066369}</c15:txfldGUID>
                      <c15:f>Tabelle1!$A$35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5E-91BF-4123-A69D-9703F90EAC2E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9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de-DE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xVal>
            <c:numRef>
              <c:f>Tabelle1!$C$5:$C$35</c:f>
              <c:numCache>
                <c:formatCode>0%</c:formatCode>
                <c:ptCount val="31"/>
              </c:numCache>
            </c:numRef>
          </c:xVal>
          <c:yVal>
            <c:numRef>
              <c:f>Tabelle1!$H$5:$H$35</c:f>
              <c:numCache>
                <c:formatCode>General</c:formatCode>
                <c:ptCount val="31"/>
                <c:pt idx="0">
                  <c:v>#N/A</c:v>
                </c:pt>
                <c:pt idx="1">
                  <c:v>#N/A</c:v>
                </c:pt>
                <c:pt idx="2">
                  <c:v>#N/A</c:v>
                </c:pt>
                <c:pt idx="3">
                  <c:v>#N/A</c:v>
                </c:pt>
                <c:pt idx="4">
                  <c:v>#N/A</c:v>
                </c:pt>
                <c:pt idx="5">
                  <c:v>#N/A</c:v>
                </c:pt>
                <c:pt idx="6">
                  <c:v>#N/A</c:v>
                </c:pt>
                <c:pt idx="7">
                  <c:v>#N/A</c:v>
                </c:pt>
                <c:pt idx="8">
                  <c:v>#N/A</c:v>
                </c:pt>
                <c:pt idx="9">
                  <c:v>#N/A</c:v>
                </c:pt>
                <c:pt idx="10">
                  <c:v>#N/A</c:v>
                </c:pt>
                <c:pt idx="11">
                  <c:v>#N/A</c:v>
                </c:pt>
                <c:pt idx="12">
                  <c:v>#N/A</c:v>
                </c:pt>
                <c:pt idx="13">
                  <c:v>#N/A</c:v>
                </c:pt>
                <c:pt idx="14">
                  <c:v>#N/A</c:v>
                </c:pt>
                <c:pt idx="15">
                  <c:v>#N/A</c:v>
                </c:pt>
                <c:pt idx="16">
                  <c:v>#N/A</c:v>
                </c:pt>
                <c:pt idx="17">
                  <c:v>#N/A</c:v>
                </c:pt>
                <c:pt idx="18">
                  <c:v>#N/A</c:v>
                </c:pt>
                <c:pt idx="19">
                  <c:v>#N/A</c:v>
                </c:pt>
                <c:pt idx="20">
                  <c:v>#N/A</c:v>
                </c:pt>
                <c:pt idx="21">
                  <c:v>#N/A</c:v>
                </c:pt>
                <c:pt idx="22">
                  <c:v>#N/A</c:v>
                </c:pt>
                <c:pt idx="23">
                  <c:v>#N/A</c:v>
                </c:pt>
                <c:pt idx="24">
                  <c:v>#N/A</c:v>
                </c:pt>
                <c:pt idx="25">
                  <c:v>#N/A</c:v>
                </c:pt>
                <c:pt idx="26">
                  <c:v>#N/A</c:v>
                </c:pt>
                <c:pt idx="27">
                  <c:v>#N/A</c:v>
                </c:pt>
                <c:pt idx="28">
                  <c:v>#N/A</c:v>
                </c:pt>
                <c:pt idx="29">
                  <c:v>#N/A</c:v>
                </c:pt>
                <c:pt idx="30">
                  <c:v>#N/A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5F-91BF-4123-A69D-9703F90EAC2E}"/>
            </c:ext>
          </c:extLst>
        </c:ser>
        <c:ser>
          <c:idx val="3"/>
          <c:order val="3"/>
          <c:tx>
            <c:strRef>
              <c:f>Tabelle1!$I$4</c:f>
              <c:strCache>
                <c:ptCount val="1"/>
                <c:pt idx="0">
                  <c:v>Q4</c:v>
                </c:pt>
              </c:strCache>
            </c:strRef>
          </c:tx>
          <c:spPr>
            <a:ln w="25400" cap="rnd">
              <a:noFill/>
              <a:round/>
            </a:ln>
            <a:effectLst/>
          </c:spPr>
          <c:marker>
            <c:symbol val="circle"/>
            <c:size val="7"/>
            <c:spPr>
              <a:solidFill>
                <a:srgbClr val="FF412C"/>
              </a:solidFill>
              <a:ln w="9525">
                <a:noFill/>
              </a:ln>
              <a:effectLst/>
            </c:spPr>
          </c:marker>
          <c:dLbls>
            <c:dLbl>
              <c:idx val="0"/>
              <c:tx>
                <c:strRef>
                  <c:f>Tabelle1!$A$5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{B9AACEC3-0386-4D49-BCE4-9934A44BC35D}</c15:txfldGUID>
                      <c15:f>Tabelle1!$A$5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60-91BF-4123-A69D-9703F90EAC2E}"/>
                </c:ext>
              </c:extLst>
            </c:dLbl>
            <c:dLbl>
              <c:idx val="1"/>
              <c:tx>
                <c:strRef>
                  <c:f>Tabelle1!$A$6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{3000747A-0FE8-402A-85E5-EBF8EE666B52}</c15:txfldGUID>
                      <c15:f>Tabelle1!$A$6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61-91BF-4123-A69D-9703F90EAC2E}"/>
                </c:ext>
              </c:extLst>
            </c:dLbl>
            <c:dLbl>
              <c:idx val="2"/>
              <c:tx>
                <c:strRef>
                  <c:f>Tabelle1!$A$7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{B49E7DFF-9E53-48D1-A8CD-BB9DDFDDC1A3}</c15:txfldGUID>
                      <c15:f>Tabelle1!$A$7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62-91BF-4123-A69D-9703F90EAC2E}"/>
                </c:ext>
              </c:extLst>
            </c:dLbl>
            <c:dLbl>
              <c:idx val="3"/>
              <c:tx>
                <c:strRef>
                  <c:f>Tabelle1!$A$8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{303F6046-D373-437B-AFFA-1E493E36CF02}</c15:txfldGUID>
                      <c15:f>Tabelle1!$A$8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63-91BF-4123-A69D-9703F90EAC2E}"/>
                </c:ext>
              </c:extLst>
            </c:dLbl>
            <c:dLbl>
              <c:idx val="4"/>
              <c:tx>
                <c:strRef>
                  <c:f>Tabelle1!$A$9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{D7D089E0-0CBE-4E9B-990C-D44BDC3BD6C8}</c15:txfldGUID>
                      <c15:f>Tabelle1!$A$9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64-91BF-4123-A69D-9703F90EAC2E}"/>
                </c:ext>
              </c:extLst>
            </c:dLbl>
            <c:dLbl>
              <c:idx val="5"/>
              <c:tx>
                <c:strRef>
                  <c:f>Tabelle1!$A$10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{D65519DB-63A5-413B-8EA4-D0A0B3423AA6}</c15:txfldGUID>
                      <c15:f>Tabelle1!$A$10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65-91BF-4123-A69D-9703F90EAC2E}"/>
                </c:ext>
              </c:extLst>
            </c:dLbl>
            <c:dLbl>
              <c:idx val="6"/>
              <c:tx>
                <c:strRef>
                  <c:f>Tabelle1!$A$11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{4504E811-96F2-411B-B5E8-66253B27F27F}</c15:txfldGUID>
                      <c15:f>Tabelle1!$A$11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66-91BF-4123-A69D-9703F90EAC2E}"/>
                </c:ext>
              </c:extLst>
            </c:dLbl>
            <c:dLbl>
              <c:idx val="7"/>
              <c:tx>
                <c:strRef>
                  <c:f>Tabelle1!$A$12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{F5FE361A-F941-496D-8220-EC5E065514B0}</c15:txfldGUID>
                      <c15:f>Tabelle1!$A$12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67-91BF-4123-A69D-9703F90EAC2E}"/>
                </c:ext>
              </c:extLst>
            </c:dLbl>
            <c:dLbl>
              <c:idx val="8"/>
              <c:tx>
                <c:strRef>
                  <c:f>Tabelle1!$A$13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{BEDDBC51-8A5D-487A-BBE1-4C9694892AD2}</c15:txfldGUID>
                      <c15:f>Tabelle1!$A$13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68-91BF-4123-A69D-9703F90EAC2E}"/>
                </c:ext>
              </c:extLst>
            </c:dLbl>
            <c:dLbl>
              <c:idx val="9"/>
              <c:tx>
                <c:strRef>
                  <c:f>Tabelle1!$A$14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{E1ED7C25-5AD0-4A2C-8E6E-B7FAE1C0949A}</c15:txfldGUID>
                      <c15:f>Tabelle1!$A$14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69-91BF-4123-A69D-9703F90EAC2E}"/>
                </c:ext>
              </c:extLst>
            </c:dLbl>
            <c:dLbl>
              <c:idx val="10"/>
              <c:tx>
                <c:strRef>
                  <c:f>Tabelle1!$A$15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{ECD81853-AA7A-4738-B2F2-75E416F71DA4}</c15:txfldGUID>
                      <c15:f>Tabelle1!$A$15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6A-91BF-4123-A69D-9703F90EAC2E}"/>
                </c:ext>
              </c:extLst>
            </c:dLbl>
            <c:dLbl>
              <c:idx val="11"/>
              <c:tx>
                <c:strRef>
                  <c:f>Tabelle1!$A$16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{722CDA0F-4148-465A-AE3C-0340C1D250CF}</c15:txfldGUID>
                      <c15:f>Tabelle1!$A$16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6B-91BF-4123-A69D-9703F90EAC2E}"/>
                </c:ext>
              </c:extLst>
            </c:dLbl>
            <c:dLbl>
              <c:idx val="12"/>
              <c:tx>
                <c:strRef>
                  <c:f>Tabelle1!$A$17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{EB4DC986-D6AF-4BF4-8B17-44EDD3EBE4FC}</c15:txfldGUID>
                      <c15:f>Tabelle1!$A$17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6C-91BF-4123-A69D-9703F90EAC2E}"/>
                </c:ext>
              </c:extLst>
            </c:dLbl>
            <c:dLbl>
              <c:idx val="13"/>
              <c:tx>
                <c:strRef>
                  <c:f>Tabelle1!$A$18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{6B93658A-E7CF-4702-946B-98F9DFA3F770}</c15:txfldGUID>
                      <c15:f>Tabelle1!$A$18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6D-91BF-4123-A69D-9703F90EAC2E}"/>
                </c:ext>
              </c:extLst>
            </c:dLbl>
            <c:dLbl>
              <c:idx val="14"/>
              <c:tx>
                <c:strRef>
                  <c:f>Tabelle1!$A$19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{75A10334-AD39-4C20-AE42-D9F1415C3145}</c15:txfldGUID>
                      <c15:f>Tabelle1!$A$19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6E-91BF-4123-A69D-9703F90EAC2E}"/>
                </c:ext>
              </c:extLst>
            </c:dLbl>
            <c:dLbl>
              <c:idx val="15"/>
              <c:tx>
                <c:strRef>
                  <c:f>Tabelle1!$A$20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{6B062005-2F67-49E2-B1F3-07AD14EDA9D1}</c15:txfldGUID>
                      <c15:f>Tabelle1!$A$20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6F-91BF-4123-A69D-9703F90EAC2E}"/>
                </c:ext>
              </c:extLst>
            </c:dLbl>
            <c:dLbl>
              <c:idx val="16"/>
              <c:tx>
                <c:strRef>
                  <c:f>Tabelle1!$A$21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{2E767562-67DE-426A-9AA3-28BDA049B5EE}</c15:txfldGUID>
                      <c15:f>Tabelle1!$A$21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70-91BF-4123-A69D-9703F90EAC2E}"/>
                </c:ext>
              </c:extLst>
            </c:dLbl>
            <c:dLbl>
              <c:idx val="17"/>
              <c:tx>
                <c:strRef>
                  <c:f>Tabelle1!$A$22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{C7B284D4-9D86-4086-BA2D-2EE76D6EF479}</c15:txfldGUID>
                      <c15:f>Tabelle1!$A$22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71-91BF-4123-A69D-9703F90EAC2E}"/>
                </c:ext>
              </c:extLst>
            </c:dLbl>
            <c:dLbl>
              <c:idx val="18"/>
              <c:tx>
                <c:strRef>
                  <c:f>Tabelle1!$A$23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{B07A6A6F-6D6C-42E3-9A22-77A108B82D46}</c15:txfldGUID>
                      <c15:f>Tabelle1!$A$23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72-91BF-4123-A69D-9703F90EAC2E}"/>
                </c:ext>
              </c:extLst>
            </c:dLbl>
            <c:dLbl>
              <c:idx val="19"/>
              <c:tx>
                <c:strRef>
                  <c:f>Tabelle1!$A$24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{A059479F-6AA6-4DF8-B9D3-600129F44B19}</c15:txfldGUID>
                      <c15:f>Tabelle1!$A$24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73-91BF-4123-A69D-9703F90EAC2E}"/>
                </c:ext>
              </c:extLst>
            </c:dLbl>
            <c:dLbl>
              <c:idx val="20"/>
              <c:tx>
                <c:strRef>
                  <c:f>Tabelle1!$A$25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{CE4E501A-0A11-42DA-9DF5-85ED4CFE7CCD}</c15:txfldGUID>
                      <c15:f>Tabelle1!$A$25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74-91BF-4123-A69D-9703F90EAC2E}"/>
                </c:ext>
              </c:extLst>
            </c:dLbl>
            <c:dLbl>
              <c:idx val="21"/>
              <c:tx>
                <c:strRef>
                  <c:f>Tabelle1!$A$26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{AC15EE92-5D67-4961-B6DC-93FE38D1087D}</c15:txfldGUID>
                      <c15:f>Tabelle1!$A$26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75-91BF-4123-A69D-9703F90EAC2E}"/>
                </c:ext>
              </c:extLst>
            </c:dLbl>
            <c:dLbl>
              <c:idx val="22"/>
              <c:tx>
                <c:strRef>
                  <c:f>Tabelle1!$A$27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{4BD4D8E6-849B-44F3-B97B-E6B04893D0DF}</c15:txfldGUID>
                      <c15:f>Tabelle1!$A$27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76-91BF-4123-A69D-9703F90EAC2E}"/>
                </c:ext>
              </c:extLst>
            </c:dLbl>
            <c:dLbl>
              <c:idx val="23"/>
              <c:tx>
                <c:strRef>
                  <c:f>Tabelle1!$A$28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{F4249E7A-CC5F-4040-AAAD-D7959F3DF778}</c15:txfldGUID>
                      <c15:f>Tabelle1!$A$28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77-91BF-4123-A69D-9703F90EAC2E}"/>
                </c:ext>
              </c:extLst>
            </c:dLbl>
            <c:dLbl>
              <c:idx val="24"/>
              <c:tx>
                <c:strRef>
                  <c:f>Tabelle1!$A$29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{36265EE4-D035-47B0-8391-A1381FEDF446}</c15:txfldGUID>
                      <c15:f>Tabelle1!$A$29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78-91BF-4123-A69D-9703F90EAC2E}"/>
                </c:ext>
              </c:extLst>
            </c:dLbl>
            <c:dLbl>
              <c:idx val="25"/>
              <c:tx>
                <c:strRef>
                  <c:f>Tabelle1!$A$30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{70BCDF0D-6176-40D9-AE75-4005EF8252FD}</c15:txfldGUID>
                      <c15:f>Tabelle1!$A$30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79-91BF-4123-A69D-9703F90EAC2E}"/>
                </c:ext>
              </c:extLst>
            </c:dLbl>
            <c:dLbl>
              <c:idx val="26"/>
              <c:tx>
                <c:strRef>
                  <c:f>Tabelle1!$A$31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{925BFCC4-D91D-4B4D-9A70-4A8071B3596C}</c15:txfldGUID>
                      <c15:f>Tabelle1!$A$31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7A-91BF-4123-A69D-9703F90EAC2E}"/>
                </c:ext>
              </c:extLst>
            </c:dLbl>
            <c:dLbl>
              <c:idx val="27"/>
              <c:tx>
                <c:strRef>
                  <c:f>Tabelle1!$A$32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{C248D80A-26F0-4D51-A55A-E21B32FF0A1F}</c15:txfldGUID>
                      <c15:f>Tabelle1!$A$32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7B-91BF-4123-A69D-9703F90EAC2E}"/>
                </c:ext>
              </c:extLst>
            </c:dLbl>
            <c:dLbl>
              <c:idx val="28"/>
              <c:tx>
                <c:strRef>
                  <c:f>Tabelle1!$A$33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{45AF6B8E-1FC4-411B-B283-107589562AE1}</c15:txfldGUID>
                      <c15:f>Tabelle1!$A$33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7C-91BF-4123-A69D-9703F90EAC2E}"/>
                </c:ext>
              </c:extLst>
            </c:dLbl>
            <c:dLbl>
              <c:idx val="29"/>
              <c:tx>
                <c:strRef>
                  <c:f>Tabelle1!$A$34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{E2D427F9-6177-4BDB-A6BE-6E53DDB4CA91}</c15:txfldGUID>
                      <c15:f>Tabelle1!$A$34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7D-91BF-4123-A69D-9703F90EAC2E}"/>
                </c:ext>
              </c:extLst>
            </c:dLbl>
            <c:dLbl>
              <c:idx val="30"/>
              <c:tx>
                <c:strRef>
                  <c:f>Tabelle1!$A$35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{E305C25E-A51F-42E2-929B-9E2B8EF8957F}</c15:txfldGUID>
                      <c15:f>Tabelle1!$A$35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7E-91BF-4123-A69D-9703F90EAC2E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9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de-DE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xVal>
            <c:numRef>
              <c:f>Tabelle1!$C$5:$C$35</c:f>
              <c:numCache>
                <c:formatCode>0%</c:formatCode>
                <c:ptCount val="31"/>
              </c:numCache>
            </c:numRef>
          </c:xVal>
          <c:yVal>
            <c:numRef>
              <c:f>Tabelle1!$I$5:$I$35</c:f>
              <c:numCache>
                <c:formatCode>General</c:formatCode>
                <c:ptCount val="31"/>
                <c:pt idx="0">
                  <c:v>#N/A</c:v>
                </c:pt>
                <c:pt idx="1">
                  <c:v>#N/A</c:v>
                </c:pt>
                <c:pt idx="2">
                  <c:v>#N/A</c:v>
                </c:pt>
                <c:pt idx="3">
                  <c:v>#N/A</c:v>
                </c:pt>
                <c:pt idx="4">
                  <c:v>#N/A</c:v>
                </c:pt>
                <c:pt idx="5">
                  <c:v>#N/A</c:v>
                </c:pt>
                <c:pt idx="6">
                  <c:v>#N/A</c:v>
                </c:pt>
                <c:pt idx="7">
                  <c:v>#N/A</c:v>
                </c:pt>
                <c:pt idx="8">
                  <c:v>#N/A</c:v>
                </c:pt>
                <c:pt idx="9">
                  <c:v>#N/A</c:v>
                </c:pt>
                <c:pt idx="10">
                  <c:v>#N/A</c:v>
                </c:pt>
                <c:pt idx="11">
                  <c:v>#N/A</c:v>
                </c:pt>
                <c:pt idx="12">
                  <c:v>#N/A</c:v>
                </c:pt>
                <c:pt idx="13">
                  <c:v>#N/A</c:v>
                </c:pt>
                <c:pt idx="14">
                  <c:v>#N/A</c:v>
                </c:pt>
                <c:pt idx="15">
                  <c:v>#N/A</c:v>
                </c:pt>
                <c:pt idx="16">
                  <c:v>#N/A</c:v>
                </c:pt>
                <c:pt idx="17">
                  <c:v>#N/A</c:v>
                </c:pt>
                <c:pt idx="18">
                  <c:v>#N/A</c:v>
                </c:pt>
                <c:pt idx="19">
                  <c:v>#N/A</c:v>
                </c:pt>
                <c:pt idx="20">
                  <c:v>#N/A</c:v>
                </c:pt>
                <c:pt idx="21">
                  <c:v>#N/A</c:v>
                </c:pt>
                <c:pt idx="22">
                  <c:v>#N/A</c:v>
                </c:pt>
                <c:pt idx="23">
                  <c:v>#N/A</c:v>
                </c:pt>
                <c:pt idx="24">
                  <c:v>#N/A</c:v>
                </c:pt>
                <c:pt idx="25">
                  <c:v>#N/A</c:v>
                </c:pt>
                <c:pt idx="26">
                  <c:v>#N/A</c:v>
                </c:pt>
                <c:pt idx="27">
                  <c:v>#N/A</c:v>
                </c:pt>
                <c:pt idx="28">
                  <c:v>#N/A</c:v>
                </c:pt>
                <c:pt idx="29">
                  <c:v>#N/A</c:v>
                </c:pt>
                <c:pt idx="30">
                  <c:v>#N/A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7F-91BF-4123-A69D-9703F90EAC2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400080047"/>
        <c:axId val="400072975"/>
      </c:scatterChart>
      <c:valAx>
        <c:axId val="400080047"/>
        <c:scaling>
          <c:orientation val="minMax"/>
          <c:max val="0.17500000000000002"/>
          <c:min val="6.2000000000000013E-2"/>
        </c:scaling>
        <c:delete val="0"/>
        <c:axPos val="b"/>
        <c:numFmt formatCode="0%" sourceLinked="1"/>
        <c:majorTickMark val="none"/>
        <c:minorTickMark val="none"/>
        <c:tickLblPos val="none"/>
        <c:spPr>
          <a:noFill/>
          <a:ln w="6350" cap="flat" cmpd="sng" algn="ctr">
            <a:solidFill>
              <a:srgbClr val="FFFFFF">
                <a:lumMod val="50000"/>
              </a:srgb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400072975"/>
        <c:crossesAt val="0.65000000000000013"/>
        <c:crossBetween val="midCat"/>
      </c:valAx>
      <c:valAx>
        <c:axId val="400072975"/>
        <c:scaling>
          <c:orientation val="minMax"/>
          <c:max val="0.70000000000000007"/>
          <c:min val="0.60000000000000009"/>
        </c:scaling>
        <c:delete val="0"/>
        <c:axPos val="l"/>
        <c:numFmt formatCode="General" sourceLinked="1"/>
        <c:majorTickMark val="none"/>
        <c:minorTickMark val="none"/>
        <c:tickLblPos val="none"/>
        <c:spPr>
          <a:noFill/>
          <a:ln w="6350" cap="flat" cmpd="sng" algn="ctr">
            <a:solidFill>
              <a:srgbClr val="FFFFFF">
                <a:lumMod val="50000"/>
              </a:srgb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400080047"/>
        <c:crossesAt val="0.11850000000000002"/>
        <c:crossBetween val="midCat"/>
      </c:valAx>
      <c:spPr>
        <a:noFill/>
        <a:ln w="6350">
          <a:solidFill>
            <a:srgbClr val="FFFFFF">
              <a:lumMod val="65000"/>
            </a:srgbClr>
          </a:solidFill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solidFill>
            <a:schemeClr val="tx1"/>
          </a:solidFill>
        </a:defRPr>
      </a:pPr>
      <a:endParaRPr lang="de-DE"/>
    </a:p>
  </c:txPr>
  <c:externalData r:id="rId4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rtl="0">
              <a:defRPr sz="1200"/>
            </a:lvl1pPr>
          </a:lstStyle>
          <a:p>
            <a:endParaRPr lang="de-DE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rtl="0">
              <a:defRPr sz="1200"/>
            </a:lvl1pPr>
          </a:lstStyle>
          <a:p>
            <a:fld id="{FE9BE82B-5D44-0B45-BFA7-6B9C6088491B}" type="datetimeFigureOut">
              <a:rPr lang="de-DE" smtClean="0"/>
              <a:pPr/>
              <a:t>23.04.2026</a:t>
            </a:fld>
            <a:endParaRPr lang="de-DE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MX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Click to edit Master text styles</a:t>
            </a:r>
          </a:p>
          <a:p>
            <a:pPr lvl="1"/>
            <a:r>
              <a:rPr lang="de-DE"/>
              <a:t>Second level</a:t>
            </a:r>
          </a:p>
          <a:p>
            <a:pPr lvl="2"/>
            <a:r>
              <a:rPr lang="de-DE"/>
              <a:t>Third level</a:t>
            </a:r>
          </a:p>
          <a:p>
            <a:pPr lvl="3"/>
            <a:r>
              <a:rPr lang="de-DE"/>
              <a:t>Fourth level</a:t>
            </a:r>
          </a:p>
          <a:p>
            <a:pPr lvl="4"/>
            <a:r>
              <a:rPr lang="de-DE"/>
              <a:t>Fifth level</a:t>
            </a:r>
            <a:endParaRPr lang="de-DE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rtl="0">
              <a:defRPr sz="1200"/>
            </a:lvl1pPr>
          </a:lstStyle>
          <a:p>
            <a:endParaRPr lang="de-DE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 rtl="0">
              <a:defRPr sz="1200"/>
            </a:lvl1pPr>
          </a:lstStyle>
          <a:p>
            <a:fld id="{9A5EE3D5-9226-424F-9DBA-F4686C32699F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801207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BACE8B-F4B4-7D75-3936-AA65F1D99A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0BE3410-0FFC-ADA7-C99D-611CB50B1E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D9A06ED-8A57-8212-54FA-585F86E9CE5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FD11D4-B7D9-F6B9-FA88-2C89403D511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5EE3D5-9226-424F-9DBA-F4686C32699F}" type="slidenum">
              <a:rPr lang="de-DE" smtClean="0"/>
              <a:pPr/>
              <a:t>1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66758799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5EE3D5-9226-424F-9DBA-F4686C32699F}" type="slidenum">
              <a:rPr lang="de-DE" smtClean="0"/>
              <a:pPr/>
              <a:t>2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03137871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4603EB-2F67-D528-DE3E-BFE1DAAB71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A79AADF-9B31-0D0A-DFB3-2347A199D2E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BEFB4F7-81D3-6DA8-C0BC-95110460334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58C6E68-A88F-CB35-A53C-3A8D2C13682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5EE3D5-9226-424F-9DBA-F4686C32699F}" type="slidenum">
              <a:rPr lang="de-DE" smtClean="0"/>
              <a:pPr/>
              <a:t>3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28638738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5EE3D5-9226-424F-9DBA-F4686C32699F}" type="slidenum">
              <a:rPr lang="de-DE" smtClean="0"/>
              <a:pPr/>
              <a:t>4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93857327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3.x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2.bin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4.xml"/><Relationship Id="rId4" Type="http://schemas.openxmlformats.org/officeDocument/2006/relationships/image" Target="../media/image1.emf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5.xml"/><Relationship Id="rId4" Type="http://schemas.openxmlformats.org/officeDocument/2006/relationships/image" Target="../media/image1.emf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6.xml"/><Relationship Id="rId4" Type="http://schemas.openxmlformats.org/officeDocument/2006/relationships/image" Target="../media/image1.emf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7.xml"/><Relationship Id="rId4" Type="http://schemas.openxmlformats.org/officeDocument/2006/relationships/image" Target="../media/image1.emf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8.xml"/><Relationship Id="rId4" Type="http://schemas.openxmlformats.org/officeDocument/2006/relationships/image" Target="../media/image1.emf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9.xml"/><Relationship Id="rId4" Type="http://schemas.openxmlformats.org/officeDocument/2006/relationships/image" Target="../media/image1.emf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0.xml"/><Relationship Id="rId4" Type="http://schemas.openxmlformats.org/officeDocument/2006/relationships/image" Target="../media/image1.emf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1.xml"/><Relationship Id="rId4" Type="http://schemas.openxmlformats.org/officeDocument/2006/relationships/image" Target="../media/image1.emf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2.x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2.bin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3.x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2.bin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4.xml"/><Relationship Id="rId6" Type="http://schemas.openxmlformats.org/officeDocument/2006/relationships/image" Target="../media/image3.jpeg"/><Relationship Id="rId5" Type="http://schemas.openxmlformats.org/officeDocument/2006/relationships/image" Target="../media/image1.emf"/><Relationship Id="rId4" Type="http://schemas.openxmlformats.org/officeDocument/2006/relationships/oleObject" Target="../embeddings/oleObject2.bin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5.x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2.bin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6.xml"/><Relationship Id="rId5" Type="http://schemas.openxmlformats.org/officeDocument/2006/relationships/image" Target="../media/image5.svg"/><Relationship Id="rId4" Type="http://schemas.openxmlformats.org/officeDocument/2006/relationships/image" Target="../media/image1.emf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7" Type="http://schemas.openxmlformats.org/officeDocument/2006/relationships/image" Target="../media/image8.jpeg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7.xml"/><Relationship Id="rId6" Type="http://schemas.openxmlformats.org/officeDocument/2006/relationships/image" Target="../media/image7.jpeg"/><Relationship Id="rId5" Type="http://schemas.openxmlformats.org/officeDocument/2006/relationships/image" Target="../media/image6.jpeg"/><Relationship Id="rId4" Type="http://schemas.openxmlformats.org/officeDocument/2006/relationships/image" Target="../media/image1.emf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8.x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2.bin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9.x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2.bin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0.xml"/><Relationship Id="rId4" Type="http://schemas.openxmlformats.org/officeDocument/2006/relationships/image" Target="../media/image1.emf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1.x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2.bin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">
    <p:bg>
      <p:bgPr>
        <a:blipFill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78B3ECAB-9B19-58FC-7E08-51C76CBDF8B7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61063759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78" imgH="377" progId="TCLayout.ActiveDocument.1">
                  <p:embed/>
                </p:oleObj>
              </mc:Choice>
              <mc:Fallback>
                <p:oleObj name="think-cell Slide" r:id="rId4" imgW="378" imgH="377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78B3ECAB-9B19-58FC-7E08-51C76CBDF8B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" name="Footer Placeholder 7" hidden="1">
            <a:extLst>
              <a:ext uri="{FF2B5EF4-FFF2-40B4-BE49-F238E27FC236}">
                <a16:creationId xmlns:a16="http://schemas.microsoft.com/office/drawing/2014/main" id="{BDBD91DF-EEBF-4F90-8EB0-5B46372D594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 bwMode="white">
          <a:xfrm>
            <a:off x="12193200" y="6858000"/>
            <a:ext cx="0" cy="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 rtl="0">
              <a:defRPr sz="100">
                <a:noFill/>
              </a:defRPr>
            </a:lvl1pPr>
          </a:lstStyle>
          <a:p>
            <a:r>
              <a:rPr lang="de-DE"/>
              <a:t>Charting Manual</a:t>
            </a:r>
            <a:endParaRPr lang="de-DE" dirty="0"/>
          </a:p>
        </p:txBody>
      </p:sp>
      <p:sp>
        <p:nvSpPr>
          <p:cNvPr id="12" name="Slide Number Placeholder 10" hidden="1">
            <a:extLst>
              <a:ext uri="{FF2B5EF4-FFF2-40B4-BE49-F238E27FC236}">
                <a16:creationId xmlns:a16="http://schemas.microsoft.com/office/drawing/2014/main" id="{1BEB41F5-194C-405C-8EDC-8C5E550FE046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2193200" y="6858000"/>
            <a:ext cx="0" cy="0"/>
          </a:xfrm>
        </p:spPr>
        <p:txBody>
          <a:bodyPr/>
          <a:lstStyle>
            <a:lvl1pPr rtl="0">
              <a:defRPr sz="100">
                <a:noFill/>
              </a:defRPr>
            </a:lvl1pPr>
          </a:lstStyle>
          <a:p>
            <a:fld id="{23AA811B-2EBD-4900-905E-5BE206449611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ECEAF09-4087-4DE9-9FE5-1AA7D63567C2}"/>
              </a:ext>
            </a:extLst>
          </p:cNvPr>
          <p:cNvSpPr/>
          <p:nvPr userDrawn="1"/>
        </p:nvSpPr>
        <p:spPr bwMode="white">
          <a:xfrm>
            <a:off x="540000" y="5937520"/>
            <a:ext cx="1710000" cy="7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 rtl="0"/>
            <a:endParaRPr lang="de-DE" sz="2000" noProof="0" dirty="0" err="1"/>
          </a:p>
        </p:txBody>
      </p:sp>
      <p:sp>
        <p:nvSpPr>
          <p:cNvPr id="8" name="Logo">
            <a:extLst>
              <a:ext uri="{FF2B5EF4-FFF2-40B4-BE49-F238E27FC236}">
                <a16:creationId xmlns:a16="http://schemas.microsoft.com/office/drawing/2014/main" id="{BACEDC41-79C2-4ADA-B739-01C59B4CABDE}"/>
              </a:ext>
            </a:extLst>
          </p:cNvPr>
          <p:cNvSpPr>
            <a:spLocks noChangeArrowheads="1"/>
          </p:cNvSpPr>
          <p:nvPr userDrawn="1"/>
        </p:nvSpPr>
        <p:spPr bwMode="white">
          <a:xfrm>
            <a:off x="556126" y="511471"/>
            <a:ext cx="744037" cy="154751"/>
          </a:xfrm>
          <a:custGeom>
            <a:avLst/>
            <a:gdLst>
              <a:gd name="T0" fmla="*/ 3133 w 3201"/>
              <a:gd name="T1" fmla="*/ 97 h 664"/>
              <a:gd name="T2" fmla="*/ 3148 w 3201"/>
              <a:gd name="T3" fmla="*/ 81 h 664"/>
              <a:gd name="T4" fmla="*/ 3120 w 3201"/>
              <a:gd name="T5" fmla="*/ 77 h 664"/>
              <a:gd name="T6" fmla="*/ 3109 w 3201"/>
              <a:gd name="T7" fmla="*/ 135 h 664"/>
              <a:gd name="T8" fmla="*/ 3150 w 3201"/>
              <a:gd name="T9" fmla="*/ 69 h 664"/>
              <a:gd name="T10" fmla="*/ 3156 w 3201"/>
              <a:gd name="T11" fmla="*/ 99 h 664"/>
              <a:gd name="T12" fmla="*/ 3158 w 3201"/>
              <a:gd name="T13" fmla="*/ 122 h 664"/>
              <a:gd name="T14" fmla="*/ 3147 w 3201"/>
              <a:gd name="T15" fmla="*/ 124 h 664"/>
              <a:gd name="T16" fmla="*/ 3120 w 3201"/>
              <a:gd name="T17" fmla="*/ 106 h 664"/>
              <a:gd name="T18" fmla="*/ 2276 w 3201"/>
              <a:gd name="T19" fmla="*/ 420 h 664"/>
              <a:gd name="T20" fmla="*/ 2391 w 3201"/>
              <a:gd name="T21" fmla="*/ 562 h 664"/>
              <a:gd name="T22" fmla="*/ 2473 w 3201"/>
              <a:gd name="T23" fmla="*/ 314 h 664"/>
              <a:gd name="T24" fmla="*/ 2276 w 3201"/>
              <a:gd name="T25" fmla="*/ 420 h 664"/>
              <a:gd name="T26" fmla="*/ 2178 w 3201"/>
              <a:gd name="T27" fmla="*/ 294 h 664"/>
              <a:gd name="T28" fmla="*/ 2567 w 3201"/>
              <a:gd name="T29" fmla="*/ 245 h 664"/>
              <a:gd name="T30" fmla="*/ 2392 w 3201"/>
              <a:gd name="T31" fmla="*/ 662 h 664"/>
              <a:gd name="T32" fmla="*/ 2147 w 3201"/>
              <a:gd name="T33" fmla="*/ 413 h 664"/>
              <a:gd name="T34" fmla="*/ 649 w 3201"/>
              <a:gd name="T35" fmla="*/ 526 h 664"/>
              <a:gd name="T36" fmla="*/ 847 w 3201"/>
              <a:gd name="T37" fmla="*/ 419 h 664"/>
              <a:gd name="T38" fmla="*/ 649 w 3201"/>
              <a:gd name="T39" fmla="*/ 314 h 664"/>
              <a:gd name="T40" fmla="*/ 488 w 3201"/>
              <a:gd name="T41" fmla="*/ 413 h 664"/>
              <a:gd name="T42" fmla="*/ 731 w 3201"/>
              <a:gd name="T43" fmla="*/ 177 h 664"/>
              <a:gd name="T44" fmla="*/ 906 w 3201"/>
              <a:gd name="T45" fmla="*/ 593 h 664"/>
              <a:gd name="T46" fmla="*/ 518 w 3201"/>
              <a:gd name="T47" fmla="*/ 549 h 664"/>
              <a:gd name="T48" fmla="*/ 3137 w 3201"/>
              <a:gd name="T49" fmla="*/ 48 h 664"/>
              <a:gd name="T50" fmla="*/ 3084 w 3201"/>
              <a:gd name="T51" fmla="*/ 100 h 664"/>
              <a:gd name="T52" fmla="*/ 3137 w 3201"/>
              <a:gd name="T53" fmla="*/ 152 h 664"/>
              <a:gd name="T54" fmla="*/ 3190 w 3201"/>
              <a:gd name="T55" fmla="*/ 100 h 664"/>
              <a:gd name="T56" fmla="*/ 3137 w 3201"/>
              <a:gd name="T57" fmla="*/ 48 h 664"/>
              <a:gd name="T58" fmla="*/ 3168 w 3201"/>
              <a:gd name="T59" fmla="*/ 46 h 664"/>
              <a:gd name="T60" fmla="*/ 3192 w 3201"/>
              <a:gd name="T61" fmla="*/ 131 h 664"/>
              <a:gd name="T62" fmla="*/ 3105 w 3201"/>
              <a:gd name="T63" fmla="*/ 154 h 664"/>
              <a:gd name="T64" fmla="*/ 3082 w 3201"/>
              <a:gd name="T65" fmla="*/ 69 h 664"/>
              <a:gd name="T66" fmla="*/ 2809 w 3201"/>
              <a:gd name="T67" fmla="*/ 652 h 664"/>
              <a:gd name="T68" fmla="*/ 2749 w 3201"/>
              <a:gd name="T69" fmla="*/ 187 h 664"/>
              <a:gd name="T70" fmla="*/ 2877 w 3201"/>
              <a:gd name="T71" fmla="*/ 464 h 664"/>
              <a:gd name="T72" fmla="*/ 3109 w 3201"/>
              <a:gd name="T73" fmla="*/ 187 h 664"/>
              <a:gd name="T74" fmla="*/ 1826 w 3201"/>
              <a:gd name="T75" fmla="*/ 416 h 664"/>
              <a:gd name="T76" fmla="*/ 2110 w 3201"/>
              <a:gd name="T77" fmla="*/ 308 h 664"/>
              <a:gd name="T78" fmla="*/ 1831 w 3201"/>
              <a:gd name="T79" fmla="*/ 663 h 664"/>
              <a:gd name="T80" fmla="*/ 1500 w 3201"/>
              <a:gd name="T81" fmla="*/ 329 h 664"/>
              <a:gd name="T82" fmla="*/ 1824 w 3201"/>
              <a:gd name="T83" fmla="*/ 0 h 664"/>
              <a:gd name="T84" fmla="*/ 1971 w 3201"/>
              <a:gd name="T85" fmla="*/ 212 h 664"/>
              <a:gd name="T86" fmla="*/ 1686 w 3201"/>
              <a:gd name="T87" fmla="*/ 164 h 664"/>
              <a:gd name="T88" fmla="*/ 1822 w 3201"/>
              <a:gd name="T89" fmla="*/ 552 h 664"/>
              <a:gd name="T90" fmla="*/ 1977 w 3201"/>
              <a:gd name="T91" fmla="*/ 416 h 664"/>
              <a:gd name="T92" fmla="*/ 1330 w 3201"/>
              <a:gd name="T93" fmla="*/ 652 h 664"/>
              <a:gd name="T94" fmla="*/ 1174 w 3201"/>
              <a:gd name="T95" fmla="*/ 662 h 664"/>
              <a:gd name="T96" fmla="*/ 1016 w 3201"/>
              <a:gd name="T97" fmla="*/ 481 h 664"/>
              <a:gd name="T98" fmla="*/ 1141 w 3201"/>
              <a:gd name="T99" fmla="*/ 401 h 664"/>
              <a:gd name="T100" fmla="*/ 1220 w 3201"/>
              <a:gd name="T101" fmla="*/ 569 h 664"/>
              <a:gd name="T102" fmla="*/ 1321 w 3201"/>
              <a:gd name="T103" fmla="*/ 383 h 664"/>
              <a:gd name="T104" fmla="*/ 1447 w 3201"/>
              <a:gd name="T105" fmla="*/ 652 h 664"/>
              <a:gd name="T106" fmla="*/ 239 w 3201"/>
              <a:gd name="T107" fmla="*/ 382 h 664"/>
              <a:gd name="T108" fmla="*/ 308 w 3201"/>
              <a:gd name="T109" fmla="*/ 264 h 664"/>
              <a:gd name="T110" fmla="*/ 371 w 3201"/>
              <a:gd name="T111" fmla="*/ 383 h 664"/>
              <a:gd name="T112" fmla="*/ 239 w 3201"/>
              <a:gd name="T113" fmla="*/ 382 h 66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</a:cxnLst>
            <a:rect l="0" t="0" r="r" b="b"/>
            <a:pathLst>
              <a:path w="3201" h="664">
                <a:moveTo>
                  <a:pt x="3120" y="97"/>
                </a:moveTo>
                <a:lnTo>
                  <a:pt x="3120" y="97"/>
                </a:lnTo>
                <a:cubicBezTo>
                  <a:pt x="3133" y="97"/>
                  <a:pt x="3133" y="97"/>
                  <a:pt x="3133" y="97"/>
                </a:cubicBezTo>
                <a:cubicBezTo>
                  <a:pt x="3140" y="97"/>
                  <a:pt x="3144" y="96"/>
                  <a:pt x="3146" y="94"/>
                </a:cubicBezTo>
                <a:cubicBezTo>
                  <a:pt x="3149" y="92"/>
                  <a:pt x="3150" y="90"/>
                  <a:pt x="3150" y="87"/>
                </a:cubicBezTo>
                <a:cubicBezTo>
                  <a:pt x="3150" y="85"/>
                  <a:pt x="3149" y="83"/>
                  <a:pt x="3148" y="81"/>
                </a:cubicBezTo>
                <a:cubicBezTo>
                  <a:pt x="3147" y="80"/>
                  <a:pt x="3145" y="79"/>
                  <a:pt x="3143" y="78"/>
                </a:cubicBezTo>
                <a:cubicBezTo>
                  <a:pt x="3141" y="77"/>
                  <a:pt x="3138" y="77"/>
                  <a:pt x="3132" y="77"/>
                </a:cubicBezTo>
                <a:cubicBezTo>
                  <a:pt x="3120" y="77"/>
                  <a:pt x="3120" y="77"/>
                  <a:pt x="3120" y="77"/>
                </a:cubicBezTo>
                <a:lnTo>
                  <a:pt x="3120" y="97"/>
                </a:lnTo>
                <a:close/>
                <a:moveTo>
                  <a:pt x="3109" y="135"/>
                </a:moveTo>
                <a:lnTo>
                  <a:pt x="3109" y="135"/>
                </a:lnTo>
                <a:cubicBezTo>
                  <a:pt x="3109" y="68"/>
                  <a:pt x="3109" y="68"/>
                  <a:pt x="3109" y="68"/>
                </a:cubicBezTo>
                <a:cubicBezTo>
                  <a:pt x="3132" y="68"/>
                  <a:pt x="3132" y="68"/>
                  <a:pt x="3132" y="68"/>
                </a:cubicBezTo>
                <a:cubicBezTo>
                  <a:pt x="3140" y="68"/>
                  <a:pt x="3146" y="68"/>
                  <a:pt x="3150" y="69"/>
                </a:cubicBezTo>
                <a:cubicBezTo>
                  <a:pt x="3153" y="71"/>
                  <a:pt x="3156" y="73"/>
                  <a:pt x="3158" y="76"/>
                </a:cubicBezTo>
                <a:cubicBezTo>
                  <a:pt x="3160" y="79"/>
                  <a:pt x="3161" y="82"/>
                  <a:pt x="3161" y="86"/>
                </a:cubicBezTo>
                <a:cubicBezTo>
                  <a:pt x="3161" y="91"/>
                  <a:pt x="3160" y="95"/>
                  <a:pt x="3156" y="99"/>
                </a:cubicBezTo>
                <a:cubicBezTo>
                  <a:pt x="3153" y="102"/>
                  <a:pt x="3148" y="104"/>
                  <a:pt x="3142" y="105"/>
                </a:cubicBezTo>
                <a:cubicBezTo>
                  <a:pt x="3144" y="106"/>
                  <a:pt x="3146" y="107"/>
                  <a:pt x="3148" y="108"/>
                </a:cubicBezTo>
                <a:cubicBezTo>
                  <a:pt x="3150" y="111"/>
                  <a:pt x="3154" y="115"/>
                  <a:pt x="3158" y="122"/>
                </a:cubicBezTo>
                <a:cubicBezTo>
                  <a:pt x="3166" y="135"/>
                  <a:pt x="3166" y="135"/>
                  <a:pt x="3166" y="135"/>
                </a:cubicBezTo>
                <a:cubicBezTo>
                  <a:pt x="3153" y="135"/>
                  <a:pt x="3153" y="135"/>
                  <a:pt x="3153" y="135"/>
                </a:cubicBezTo>
                <a:cubicBezTo>
                  <a:pt x="3147" y="124"/>
                  <a:pt x="3147" y="124"/>
                  <a:pt x="3147" y="124"/>
                </a:cubicBezTo>
                <a:cubicBezTo>
                  <a:pt x="3142" y="116"/>
                  <a:pt x="3138" y="111"/>
                  <a:pt x="3135" y="109"/>
                </a:cubicBezTo>
                <a:cubicBezTo>
                  <a:pt x="3133" y="107"/>
                  <a:pt x="3130" y="106"/>
                  <a:pt x="3126" y="106"/>
                </a:cubicBezTo>
                <a:cubicBezTo>
                  <a:pt x="3120" y="106"/>
                  <a:pt x="3120" y="106"/>
                  <a:pt x="3120" y="106"/>
                </a:cubicBezTo>
                <a:cubicBezTo>
                  <a:pt x="3120" y="135"/>
                  <a:pt x="3120" y="135"/>
                  <a:pt x="3120" y="135"/>
                </a:cubicBezTo>
                <a:lnTo>
                  <a:pt x="3109" y="135"/>
                </a:lnTo>
                <a:close/>
                <a:moveTo>
                  <a:pt x="2276" y="420"/>
                </a:moveTo>
                <a:lnTo>
                  <a:pt x="2276" y="420"/>
                </a:lnTo>
                <a:cubicBezTo>
                  <a:pt x="2276" y="466"/>
                  <a:pt x="2287" y="501"/>
                  <a:pt x="2309" y="526"/>
                </a:cubicBezTo>
                <a:cubicBezTo>
                  <a:pt x="2331" y="550"/>
                  <a:pt x="2359" y="562"/>
                  <a:pt x="2391" y="562"/>
                </a:cubicBezTo>
                <a:cubicBezTo>
                  <a:pt x="2424" y="562"/>
                  <a:pt x="2451" y="550"/>
                  <a:pt x="2473" y="526"/>
                </a:cubicBezTo>
                <a:cubicBezTo>
                  <a:pt x="2495" y="501"/>
                  <a:pt x="2507" y="465"/>
                  <a:pt x="2507" y="419"/>
                </a:cubicBezTo>
                <a:cubicBezTo>
                  <a:pt x="2507" y="373"/>
                  <a:pt x="2495" y="338"/>
                  <a:pt x="2473" y="314"/>
                </a:cubicBezTo>
                <a:cubicBezTo>
                  <a:pt x="2451" y="289"/>
                  <a:pt x="2424" y="277"/>
                  <a:pt x="2391" y="277"/>
                </a:cubicBezTo>
                <a:cubicBezTo>
                  <a:pt x="2359" y="277"/>
                  <a:pt x="2331" y="289"/>
                  <a:pt x="2309" y="314"/>
                </a:cubicBezTo>
                <a:cubicBezTo>
                  <a:pt x="2287" y="338"/>
                  <a:pt x="2276" y="374"/>
                  <a:pt x="2276" y="420"/>
                </a:cubicBezTo>
                <a:close/>
                <a:moveTo>
                  <a:pt x="2147" y="413"/>
                </a:moveTo>
                <a:lnTo>
                  <a:pt x="2147" y="413"/>
                </a:lnTo>
                <a:cubicBezTo>
                  <a:pt x="2147" y="372"/>
                  <a:pt x="2157" y="333"/>
                  <a:pt x="2178" y="294"/>
                </a:cubicBezTo>
                <a:cubicBezTo>
                  <a:pt x="2198" y="256"/>
                  <a:pt x="2228" y="227"/>
                  <a:pt x="2265" y="207"/>
                </a:cubicBezTo>
                <a:cubicBezTo>
                  <a:pt x="2302" y="187"/>
                  <a:pt x="2344" y="177"/>
                  <a:pt x="2391" y="177"/>
                </a:cubicBezTo>
                <a:cubicBezTo>
                  <a:pt x="2462" y="177"/>
                  <a:pt x="2521" y="200"/>
                  <a:pt x="2567" y="245"/>
                </a:cubicBezTo>
                <a:cubicBezTo>
                  <a:pt x="2613" y="291"/>
                  <a:pt x="2635" y="349"/>
                  <a:pt x="2635" y="418"/>
                </a:cubicBezTo>
                <a:cubicBezTo>
                  <a:pt x="2635" y="489"/>
                  <a:pt x="2612" y="547"/>
                  <a:pt x="2566" y="593"/>
                </a:cubicBezTo>
                <a:cubicBezTo>
                  <a:pt x="2520" y="639"/>
                  <a:pt x="2462" y="662"/>
                  <a:pt x="2392" y="662"/>
                </a:cubicBezTo>
                <a:cubicBezTo>
                  <a:pt x="2348" y="662"/>
                  <a:pt x="2307" y="653"/>
                  <a:pt x="2268" y="634"/>
                </a:cubicBezTo>
                <a:cubicBezTo>
                  <a:pt x="2228" y="614"/>
                  <a:pt x="2198" y="586"/>
                  <a:pt x="2178" y="549"/>
                </a:cubicBezTo>
                <a:cubicBezTo>
                  <a:pt x="2157" y="512"/>
                  <a:pt x="2147" y="466"/>
                  <a:pt x="2147" y="413"/>
                </a:cubicBezTo>
                <a:close/>
                <a:moveTo>
                  <a:pt x="616" y="420"/>
                </a:moveTo>
                <a:lnTo>
                  <a:pt x="616" y="420"/>
                </a:lnTo>
                <a:cubicBezTo>
                  <a:pt x="616" y="466"/>
                  <a:pt x="627" y="501"/>
                  <a:pt x="649" y="526"/>
                </a:cubicBezTo>
                <a:cubicBezTo>
                  <a:pt x="671" y="550"/>
                  <a:pt x="699" y="562"/>
                  <a:pt x="732" y="562"/>
                </a:cubicBezTo>
                <a:cubicBezTo>
                  <a:pt x="764" y="562"/>
                  <a:pt x="792" y="550"/>
                  <a:pt x="814" y="526"/>
                </a:cubicBezTo>
                <a:cubicBezTo>
                  <a:pt x="836" y="501"/>
                  <a:pt x="847" y="465"/>
                  <a:pt x="847" y="419"/>
                </a:cubicBezTo>
                <a:cubicBezTo>
                  <a:pt x="847" y="373"/>
                  <a:pt x="836" y="338"/>
                  <a:pt x="814" y="314"/>
                </a:cubicBezTo>
                <a:cubicBezTo>
                  <a:pt x="792" y="289"/>
                  <a:pt x="764" y="277"/>
                  <a:pt x="732" y="277"/>
                </a:cubicBezTo>
                <a:cubicBezTo>
                  <a:pt x="699" y="277"/>
                  <a:pt x="671" y="289"/>
                  <a:pt x="649" y="314"/>
                </a:cubicBezTo>
                <a:cubicBezTo>
                  <a:pt x="627" y="338"/>
                  <a:pt x="616" y="374"/>
                  <a:pt x="616" y="420"/>
                </a:cubicBezTo>
                <a:close/>
                <a:moveTo>
                  <a:pt x="488" y="413"/>
                </a:moveTo>
                <a:lnTo>
                  <a:pt x="488" y="413"/>
                </a:lnTo>
                <a:cubicBezTo>
                  <a:pt x="488" y="372"/>
                  <a:pt x="498" y="333"/>
                  <a:pt x="518" y="294"/>
                </a:cubicBezTo>
                <a:cubicBezTo>
                  <a:pt x="539" y="256"/>
                  <a:pt x="568" y="227"/>
                  <a:pt x="605" y="207"/>
                </a:cubicBezTo>
                <a:cubicBezTo>
                  <a:pt x="643" y="187"/>
                  <a:pt x="685" y="177"/>
                  <a:pt x="731" y="177"/>
                </a:cubicBezTo>
                <a:cubicBezTo>
                  <a:pt x="803" y="177"/>
                  <a:pt x="861" y="200"/>
                  <a:pt x="907" y="245"/>
                </a:cubicBezTo>
                <a:cubicBezTo>
                  <a:pt x="953" y="291"/>
                  <a:pt x="976" y="349"/>
                  <a:pt x="976" y="418"/>
                </a:cubicBezTo>
                <a:cubicBezTo>
                  <a:pt x="976" y="489"/>
                  <a:pt x="953" y="547"/>
                  <a:pt x="906" y="593"/>
                </a:cubicBezTo>
                <a:cubicBezTo>
                  <a:pt x="860" y="639"/>
                  <a:pt x="802" y="662"/>
                  <a:pt x="732" y="662"/>
                </a:cubicBezTo>
                <a:cubicBezTo>
                  <a:pt x="689" y="662"/>
                  <a:pt x="647" y="653"/>
                  <a:pt x="608" y="634"/>
                </a:cubicBezTo>
                <a:cubicBezTo>
                  <a:pt x="569" y="614"/>
                  <a:pt x="539" y="586"/>
                  <a:pt x="518" y="549"/>
                </a:cubicBezTo>
                <a:cubicBezTo>
                  <a:pt x="498" y="512"/>
                  <a:pt x="488" y="466"/>
                  <a:pt x="488" y="413"/>
                </a:cubicBezTo>
                <a:close/>
                <a:moveTo>
                  <a:pt x="3137" y="48"/>
                </a:moveTo>
                <a:lnTo>
                  <a:pt x="3137" y="48"/>
                </a:lnTo>
                <a:cubicBezTo>
                  <a:pt x="3128" y="48"/>
                  <a:pt x="3119" y="51"/>
                  <a:pt x="3111" y="55"/>
                </a:cubicBezTo>
                <a:cubicBezTo>
                  <a:pt x="3102" y="60"/>
                  <a:pt x="3096" y="66"/>
                  <a:pt x="3091" y="74"/>
                </a:cubicBezTo>
                <a:cubicBezTo>
                  <a:pt x="3086" y="83"/>
                  <a:pt x="3084" y="91"/>
                  <a:pt x="3084" y="100"/>
                </a:cubicBezTo>
                <a:cubicBezTo>
                  <a:pt x="3084" y="109"/>
                  <a:pt x="3086" y="118"/>
                  <a:pt x="3091" y="126"/>
                </a:cubicBezTo>
                <a:cubicBezTo>
                  <a:pt x="3095" y="134"/>
                  <a:pt x="3102" y="141"/>
                  <a:pt x="3110" y="145"/>
                </a:cubicBezTo>
                <a:cubicBezTo>
                  <a:pt x="3119" y="150"/>
                  <a:pt x="3128" y="152"/>
                  <a:pt x="3137" y="152"/>
                </a:cubicBezTo>
                <a:cubicBezTo>
                  <a:pt x="3146" y="152"/>
                  <a:pt x="3155" y="150"/>
                  <a:pt x="3163" y="145"/>
                </a:cubicBezTo>
                <a:cubicBezTo>
                  <a:pt x="3171" y="141"/>
                  <a:pt x="3178" y="134"/>
                  <a:pt x="3182" y="126"/>
                </a:cubicBezTo>
                <a:cubicBezTo>
                  <a:pt x="3187" y="118"/>
                  <a:pt x="3190" y="109"/>
                  <a:pt x="3190" y="100"/>
                </a:cubicBezTo>
                <a:cubicBezTo>
                  <a:pt x="3190" y="91"/>
                  <a:pt x="3187" y="83"/>
                  <a:pt x="3182" y="74"/>
                </a:cubicBezTo>
                <a:cubicBezTo>
                  <a:pt x="3178" y="66"/>
                  <a:pt x="3171" y="60"/>
                  <a:pt x="3163" y="55"/>
                </a:cubicBezTo>
                <a:cubicBezTo>
                  <a:pt x="3154" y="51"/>
                  <a:pt x="3145" y="48"/>
                  <a:pt x="3137" y="48"/>
                </a:cubicBezTo>
                <a:close/>
                <a:moveTo>
                  <a:pt x="3137" y="38"/>
                </a:moveTo>
                <a:lnTo>
                  <a:pt x="3137" y="38"/>
                </a:lnTo>
                <a:cubicBezTo>
                  <a:pt x="3147" y="38"/>
                  <a:pt x="3158" y="41"/>
                  <a:pt x="3168" y="46"/>
                </a:cubicBezTo>
                <a:cubicBezTo>
                  <a:pt x="3178" y="51"/>
                  <a:pt x="3186" y="59"/>
                  <a:pt x="3191" y="69"/>
                </a:cubicBezTo>
                <a:cubicBezTo>
                  <a:pt x="3197" y="79"/>
                  <a:pt x="3200" y="89"/>
                  <a:pt x="3200" y="100"/>
                </a:cubicBezTo>
                <a:cubicBezTo>
                  <a:pt x="3200" y="111"/>
                  <a:pt x="3197" y="121"/>
                  <a:pt x="3192" y="131"/>
                </a:cubicBezTo>
                <a:cubicBezTo>
                  <a:pt x="3186" y="141"/>
                  <a:pt x="3178" y="149"/>
                  <a:pt x="3168" y="154"/>
                </a:cubicBezTo>
                <a:cubicBezTo>
                  <a:pt x="3158" y="160"/>
                  <a:pt x="3148" y="162"/>
                  <a:pt x="3137" y="162"/>
                </a:cubicBezTo>
                <a:cubicBezTo>
                  <a:pt x="3126" y="162"/>
                  <a:pt x="3115" y="160"/>
                  <a:pt x="3105" y="154"/>
                </a:cubicBezTo>
                <a:cubicBezTo>
                  <a:pt x="3095" y="149"/>
                  <a:pt x="3087" y="141"/>
                  <a:pt x="3082" y="131"/>
                </a:cubicBezTo>
                <a:cubicBezTo>
                  <a:pt x="3076" y="121"/>
                  <a:pt x="3073" y="111"/>
                  <a:pt x="3073" y="100"/>
                </a:cubicBezTo>
                <a:cubicBezTo>
                  <a:pt x="3073" y="89"/>
                  <a:pt x="3076" y="79"/>
                  <a:pt x="3082" y="69"/>
                </a:cubicBezTo>
                <a:cubicBezTo>
                  <a:pt x="3087" y="59"/>
                  <a:pt x="3095" y="51"/>
                  <a:pt x="3106" y="46"/>
                </a:cubicBezTo>
                <a:cubicBezTo>
                  <a:pt x="3116" y="41"/>
                  <a:pt x="3126" y="38"/>
                  <a:pt x="3137" y="38"/>
                </a:cubicBezTo>
                <a:close/>
                <a:moveTo>
                  <a:pt x="2809" y="652"/>
                </a:moveTo>
                <a:lnTo>
                  <a:pt x="2809" y="652"/>
                </a:lnTo>
                <a:cubicBezTo>
                  <a:pt x="2618" y="187"/>
                  <a:pt x="2618" y="187"/>
                  <a:pt x="2618" y="187"/>
                </a:cubicBezTo>
                <a:cubicBezTo>
                  <a:pt x="2749" y="187"/>
                  <a:pt x="2749" y="187"/>
                  <a:pt x="2749" y="187"/>
                </a:cubicBezTo>
                <a:cubicBezTo>
                  <a:pt x="2839" y="425"/>
                  <a:pt x="2839" y="425"/>
                  <a:pt x="2839" y="425"/>
                </a:cubicBezTo>
                <a:cubicBezTo>
                  <a:pt x="2864" y="504"/>
                  <a:pt x="2864" y="504"/>
                  <a:pt x="2864" y="504"/>
                </a:cubicBezTo>
                <a:cubicBezTo>
                  <a:pt x="2871" y="483"/>
                  <a:pt x="2875" y="470"/>
                  <a:pt x="2877" y="464"/>
                </a:cubicBezTo>
                <a:cubicBezTo>
                  <a:pt x="2881" y="451"/>
                  <a:pt x="2886" y="438"/>
                  <a:pt x="2891" y="425"/>
                </a:cubicBezTo>
                <a:cubicBezTo>
                  <a:pt x="2981" y="187"/>
                  <a:pt x="2981" y="187"/>
                  <a:pt x="2981" y="187"/>
                </a:cubicBezTo>
                <a:cubicBezTo>
                  <a:pt x="3109" y="187"/>
                  <a:pt x="3109" y="187"/>
                  <a:pt x="3109" y="187"/>
                </a:cubicBezTo>
                <a:cubicBezTo>
                  <a:pt x="2921" y="652"/>
                  <a:pt x="2921" y="652"/>
                  <a:pt x="2921" y="652"/>
                </a:cubicBezTo>
                <a:lnTo>
                  <a:pt x="2809" y="652"/>
                </a:lnTo>
                <a:close/>
                <a:moveTo>
                  <a:pt x="1826" y="416"/>
                </a:moveTo>
                <a:lnTo>
                  <a:pt x="1826" y="416"/>
                </a:lnTo>
                <a:cubicBezTo>
                  <a:pt x="1826" y="308"/>
                  <a:pt x="1826" y="308"/>
                  <a:pt x="1826" y="308"/>
                </a:cubicBezTo>
                <a:cubicBezTo>
                  <a:pt x="2110" y="308"/>
                  <a:pt x="2110" y="308"/>
                  <a:pt x="2110" y="308"/>
                </a:cubicBezTo>
                <a:cubicBezTo>
                  <a:pt x="2110" y="563"/>
                  <a:pt x="2110" y="563"/>
                  <a:pt x="2110" y="563"/>
                </a:cubicBezTo>
                <a:cubicBezTo>
                  <a:pt x="2083" y="590"/>
                  <a:pt x="2043" y="613"/>
                  <a:pt x="1990" y="633"/>
                </a:cubicBezTo>
                <a:cubicBezTo>
                  <a:pt x="1938" y="653"/>
                  <a:pt x="1885" y="663"/>
                  <a:pt x="1831" y="663"/>
                </a:cubicBezTo>
                <a:cubicBezTo>
                  <a:pt x="1763" y="663"/>
                  <a:pt x="1703" y="649"/>
                  <a:pt x="1652" y="621"/>
                </a:cubicBezTo>
                <a:cubicBezTo>
                  <a:pt x="1602" y="593"/>
                  <a:pt x="1563" y="552"/>
                  <a:pt x="1538" y="500"/>
                </a:cubicBezTo>
                <a:cubicBezTo>
                  <a:pt x="1512" y="448"/>
                  <a:pt x="1500" y="391"/>
                  <a:pt x="1500" y="329"/>
                </a:cubicBezTo>
                <a:cubicBezTo>
                  <a:pt x="1500" y="262"/>
                  <a:pt x="1514" y="203"/>
                  <a:pt x="1542" y="151"/>
                </a:cubicBezTo>
                <a:cubicBezTo>
                  <a:pt x="1571" y="99"/>
                  <a:pt x="1613" y="59"/>
                  <a:pt x="1668" y="32"/>
                </a:cubicBezTo>
                <a:cubicBezTo>
                  <a:pt x="1709" y="10"/>
                  <a:pt x="1762" y="0"/>
                  <a:pt x="1824" y="0"/>
                </a:cubicBezTo>
                <a:cubicBezTo>
                  <a:pt x="1905" y="0"/>
                  <a:pt x="1968" y="16"/>
                  <a:pt x="2014" y="50"/>
                </a:cubicBezTo>
                <a:cubicBezTo>
                  <a:pt x="2059" y="83"/>
                  <a:pt x="2089" y="129"/>
                  <a:pt x="2102" y="188"/>
                </a:cubicBezTo>
                <a:cubicBezTo>
                  <a:pt x="1971" y="212"/>
                  <a:pt x="1971" y="212"/>
                  <a:pt x="1971" y="212"/>
                </a:cubicBezTo>
                <a:cubicBezTo>
                  <a:pt x="1961" y="181"/>
                  <a:pt x="1944" y="156"/>
                  <a:pt x="1919" y="138"/>
                </a:cubicBezTo>
                <a:cubicBezTo>
                  <a:pt x="1894" y="119"/>
                  <a:pt x="1862" y="110"/>
                  <a:pt x="1824" y="110"/>
                </a:cubicBezTo>
                <a:cubicBezTo>
                  <a:pt x="1766" y="110"/>
                  <a:pt x="1720" y="128"/>
                  <a:pt x="1686" y="164"/>
                </a:cubicBezTo>
                <a:cubicBezTo>
                  <a:pt x="1652" y="200"/>
                  <a:pt x="1635" y="253"/>
                  <a:pt x="1635" y="324"/>
                </a:cubicBezTo>
                <a:cubicBezTo>
                  <a:pt x="1635" y="400"/>
                  <a:pt x="1653" y="457"/>
                  <a:pt x="1687" y="495"/>
                </a:cubicBezTo>
                <a:cubicBezTo>
                  <a:pt x="1722" y="533"/>
                  <a:pt x="1767" y="552"/>
                  <a:pt x="1822" y="552"/>
                </a:cubicBezTo>
                <a:cubicBezTo>
                  <a:pt x="1850" y="552"/>
                  <a:pt x="1878" y="547"/>
                  <a:pt x="1906" y="536"/>
                </a:cubicBezTo>
                <a:cubicBezTo>
                  <a:pt x="1933" y="526"/>
                  <a:pt x="1957" y="513"/>
                  <a:pt x="1977" y="497"/>
                </a:cubicBezTo>
                <a:cubicBezTo>
                  <a:pt x="1977" y="416"/>
                  <a:pt x="1977" y="416"/>
                  <a:pt x="1977" y="416"/>
                </a:cubicBezTo>
                <a:lnTo>
                  <a:pt x="1826" y="416"/>
                </a:lnTo>
                <a:close/>
                <a:moveTo>
                  <a:pt x="1330" y="652"/>
                </a:moveTo>
                <a:lnTo>
                  <a:pt x="1330" y="652"/>
                </a:lnTo>
                <a:cubicBezTo>
                  <a:pt x="1330" y="583"/>
                  <a:pt x="1330" y="583"/>
                  <a:pt x="1330" y="583"/>
                </a:cubicBezTo>
                <a:cubicBezTo>
                  <a:pt x="1313" y="607"/>
                  <a:pt x="1290" y="627"/>
                  <a:pt x="1262" y="641"/>
                </a:cubicBezTo>
                <a:cubicBezTo>
                  <a:pt x="1234" y="655"/>
                  <a:pt x="1205" y="662"/>
                  <a:pt x="1174" y="662"/>
                </a:cubicBezTo>
                <a:cubicBezTo>
                  <a:pt x="1142" y="662"/>
                  <a:pt x="1113" y="656"/>
                  <a:pt x="1088" y="642"/>
                </a:cubicBezTo>
                <a:cubicBezTo>
                  <a:pt x="1063" y="628"/>
                  <a:pt x="1045" y="609"/>
                  <a:pt x="1033" y="584"/>
                </a:cubicBezTo>
                <a:cubicBezTo>
                  <a:pt x="1022" y="559"/>
                  <a:pt x="1016" y="525"/>
                  <a:pt x="1016" y="481"/>
                </a:cubicBezTo>
                <a:cubicBezTo>
                  <a:pt x="1016" y="187"/>
                  <a:pt x="1016" y="187"/>
                  <a:pt x="1016" y="187"/>
                </a:cubicBezTo>
                <a:cubicBezTo>
                  <a:pt x="1141" y="187"/>
                  <a:pt x="1141" y="187"/>
                  <a:pt x="1141" y="187"/>
                </a:cubicBezTo>
                <a:cubicBezTo>
                  <a:pt x="1141" y="401"/>
                  <a:pt x="1141" y="401"/>
                  <a:pt x="1141" y="401"/>
                </a:cubicBezTo>
                <a:cubicBezTo>
                  <a:pt x="1141" y="466"/>
                  <a:pt x="1144" y="506"/>
                  <a:pt x="1148" y="521"/>
                </a:cubicBezTo>
                <a:cubicBezTo>
                  <a:pt x="1153" y="536"/>
                  <a:pt x="1161" y="547"/>
                  <a:pt x="1174" y="556"/>
                </a:cubicBezTo>
                <a:cubicBezTo>
                  <a:pt x="1186" y="564"/>
                  <a:pt x="1201" y="569"/>
                  <a:pt x="1220" y="569"/>
                </a:cubicBezTo>
                <a:cubicBezTo>
                  <a:pt x="1241" y="569"/>
                  <a:pt x="1260" y="563"/>
                  <a:pt x="1277" y="552"/>
                </a:cubicBezTo>
                <a:cubicBezTo>
                  <a:pt x="1294" y="540"/>
                  <a:pt x="1306" y="526"/>
                  <a:pt x="1312" y="509"/>
                </a:cubicBezTo>
                <a:cubicBezTo>
                  <a:pt x="1318" y="492"/>
                  <a:pt x="1321" y="450"/>
                  <a:pt x="1321" y="383"/>
                </a:cubicBezTo>
                <a:cubicBezTo>
                  <a:pt x="1321" y="187"/>
                  <a:pt x="1321" y="187"/>
                  <a:pt x="1321" y="187"/>
                </a:cubicBezTo>
                <a:cubicBezTo>
                  <a:pt x="1447" y="187"/>
                  <a:pt x="1447" y="187"/>
                  <a:pt x="1447" y="187"/>
                </a:cubicBezTo>
                <a:cubicBezTo>
                  <a:pt x="1447" y="652"/>
                  <a:pt x="1447" y="652"/>
                  <a:pt x="1447" y="652"/>
                </a:cubicBezTo>
                <a:lnTo>
                  <a:pt x="1330" y="652"/>
                </a:lnTo>
                <a:close/>
                <a:moveTo>
                  <a:pt x="239" y="382"/>
                </a:moveTo>
                <a:lnTo>
                  <a:pt x="239" y="382"/>
                </a:lnTo>
                <a:cubicBezTo>
                  <a:pt x="0" y="10"/>
                  <a:pt x="0" y="10"/>
                  <a:pt x="0" y="10"/>
                </a:cubicBezTo>
                <a:cubicBezTo>
                  <a:pt x="154" y="10"/>
                  <a:pt x="154" y="10"/>
                  <a:pt x="154" y="10"/>
                </a:cubicBezTo>
                <a:cubicBezTo>
                  <a:pt x="308" y="264"/>
                  <a:pt x="308" y="264"/>
                  <a:pt x="308" y="264"/>
                </a:cubicBezTo>
                <a:cubicBezTo>
                  <a:pt x="459" y="10"/>
                  <a:pt x="459" y="10"/>
                  <a:pt x="459" y="10"/>
                </a:cubicBezTo>
                <a:cubicBezTo>
                  <a:pt x="611" y="10"/>
                  <a:pt x="611" y="10"/>
                  <a:pt x="611" y="10"/>
                </a:cubicBezTo>
                <a:cubicBezTo>
                  <a:pt x="371" y="383"/>
                  <a:pt x="371" y="383"/>
                  <a:pt x="371" y="383"/>
                </a:cubicBezTo>
                <a:cubicBezTo>
                  <a:pt x="371" y="652"/>
                  <a:pt x="371" y="652"/>
                  <a:pt x="371" y="652"/>
                </a:cubicBezTo>
                <a:cubicBezTo>
                  <a:pt x="239" y="652"/>
                  <a:pt x="239" y="652"/>
                  <a:pt x="239" y="652"/>
                </a:cubicBezTo>
                <a:lnTo>
                  <a:pt x="239" y="382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  <a:effectLst/>
        </p:spPr>
        <p:txBody>
          <a:bodyPr wrap="none" anchor="ctr"/>
          <a:lstStyle/>
          <a:p>
            <a:pPr rtl="0"/>
            <a:endParaRPr lang="de-DE" dirty="0"/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 bwMode="white">
          <a:xfrm>
            <a:off x="539749" y="1980000"/>
            <a:ext cx="8290800" cy="1836000"/>
          </a:xfrm>
        </p:spPr>
        <p:txBody>
          <a:bodyPr vert="horz" anchor="t" anchorCtr="0"/>
          <a:lstStyle>
            <a:lvl1pPr algn="l" rtl="0">
              <a:lnSpc>
                <a:spcPts val="8000"/>
              </a:lnSpc>
              <a:defRPr sz="8800">
                <a:solidFill>
                  <a:schemeClr val="bg1"/>
                </a:solidFill>
              </a:defRPr>
            </a:lvl1pPr>
          </a:lstStyle>
          <a:p>
            <a:r>
              <a:rPr lang="de-DE"/>
              <a:t>Click to add title</a:t>
            </a:r>
            <a:endParaRPr lang="de-DE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 bwMode="white">
          <a:xfrm>
            <a:off x="539749" y="3984686"/>
            <a:ext cx="8290800" cy="335022"/>
          </a:xfrm>
        </p:spPr>
        <p:txBody>
          <a:bodyPr/>
          <a:lstStyle>
            <a:lvl1pPr marL="0" indent="0" algn="l" rtl="0">
              <a:spcBef>
                <a:spcPts val="0"/>
              </a:spcBef>
              <a:buFont typeface="Arial" panose="020B0604020202020204" pitchFamily="34" charset="0"/>
              <a:buChar char="​"/>
              <a:defRPr sz="2400" b="0" i="0">
                <a:solidFill>
                  <a:schemeClr val="bg1"/>
                </a:solidFill>
                <a:latin typeface="+mn-lt"/>
              </a:defRPr>
            </a:lvl1pPr>
            <a:lvl2pPr marL="0" indent="0" algn="l">
              <a:buFont typeface="Arial" panose="020B0604020202020204" pitchFamily="34" charset="0"/>
              <a:buNone/>
              <a:defRPr sz="1800" b="1">
                <a:solidFill>
                  <a:schemeClr val="bg1"/>
                </a:solidFill>
                <a:latin typeface="+mn-lt"/>
              </a:defRPr>
            </a:lvl2pPr>
            <a:lvl3pPr marL="0" indent="0" algn="l">
              <a:buFont typeface="Arial" panose="020B0604020202020204" pitchFamily="34" charset="0"/>
              <a:buChar char="​"/>
              <a:defRPr sz="1800" b="1">
                <a:solidFill>
                  <a:schemeClr val="bg1"/>
                </a:solidFill>
                <a:latin typeface="+mn-lt"/>
              </a:defRPr>
            </a:lvl3pPr>
            <a:lvl4pPr marL="0" indent="0" algn="l">
              <a:buFont typeface="Arial" panose="020B0604020202020204" pitchFamily="34" charset="0"/>
              <a:buChar char="​"/>
              <a:defRPr sz="1800" b="1">
                <a:solidFill>
                  <a:schemeClr val="bg1"/>
                </a:solidFill>
                <a:latin typeface="+mn-lt"/>
              </a:defRPr>
            </a:lvl4pPr>
            <a:lvl5pPr marL="0" indent="0" algn="l">
              <a:buFont typeface="Arial" panose="020B0604020202020204" pitchFamily="34" charset="0"/>
              <a:buChar char="​"/>
              <a:defRPr sz="1800" b="1">
                <a:solidFill>
                  <a:schemeClr val="bg1"/>
                </a:solidFill>
                <a:latin typeface="+mn-lt"/>
              </a:defRPr>
            </a:lvl5pPr>
            <a:lvl6pPr marL="0" indent="0" algn="l">
              <a:buFont typeface="Arial" panose="020B0604020202020204" pitchFamily="34" charset="0"/>
              <a:buChar char="​"/>
              <a:defRPr sz="1800" b="1">
                <a:solidFill>
                  <a:schemeClr val="bg1"/>
                </a:solidFill>
                <a:latin typeface="+mn-lt"/>
              </a:defRPr>
            </a:lvl6pPr>
            <a:lvl7pPr marL="0" indent="0" algn="l">
              <a:buFont typeface="Arial" panose="020B0604020202020204" pitchFamily="34" charset="0"/>
              <a:buChar char="​"/>
              <a:defRPr sz="1800" b="1">
                <a:solidFill>
                  <a:schemeClr val="bg1"/>
                </a:solidFill>
                <a:latin typeface="+mn-lt"/>
              </a:defRPr>
            </a:lvl7pPr>
            <a:lvl8pPr marL="0" indent="0" algn="l">
              <a:buFont typeface="Arial" panose="020B0604020202020204" pitchFamily="34" charset="0"/>
              <a:buChar char="​"/>
              <a:defRPr sz="1800" b="1">
                <a:solidFill>
                  <a:schemeClr val="bg1"/>
                </a:solidFill>
                <a:latin typeface="+mn-lt"/>
              </a:defRPr>
            </a:lvl8pPr>
            <a:lvl9pPr marL="0" indent="0" algn="l">
              <a:buFont typeface="Arial" panose="020B0604020202020204" pitchFamily="34" charset="0"/>
              <a:buChar char="​"/>
              <a:defRPr sz="1800" b="1">
                <a:solidFill>
                  <a:schemeClr val="bg1"/>
                </a:solidFill>
                <a:latin typeface="+mn-lt"/>
              </a:defRPr>
            </a:lvl9pPr>
          </a:lstStyle>
          <a:p>
            <a:r>
              <a:rPr lang="de-DE"/>
              <a:t>Click to add subtitle</a:t>
            </a:r>
            <a:endParaRPr lang="de-DE" dirty="0"/>
          </a:p>
        </p:txBody>
      </p:sp>
      <p:sp>
        <p:nvSpPr>
          <p:cNvPr id="17" name="Date Placeholder 1">
            <a:extLst>
              <a:ext uri="{FF2B5EF4-FFF2-40B4-BE49-F238E27FC236}">
                <a16:creationId xmlns:a16="http://schemas.microsoft.com/office/drawing/2014/main" id="{6D60C9B8-54EB-4CAF-B33B-5CBD629B423C}"/>
              </a:ext>
            </a:extLst>
          </p:cNvPr>
          <p:cNvSpPr>
            <a:spLocks noGrp="1"/>
          </p:cNvSpPr>
          <p:nvPr>
            <p:ph type="dt" sz="half" idx="2"/>
          </p:nvPr>
        </p:nvSpPr>
        <p:spPr bwMode="white">
          <a:xfrm>
            <a:off x="540000" y="5528428"/>
            <a:ext cx="3582000" cy="216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 rtl="0">
              <a:defRPr sz="1200" b="0" i="0">
                <a:solidFill>
                  <a:schemeClr val="bg1"/>
                </a:solidFill>
                <a:latin typeface="+mn-lt"/>
              </a:defRPr>
            </a:lvl1pPr>
          </a:lstStyle>
          <a:p>
            <a:fld id="{A7CF3E8C-2959-4E0A-998D-1E39AB398C40}" type="datetime4">
              <a:rPr lang="en-US" smtClean="0"/>
              <a:t>April 23, 2026</a:t>
            </a:fld>
            <a:endParaRPr lang="de-DE" dirty="0"/>
          </a:p>
        </p:txBody>
      </p:sp>
      <p:sp>
        <p:nvSpPr>
          <p:cNvPr id="13" name="Text Placeholder 4">
            <a:extLst>
              <a:ext uri="{FF2B5EF4-FFF2-40B4-BE49-F238E27FC236}">
                <a16:creationId xmlns:a16="http://schemas.microsoft.com/office/drawing/2014/main" id="{26F3575C-6CB2-5146-AECD-045130F7B970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39749" y="6096600"/>
            <a:ext cx="5098801" cy="252000"/>
          </a:xfrm>
        </p:spPr>
        <p:txBody>
          <a:bodyPr/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lang="en-US" sz="1400" b="1" i="0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lang="en-US" sz="1400" b="0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lang="en-US" sz="1400" b="0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lang="en-US" sz="1400" b="0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lang="en-GB" sz="1400" b="0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-US" sz="1400" b="0" kern="1200" cap="none" baseline="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6pPr>
            <a:lvl7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-US" sz="1400" b="0" kern="1200" cap="none" baseline="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-US" sz="1400" b="0" kern="1200" cap="none" baseline="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8pPr>
            <a:lvl9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-GB" sz="1400" b="0" kern="1200" cap="none" baseline="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de-DE"/>
              <a:t>Living Consumer Intelligence | business.yougov.com</a:t>
            </a:r>
            <a:endParaRPr lang="de-DE" dirty="0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85540F57-BC53-518F-5480-344883A10543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51826" y="1283110"/>
            <a:ext cx="1858623" cy="491715"/>
          </a:xfrm>
          <a:prstGeom prst="roundRect">
            <a:avLst>
              <a:gd name="adj" fmla="val 50000"/>
            </a:avLst>
          </a:prstGeom>
          <a:ln>
            <a:solidFill>
              <a:schemeClr val="bg1"/>
            </a:solidFill>
          </a:ln>
        </p:spPr>
        <p:txBody>
          <a:bodyPr lIns="251999" tIns="0" rIns="0" bIns="0" anchor="ctr" anchorCtr="0"/>
          <a:lstStyle>
            <a:lvl1pPr marL="0" indent="0" rtl="0">
              <a:buFont typeface="Arial" panose="020B0604020202020204" pitchFamily="34" charset="0"/>
              <a:buNone/>
              <a:defRPr sz="1100" spc="3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/>
              <a:t>REGION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78655976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14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hink-cell data - do not delete" hidden="1">
            <a:extLst>
              <a:ext uri="{FF2B5EF4-FFF2-40B4-BE49-F238E27FC236}">
                <a16:creationId xmlns:a16="http://schemas.microsoft.com/office/drawing/2014/main" id="{731E3332-91DC-7361-2929-035BEB7397F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21316408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78" imgH="377" progId="TCLayout.ActiveDocument.1">
                  <p:embed/>
                </p:oleObj>
              </mc:Choice>
              <mc:Fallback>
                <p:oleObj name="think-cell Slide" r:id="rId3" imgW="378" imgH="377" progId="TCLayout.ActiveDocument.1">
                  <p:embed/>
                  <p:pic>
                    <p:nvPicPr>
                      <p:cNvPr id="7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731E3332-91DC-7361-2929-035BEB7397F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Date Placeholder 2" hidden="1">
            <a:extLst>
              <a:ext uri="{FF2B5EF4-FFF2-40B4-BE49-F238E27FC236}">
                <a16:creationId xmlns:a16="http://schemas.microsoft.com/office/drawing/2014/main" id="{5E5044C4-F1FE-4268-A644-D0B3DB2C72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rtl="0">
              <a:defRPr/>
            </a:lvl1pPr>
          </a:lstStyle>
          <a:p>
            <a:fld id="{4CBF0E02-BACD-49F8-8D50-09F3D7ED73D3}" type="datetime4">
              <a:rPr lang="en-US" smtClean="0"/>
              <a:t>April 23, 2026</a:t>
            </a:fld>
            <a:endParaRPr lang="de-DE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4C9D909-49D5-40E7-8A46-904F4218013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40000" y="907200"/>
            <a:ext cx="11113200" cy="758088"/>
          </a:xfrm>
        </p:spPr>
        <p:txBody>
          <a:bodyPr vert="horz"/>
          <a:lstStyle>
            <a:lvl1pPr rtl="0">
              <a:lnSpc>
                <a:spcPts val="3300"/>
              </a:lnSpc>
              <a:defRPr sz="3200"/>
            </a:lvl1pPr>
          </a:lstStyle>
          <a:p>
            <a:r>
              <a:rPr lang="de-DE"/>
              <a:t>Click to add title</a:t>
            </a:r>
            <a:endParaRPr lang="de-DE" dirty="0"/>
          </a:p>
        </p:txBody>
      </p:sp>
      <p:sp>
        <p:nvSpPr>
          <p:cNvPr id="16" name="Text Placeholder Eyebrow">
            <a:extLst>
              <a:ext uri="{FF2B5EF4-FFF2-40B4-BE49-F238E27FC236}">
                <a16:creationId xmlns:a16="http://schemas.microsoft.com/office/drawing/2014/main" id="{D358452D-0474-9986-ADE8-275088EBE96A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1300163" y="481818"/>
            <a:ext cx="2642400" cy="154800"/>
          </a:xfrm>
        </p:spPr>
        <p:txBody>
          <a:bodyPr/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1"/>
                </a:solidFill>
              </a:defRPr>
            </a:lvl1pPr>
            <a:lvl2pPr marL="180000" indent="0">
              <a:buNone/>
              <a:defRPr sz="900">
                <a:solidFill>
                  <a:schemeClr val="accent1"/>
                </a:solidFill>
              </a:defRPr>
            </a:lvl2pPr>
            <a:lvl3pPr marL="360000" indent="0">
              <a:buNone/>
              <a:defRPr sz="900">
                <a:solidFill>
                  <a:schemeClr val="accent1"/>
                </a:solidFill>
              </a:defRPr>
            </a:lvl3pPr>
            <a:lvl4pPr>
              <a:buNone/>
              <a:defRPr sz="900">
                <a:solidFill>
                  <a:schemeClr val="accent1"/>
                </a:solidFill>
              </a:defRPr>
            </a:lvl4pPr>
            <a:lvl5pPr>
              <a:buNone/>
              <a:defRPr sz="900">
                <a:solidFill>
                  <a:schemeClr val="accent1"/>
                </a:solidFill>
              </a:defRPr>
            </a:lvl5pPr>
          </a:lstStyle>
          <a:p>
            <a:pPr lvl="0"/>
            <a:r>
              <a:rPr lang="de-DE"/>
              <a:t>Click to add Eyebrow text</a:t>
            </a:r>
            <a:endParaRPr lang="de-DE" dirty="0"/>
          </a:p>
        </p:txBody>
      </p:sp>
      <p:sp>
        <p:nvSpPr>
          <p:cNvPr id="17" name="Logo">
            <a:extLst>
              <a:ext uri="{FF2B5EF4-FFF2-40B4-BE49-F238E27FC236}">
                <a16:creationId xmlns:a16="http://schemas.microsoft.com/office/drawing/2014/main" id="{7D01790C-7C95-1D54-8C64-68574A903593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1157045" y="491598"/>
            <a:ext cx="493617" cy="102665"/>
          </a:xfrm>
          <a:custGeom>
            <a:avLst/>
            <a:gdLst>
              <a:gd name="T0" fmla="*/ 3133 w 3201"/>
              <a:gd name="T1" fmla="*/ 97 h 664"/>
              <a:gd name="T2" fmla="*/ 3148 w 3201"/>
              <a:gd name="T3" fmla="*/ 81 h 664"/>
              <a:gd name="T4" fmla="*/ 3120 w 3201"/>
              <a:gd name="T5" fmla="*/ 77 h 664"/>
              <a:gd name="T6" fmla="*/ 3109 w 3201"/>
              <a:gd name="T7" fmla="*/ 135 h 664"/>
              <a:gd name="T8" fmla="*/ 3150 w 3201"/>
              <a:gd name="T9" fmla="*/ 69 h 664"/>
              <a:gd name="T10" fmla="*/ 3156 w 3201"/>
              <a:gd name="T11" fmla="*/ 99 h 664"/>
              <a:gd name="T12" fmla="*/ 3158 w 3201"/>
              <a:gd name="T13" fmla="*/ 122 h 664"/>
              <a:gd name="T14" fmla="*/ 3147 w 3201"/>
              <a:gd name="T15" fmla="*/ 124 h 664"/>
              <a:gd name="T16" fmla="*/ 3120 w 3201"/>
              <a:gd name="T17" fmla="*/ 106 h 664"/>
              <a:gd name="T18" fmla="*/ 2276 w 3201"/>
              <a:gd name="T19" fmla="*/ 420 h 664"/>
              <a:gd name="T20" fmla="*/ 2391 w 3201"/>
              <a:gd name="T21" fmla="*/ 562 h 664"/>
              <a:gd name="T22" fmla="*/ 2473 w 3201"/>
              <a:gd name="T23" fmla="*/ 314 h 664"/>
              <a:gd name="T24" fmla="*/ 2276 w 3201"/>
              <a:gd name="T25" fmla="*/ 420 h 664"/>
              <a:gd name="T26" fmla="*/ 2178 w 3201"/>
              <a:gd name="T27" fmla="*/ 294 h 664"/>
              <a:gd name="T28" fmla="*/ 2567 w 3201"/>
              <a:gd name="T29" fmla="*/ 245 h 664"/>
              <a:gd name="T30" fmla="*/ 2392 w 3201"/>
              <a:gd name="T31" fmla="*/ 662 h 664"/>
              <a:gd name="T32" fmla="*/ 2147 w 3201"/>
              <a:gd name="T33" fmla="*/ 413 h 664"/>
              <a:gd name="T34" fmla="*/ 649 w 3201"/>
              <a:gd name="T35" fmla="*/ 526 h 664"/>
              <a:gd name="T36" fmla="*/ 847 w 3201"/>
              <a:gd name="T37" fmla="*/ 419 h 664"/>
              <a:gd name="T38" fmla="*/ 649 w 3201"/>
              <a:gd name="T39" fmla="*/ 314 h 664"/>
              <a:gd name="T40" fmla="*/ 488 w 3201"/>
              <a:gd name="T41" fmla="*/ 413 h 664"/>
              <a:gd name="T42" fmla="*/ 731 w 3201"/>
              <a:gd name="T43" fmla="*/ 177 h 664"/>
              <a:gd name="T44" fmla="*/ 906 w 3201"/>
              <a:gd name="T45" fmla="*/ 593 h 664"/>
              <a:gd name="T46" fmla="*/ 518 w 3201"/>
              <a:gd name="T47" fmla="*/ 549 h 664"/>
              <a:gd name="T48" fmla="*/ 3137 w 3201"/>
              <a:gd name="T49" fmla="*/ 48 h 664"/>
              <a:gd name="T50" fmla="*/ 3084 w 3201"/>
              <a:gd name="T51" fmla="*/ 100 h 664"/>
              <a:gd name="T52" fmla="*/ 3137 w 3201"/>
              <a:gd name="T53" fmla="*/ 152 h 664"/>
              <a:gd name="T54" fmla="*/ 3190 w 3201"/>
              <a:gd name="T55" fmla="*/ 100 h 664"/>
              <a:gd name="T56" fmla="*/ 3137 w 3201"/>
              <a:gd name="T57" fmla="*/ 48 h 664"/>
              <a:gd name="T58" fmla="*/ 3168 w 3201"/>
              <a:gd name="T59" fmla="*/ 46 h 664"/>
              <a:gd name="T60" fmla="*/ 3192 w 3201"/>
              <a:gd name="T61" fmla="*/ 131 h 664"/>
              <a:gd name="T62" fmla="*/ 3105 w 3201"/>
              <a:gd name="T63" fmla="*/ 154 h 664"/>
              <a:gd name="T64" fmla="*/ 3082 w 3201"/>
              <a:gd name="T65" fmla="*/ 69 h 664"/>
              <a:gd name="T66" fmla="*/ 2809 w 3201"/>
              <a:gd name="T67" fmla="*/ 652 h 664"/>
              <a:gd name="T68" fmla="*/ 2749 w 3201"/>
              <a:gd name="T69" fmla="*/ 187 h 664"/>
              <a:gd name="T70" fmla="*/ 2877 w 3201"/>
              <a:gd name="T71" fmla="*/ 464 h 664"/>
              <a:gd name="T72" fmla="*/ 3109 w 3201"/>
              <a:gd name="T73" fmla="*/ 187 h 664"/>
              <a:gd name="T74" fmla="*/ 1826 w 3201"/>
              <a:gd name="T75" fmla="*/ 416 h 664"/>
              <a:gd name="T76" fmla="*/ 2110 w 3201"/>
              <a:gd name="T77" fmla="*/ 308 h 664"/>
              <a:gd name="T78" fmla="*/ 1831 w 3201"/>
              <a:gd name="T79" fmla="*/ 663 h 664"/>
              <a:gd name="T80" fmla="*/ 1500 w 3201"/>
              <a:gd name="T81" fmla="*/ 329 h 664"/>
              <a:gd name="T82" fmla="*/ 1824 w 3201"/>
              <a:gd name="T83" fmla="*/ 0 h 664"/>
              <a:gd name="T84" fmla="*/ 1971 w 3201"/>
              <a:gd name="T85" fmla="*/ 212 h 664"/>
              <a:gd name="T86" fmla="*/ 1686 w 3201"/>
              <a:gd name="T87" fmla="*/ 164 h 664"/>
              <a:gd name="T88" fmla="*/ 1822 w 3201"/>
              <a:gd name="T89" fmla="*/ 552 h 664"/>
              <a:gd name="T90" fmla="*/ 1977 w 3201"/>
              <a:gd name="T91" fmla="*/ 416 h 664"/>
              <a:gd name="T92" fmla="*/ 1330 w 3201"/>
              <a:gd name="T93" fmla="*/ 652 h 664"/>
              <a:gd name="T94" fmla="*/ 1174 w 3201"/>
              <a:gd name="T95" fmla="*/ 662 h 664"/>
              <a:gd name="T96" fmla="*/ 1016 w 3201"/>
              <a:gd name="T97" fmla="*/ 481 h 664"/>
              <a:gd name="T98" fmla="*/ 1141 w 3201"/>
              <a:gd name="T99" fmla="*/ 401 h 664"/>
              <a:gd name="T100" fmla="*/ 1220 w 3201"/>
              <a:gd name="T101" fmla="*/ 569 h 664"/>
              <a:gd name="T102" fmla="*/ 1321 w 3201"/>
              <a:gd name="T103" fmla="*/ 383 h 664"/>
              <a:gd name="T104" fmla="*/ 1447 w 3201"/>
              <a:gd name="T105" fmla="*/ 652 h 664"/>
              <a:gd name="T106" fmla="*/ 239 w 3201"/>
              <a:gd name="T107" fmla="*/ 382 h 664"/>
              <a:gd name="T108" fmla="*/ 308 w 3201"/>
              <a:gd name="T109" fmla="*/ 264 h 664"/>
              <a:gd name="T110" fmla="*/ 371 w 3201"/>
              <a:gd name="T111" fmla="*/ 383 h 664"/>
              <a:gd name="T112" fmla="*/ 239 w 3201"/>
              <a:gd name="T113" fmla="*/ 382 h 66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</a:cxnLst>
            <a:rect l="0" t="0" r="r" b="b"/>
            <a:pathLst>
              <a:path w="3201" h="664">
                <a:moveTo>
                  <a:pt x="3120" y="97"/>
                </a:moveTo>
                <a:lnTo>
                  <a:pt x="3120" y="97"/>
                </a:lnTo>
                <a:cubicBezTo>
                  <a:pt x="3133" y="97"/>
                  <a:pt x="3133" y="97"/>
                  <a:pt x="3133" y="97"/>
                </a:cubicBezTo>
                <a:cubicBezTo>
                  <a:pt x="3140" y="97"/>
                  <a:pt x="3144" y="96"/>
                  <a:pt x="3146" y="94"/>
                </a:cubicBezTo>
                <a:cubicBezTo>
                  <a:pt x="3149" y="92"/>
                  <a:pt x="3150" y="90"/>
                  <a:pt x="3150" y="87"/>
                </a:cubicBezTo>
                <a:cubicBezTo>
                  <a:pt x="3150" y="85"/>
                  <a:pt x="3149" y="83"/>
                  <a:pt x="3148" y="81"/>
                </a:cubicBezTo>
                <a:cubicBezTo>
                  <a:pt x="3147" y="80"/>
                  <a:pt x="3145" y="79"/>
                  <a:pt x="3143" y="78"/>
                </a:cubicBezTo>
                <a:cubicBezTo>
                  <a:pt x="3141" y="77"/>
                  <a:pt x="3138" y="77"/>
                  <a:pt x="3132" y="77"/>
                </a:cubicBezTo>
                <a:cubicBezTo>
                  <a:pt x="3120" y="77"/>
                  <a:pt x="3120" y="77"/>
                  <a:pt x="3120" y="77"/>
                </a:cubicBezTo>
                <a:lnTo>
                  <a:pt x="3120" y="97"/>
                </a:lnTo>
                <a:close/>
                <a:moveTo>
                  <a:pt x="3109" y="135"/>
                </a:moveTo>
                <a:lnTo>
                  <a:pt x="3109" y="135"/>
                </a:lnTo>
                <a:cubicBezTo>
                  <a:pt x="3109" y="68"/>
                  <a:pt x="3109" y="68"/>
                  <a:pt x="3109" y="68"/>
                </a:cubicBezTo>
                <a:cubicBezTo>
                  <a:pt x="3132" y="68"/>
                  <a:pt x="3132" y="68"/>
                  <a:pt x="3132" y="68"/>
                </a:cubicBezTo>
                <a:cubicBezTo>
                  <a:pt x="3140" y="68"/>
                  <a:pt x="3146" y="68"/>
                  <a:pt x="3150" y="69"/>
                </a:cubicBezTo>
                <a:cubicBezTo>
                  <a:pt x="3153" y="71"/>
                  <a:pt x="3156" y="73"/>
                  <a:pt x="3158" y="76"/>
                </a:cubicBezTo>
                <a:cubicBezTo>
                  <a:pt x="3160" y="79"/>
                  <a:pt x="3161" y="82"/>
                  <a:pt x="3161" y="86"/>
                </a:cubicBezTo>
                <a:cubicBezTo>
                  <a:pt x="3161" y="91"/>
                  <a:pt x="3160" y="95"/>
                  <a:pt x="3156" y="99"/>
                </a:cubicBezTo>
                <a:cubicBezTo>
                  <a:pt x="3153" y="102"/>
                  <a:pt x="3148" y="104"/>
                  <a:pt x="3142" y="105"/>
                </a:cubicBezTo>
                <a:cubicBezTo>
                  <a:pt x="3144" y="106"/>
                  <a:pt x="3146" y="107"/>
                  <a:pt x="3148" y="108"/>
                </a:cubicBezTo>
                <a:cubicBezTo>
                  <a:pt x="3150" y="111"/>
                  <a:pt x="3154" y="115"/>
                  <a:pt x="3158" y="122"/>
                </a:cubicBezTo>
                <a:cubicBezTo>
                  <a:pt x="3166" y="135"/>
                  <a:pt x="3166" y="135"/>
                  <a:pt x="3166" y="135"/>
                </a:cubicBezTo>
                <a:cubicBezTo>
                  <a:pt x="3153" y="135"/>
                  <a:pt x="3153" y="135"/>
                  <a:pt x="3153" y="135"/>
                </a:cubicBezTo>
                <a:cubicBezTo>
                  <a:pt x="3147" y="124"/>
                  <a:pt x="3147" y="124"/>
                  <a:pt x="3147" y="124"/>
                </a:cubicBezTo>
                <a:cubicBezTo>
                  <a:pt x="3142" y="116"/>
                  <a:pt x="3138" y="111"/>
                  <a:pt x="3135" y="109"/>
                </a:cubicBezTo>
                <a:cubicBezTo>
                  <a:pt x="3133" y="107"/>
                  <a:pt x="3130" y="106"/>
                  <a:pt x="3126" y="106"/>
                </a:cubicBezTo>
                <a:cubicBezTo>
                  <a:pt x="3120" y="106"/>
                  <a:pt x="3120" y="106"/>
                  <a:pt x="3120" y="106"/>
                </a:cubicBezTo>
                <a:cubicBezTo>
                  <a:pt x="3120" y="135"/>
                  <a:pt x="3120" y="135"/>
                  <a:pt x="3120" y="135"/>
                </a:cubicBezTo>
                <a:lnTo>
                  <a:pt x="3109" y="135"/>
                </a:lnTo>
                <a:close/>
                <a:moveTo>
                  <a:pt x="2276" y="420"/>
                </a:moveTo>
                <a:lnTo>
                  <a:pt x="2276" y="420"/>
                </a:lnTo>
                <a:cubicBezTo>
                  <a:pt x="2276" y="466"/>
                  <a:pt x="2287" y="501"/>
                  <a:pt x="2309" y="526"/>
                </a:cubicBezTo>
                <a:cubicBezTo>
                  <a:pt x="2331" y="550"/>
                  <a:pt x="2359" y="562"/>
                  <a:pt x="2391" y="562"/>
                </a:cubicBezTo>
                <a:cubicBezTo>
                  <a:pt x="2424" y="562"/>
                  <a:pt x="2451" y="550"/>
                  <a:pt x="2473" y="526"/>
                </a:cubicBezTo>
                <a:cubicBezTo>
                  <a:pt x="2495" y="501"/>
                  <a:pt x="2507" y="465"/>
                  <a:pt x="2507" y="419"/>
                </a:cubicBezTo>
                <a:cubicBezTo>
                  <a:pt x="2507" y="373"/>
                  <a:pt x="2495" y="338"/>
                  <a:pt x="2473" y="314"/>
                </a:cubicBezTo>
                <a:cubicBezTo>
                  <a:pt x="2451" y="289"/>
                  <a:pt x="2424" y="277"/>
                  <a:pt x="2391" y="277"/>
                </a:cubicBezTo>
                <a:cubicBezTo>
                  <a:pt x="2359" y="277"/>
                  <a:pt x="2331" y="289"/>
                  <a:pt x="2309" y="314"/>
                </a:cubicBezTo>
                <a:cubicBezTo>
                  <a:pt x="2287" y="338"/>
                  <a:pt x="2276" y="374"/>
                  <a:pt x="2276" y="420"/>
                </a:cubicBezTo>
                <a:close/>
                <a:moveTo>
                  <a:pt x="2147" y="413"/>
                </a:moveTo>
                <a:lnTo>
                  <a:pt x="2147" y="413"/>
                </a:lnTo>
                <a:cubicBezTo>
                  <a:pt x="2147" y="372"/>
                  <a:pt x="2157" y="333"/>
                  <a:pt x="2178" y="294"/>
                </a:cubicBezTo>
                <a:cubicBezTo>
                  <a:pt x="2198" y="256"/>
                  <a:pt x="2228" y="227"/>
                  <a:pt x="2265" y="207"/>
                </a:cubicBezTo>
                <a:cubicBezTo>
                  <a:pt x="2302" y="187"/>
                  <a:pt x="2344" y="177"/>
                  <a:pt x="2391" y="177"/>
                </a:cubicBezTo>
                <a:cubicBezTo>
                  <a:pt x="2462" y="177"/>
                  <a:pt x="2521" y="200"/>
                  <a:pt x="2567" y="245"/>
                </a:cubicBezTo>
                <a:cubicBezTo>
                  <a:pt x="2613" y="291"/>
                  <a:pt x="2635" y="349"/>
                  <a:pt x="2635" y="418"/>
                </a:cubicBezTo>
                <a:cubicBezTo>
                  <a:pt x="2635" y="489"/>
                  <a:pt x="2612" y="547"/>
                  <a:pt x="2566" y="593"/>
                </a:cubicBezTo>
                <a:cubicBezTo>
                  <a:pt x="2520" y="639"/>
                  <a:pt x="2462" y="662"/>
                  <a:pt x="2392" y="662"/>
                </a:cubicBezTo>
                <a:cubicBezTo>
                  <a:pt x="2348" y="662"/>
                  <a:pt x="2307" y="653"/>
                  <a:pt x="2268" y="634"/>
                </a:cubicBezTo>
                <a:cubicBezTo>
                  <a:pt x="2228" y="614"/>
                  <a:pt x="2198" y="586"/>
                  <a:pt x="2178" y="549"/>
                </a:cubicBezTo>
                <a:cubicBezTo>
                  <a:pt x="2157" y="512"/>
                  <a:pt x="2147" y="466"/>
                  <a:pt x="2147" y="413"/>
                </a:cubicBezTo>
                <a:close/>
                <a:moveTo>
                  <a:pt x="616" y="420"/>
                </a:moveTo>
                <a:lnTo>
                  <a:pt x="616" y="420"/>
                </a:lnTo>
                <a:cubicBezTo>
                  <a:pt x="616" y="466"/>
                  <a:pt x="627" y="501"/>
                  <a:pt x="649" y="526"/>
                </a:cubicBezTo>
                <a:cubicBezTo>
                  <a:pt x="671" y="550"/>
                  <a:pt x="699" y="562"/>
                  <a:pt x="732" y="562"/>
                </a:cubicBezTo>
                <a:cubicBezTo>
                  <a:pt x="764" y="562"/>
                  <a:pt x="792" y="550"/>
                  <a:pt x="814" y="526"/>
                </a:cubicBezTo>
                <a:cubicBezTo>
                  <a:pt x="836" y="501"/>
                  <a:pt x="847" y="465"/>
                  <a:pt x="847" y="419"/>
                </a:cubicBezTo>
                <a:cubicBezTo>
                  <a:pt x="847" y="373"/>
                  <a:pt x="836" y="338"/>
                  <a:pt x="814" y="314"/>
                </a:cubicBezTo>
                <a:cubicBezTo>
                  <a:pt x="792" y="289"/>
                  <a:pt x="764" y="277"/>
                  <a:pt x="732" y="277"/>
                </a:cubicBezTo>
                <a:cubicBezTo>
                  <a:pt x="699" y="277"/>
                  <a:pt x="671" y="289"/>
                  <a:pt x="649" y="314"/>
                </a:cubicBezTo>
                <a:cubicBezTo>
                  <a:pt x="627" y="338"/>
                  <a:pt x="616" y="374"/>
                  <a:pt x="616" y="420"/>
                </a:cubicBezTo>
                <a:close/>
                <a:moveTo>
                  <a:pt x="488" y="413"/>
                </a:moveTo>
                <a:lnTo>
                  <a:pt x="488" y="413"/>
                </a:lnTo>
                <a:cubicBezTo>
                  <a:pt x="488" y="372"/>
                  <a:pt x="498" y="333"/>
                  <a:pt x="518" y="294"/>
                </a:cubicBezTo>
                <a:cubicBezTo>
                  <a:pt x="539" y="256"/>
                  <a:pt x="568" y="227"/>
                  <a:pt x="605" y="207"/>
                </a:cubicBezTo>
                <a:cubicBezTo>
                  <a:pt x="643" y="187"/>
                  <a:pt x="685" y="177"/>
                  <a:pt x="731" y="177"/>
                </a:cubicBezTo>
                <a:cubicBezTo>
                  <a:pt x="803" y="177"/>
                  <a:pt x="861" y="200"/>
                  <a:pt x="907" y="245"/>
                </a:cubicBezTo>
                <a:cubicBezTo>
                  <a:pt x="953" y="291"/>
                  <a:pt x="976" y="349"/>
                  <a:pt x="976" y="418"/>
                </a:cubicBezTo>
                <a:cubicBezTo>
                  <a:pt x="976" y="489"/>
                  <a:pt x="953" y="547"/>
                  <a:pt x="906" y="593"/>
                </a:cubicBezTo>
                <a:cubicBezTo>
                  <a:pt x="860" y="639"/>
                  <a:pt x="802" y="662"/>
                  <a:pt x="732" y="662"/>
                </a:cubicBezTo>
                <a:cubicBezTo>
                  <a:pt x="689" y="662"/>
                  <a:pt x="647" y="653"/>
                  <a:pt x="608" y="634"/>
                </a:cubicBezTo>
                <a:cubicBezTo>
                  <a:pt x="569" y="614"/>
                  <a:pt x="539" y="586"/>
                  <a:pt x="518" y="549"/>
                </a:cubicBezTo>
                <a:cubicBezTo>
                  <a:pt x="498" y="512"/>
                  <a:pt x="488" y="466"/>
                  <a:pt x="488" y="413"/>
                </a:cubicBezTo>
                <a:close/>
                <a:moveTo>
                  <a:pt x="3137" y="48"/>
                </a:moveTo>
                <a:lnTo>
                  <a:pt x="3137" y="48"/>
                </a:lnTo>
                <a:cubicBezTo>
                  <a:pt x="3128" y="48"/>
                  <a:pt x="3119" y="51"/>
                  <a:pt x="3111" y="55"/>
                </a:cubicBezTo>
                <a:cubicBezTo>
                  <a:pt x="3102" y="60"/>
                  <a:pt x="3096" y="66"/>
                  <a:pt x="3091" y="74"/>
                </a:cubicBezTo>
                <a:cubicBezTo>
                  <a:pt x="3086" y="83"/>
                  <a:pt x="3084" y="91"/>
                  <a:pt x="3084" y="100"/>
                </a:cubicBezTo>
                <a:cubicBezTo>
                  <a:pt x="3084" y="109"/>
                  <a:pt x="3086" y="118"/>
                  <a:pt x="3091" y="126"/>
                </a:cubicBezTo>
                <a:cubicBezTo>
                  <a:pt x="3095" y="134"/>
                  <a:pt x="3102" y="141"/>
                  <a:pt x="3110" y="145"/>
                </a:cubicBezTo>
                <a:cubicBezTo>
                  <a:pt x="3119" y="150"/>
                  <a:pt x="3128" y="152"/>
                  <a:pt x="3137" y="152"/>
                </a:cubicBezTo>
                <a:cubicBezTo>
                  <a:pt x="3146" y="152"/>
                  <a:pt x="3155" y="150"/>
                  <a:pt x="3163" y="145"/>
                </a:cubicBezTo>
                <a:cubicBezTo>
                  <a:pt x="3171" y="141"/>
                  <a:pt x="3178" y="134"/>
                  <a:pt x="3182" y="126"/>
                </a:cubicBezTo>
                <a:cubicBezTo>
                  <a:pt x="3187" y="118"/>
                  <a:pt x="3190" y="109"/>
                  <a:pt x="3190" y="100"/>
                </a:cubicBezTo>
                <a:cubicBezTo>
                  <a:pt x="3190" y="91"/>
                  <a:pt x="3187" y="83"/>
                  <a:pt x="3182" y="74"/>
                </a:cubicBezTo>
                <a:cubicBezTo>
                  <a:pt x="3178" y="66"/>
                  <a:pt x="3171" y="60"/>
                  <a:pt x="3163" y="55"/>
                </a:cubicBezTo>
                <a:cubicBezTo>
                  <a:pt x="3154" y="51"/>
                  <a:pt x="3145" y="48"/>
                  <a:pt x="3137" y="48"/>
                </a:cubicBezTo>
                <a:close/>
                <a:moveTo>
                  <a:pt x="3137" y="38"/>
                </a:moveTo>
                <a:lnTo>
                  <a:pt x="3137" y="38"/>
                </a:lnTo>
                <a:cubicBezTo>
                  <a:pt x="3147" y="38"/>
                  <a:pt x="3158" y="41"/>
                  <a:pt x="3168" y="46"/>
                </a:cubicBezTo>
                <a:cubicBezTo>
                  <a:pt x="3178" y="51"/>
                  <a:pt x="3186" y="59"/>
                  <a:pt x="3191" y="69"/>
                </a:cubicBezTo>
                <a:cubicBezTo>
                  <a:pt x="3197" y="79"/>
                  <a:pt x="3200" y="89"/>
                  <a:pt x="3200" y="100"/>
                </a:cubicBezTo>
                <a:cubicBezTo>
                  <a:pt x="3200" y="111"/>
                  <a:pt x="3197" y="121"/>
                  <a:pt x="3192" y="131"/>
                </a:cubicBezTo>
                <a:cubicBezTo>
                  <a:pt x="3186" y="141"/>
                  <a:pt x="3178" y="149"/>
                  <a:pt x="3168" y="154"/>
                </a:cubicBezTo>
                <a:cubicBezTo>
                  <a:pt x="3158" y="160"/>
                  <a:pt x="3148" y="162"/>
                  <a:pt x="3137" y="162"/>
                </a:cubicBezTo>
                <a:cubicBezTo>
                  <a:pt x="3126" y="162"/>
                  <a:pt x="3115" y="160"/>
                  <a:pt x="3105" y="154"/>
                </a:cubicBezTo>
                <a:cubicBezTo>
                  <a:pt x="3095" y="149"/>
                  <a:pt x="3087" y="141"/>
                  <a:pt x="3082" y="131"/>
                </a:cubicBezTo>
                <a:cubicBezTo>
                  <a:pt x="3076" y="121"/>
                  <a:pt x="3073" y="111"/>
                  <a:pt x="3073" y="100"/>
                </a:cubicBezTo>
                <a:cubicBezTo>
                  <a:pt x="3073" y="89"/>
                  <a:pt x="3076" y="79"/>
                  <a:pt x="3082" y="69"/>
                </a:cubicBezTo>
                <a:cubicBezTo>
                  <a:pt x="3087" y="59"/>
                  <a:pt x="3095" y="51"/>
                  <a:pt x="3106" y="46"/>
                </a:cubicBezTo>
                <a:cubicBezTo>
                  <a:pt x="3116" y="41"/>
                  <a:pt x="3126" y="38"/>
                  <a:pt x="3137" y="38"/>
                </a:cubicBezTo>
                <a:close/>
                <a:moveTo>
                  <a:pt x="2809" y="652"/>
                </a:moveTo>
                <a:lnTo>
                  <a:pt x="2809" y="652"/>
                </a:lnTo>
                <a:cubicBezTo>
                  <a:pt x="2618" y="187"/>
                  <a:pt x="2618" y="187"/>
                  <a:pt x="2618" y="187"/>
                </a:cubicBezTo>
                <a:cubicBezTo>
                  <a:pt x="2749" y="187"/>
                  <a:pt x="2749" y="187"/>
                  <a:pt x="2749" y="187"/>
                </a:cubicBezTo>
                <a:cubicBezTo>
                  <a:pt x="2839" y="425"/>
                  <a:pt x="2839" y="425"/>
                  <a:pt x="2839" y="425"/>
                </a:cubicBezTo>
                <a:cubicBezTo>
                  <a:pt x="2864" y="504"/>
                  <a:pt x="2864" y="504"/>
                  <a:pt x="2864" y="504"/>
                </a:cubicBezTo>
                <a:cubicBezTo>
                  <a:pt x="2871" y="483"/>
                  <a:pt x="2875" y="470"/>
                  <a:pt x="2877" y="464"/>
                </a:cubicBezTo>
                <a:cubicBezTo>
                  <a:pt x="2881" y="451"/>
                  <a:pt x="2886" y="438"/>
                  <a:pt x="2891" y="425"/>
                </a:cubicBezTo>
                <a:cubicBezTo>
                  <a:pt x="2981" y="187"/>
                  <a:pt x="2981" y="187"/>
                  <a:pt x="2981" y="187"/>
                </a:cubicBezTo>
                <a:cubicBezTo>
                  <a:pt x="3109" y="187"/>
                  <a:pt x="3109" y="187"/>
                  <a:pt x="3109" y="187"/>
                </a:cubicBezTo>
                <a:cubicBezTo>
                  <a:pt x="2921" y="652"/>
                  <a:pt x="2921" y="652"/>
                  <a:pt x="2921" y="652"/>
                </a:cubicBezTo>
                <a:lnTo>
                  <a:pt x="2809" y="652"/>
                </a:lnTo>
                <a:close/>
                <a:moveTo>
                  <a:pt x="1826" y="416"/>
                </a:moveTo>
                <a:lnTo>
                  <a:pt x="1826" y="416"/>
                </a:lnTo>
                <a:cubicBezTo>
                  <a:pt x="1826" y="308"/>
                  <a:pt x="1826" y="308"/>
                  <a:pt x="1826" y="308"/>
                </a:cubicBezTo>
                <a:cubicBezTo>
                  <a:pt x="2110" y="308"/>
                  <a:pt x="2110" y="308"/>
                  <a:pt x="2110" y="308"/>
                </a:cubicBezTo>
                <a:cubicBezTo>
                  <a:pt x="2110" y="563"/>
                  <a:pt x="2110" y="563"/>
                  <a:pt x="2110" y="563"/>
                </a:cubicBezTo>
                <a:cubicBezTo>
                  <a:pt x="2083" y="590"/>
                  <a:pt x="2043" y="613"/>
                  <a:pt x="1990" y="633"/>
                </a:cubicBezTo>
                <a:cubicBezTo>
                  <a:pt x="1938" y="653"/>
                  <a:pt x="1885" y="663"/>
                  <a:pt x="1831" y="663"/>
                </a:cubicBezTo>
                <a:cubicBezTo>
                  <a:pt x="1763" y="663"/>
                  <a:pt x="1703" y="649"/>
                  <a:pt x="1652" y="621"/>
                </a:cubicBezTo>
                <a:cubicBezTo>
                  <a:pt x="1602" y="593"/>
                  <a:pt x="1563" y="552"/>
                  <a:pt x="1538" y="500"/>
                </a:cubicBezTo>
                <a:cubicBezTo>
                  <a:pt x="1512" y="448"/>
                  <a:pt x="1500" y="391"/>
                  <a:pt x="1500" y="329"/>
                </a:cubicBezTo>
                <a:cubicBezTo>
                  <a:pt x="1500" y="262"/>
                  <a:pt x="1514" y="203"/>
                  <a:pt x="1542" y="151"/>
                </a:cubicBezTo>
                <a:cubicBezTo>
                  <a:pt x="1571" y="99"/>
                  <a:pt x="1613" y="59"/>
                  <a:pt x="1668" y="32"/>
                </a:cubicBezTo>
                <a:cubicBezTo>
                  <a:pt x="1709" y="10"/>
                  <a:pt x="1762" y="0"/>
                  <a:pt x="1824" y="0"/>
                </a:cubicBezTo>
                <a:cubicBezTo>
                  <a:pt x="1905" y="0"/>
                  <a:pt x="1968" y="16"/>
                  <a:pt x="2014" y="50"/>
                </a:cubicBezTo>
                <a:cubicBezTo>
                  <a:pt x="2059" y="83"/>
                  <a:pt x="2089" y="129"/>
                  <a:pt x="2102" y="188"/>
                </a:cubicBezTo>
                <a:cubicBezTo>
                  <a:pt x="1971" y="212"/>
                  <a:pt x="1971" y="212"/>
                  <a:pt x="1971" y="212"/>
                </a:cubicBezTo>
                <a:cubicBezTo>
                  <a:pt x="1961" y="181"/>
                  <a:pt x="1944" y="156"/>
                  <a:pt x="1919" y="138"/>
                </a:cubicBezTo>
                <a:cubicBezTo>
                  <a:pt x="1894" y="119"/>
                  <a:pt x="1862" y="110"/>
                  <a:pt x="1824" y="110"/>
                </a:cubicBezTo>
                <a:cubicBezTo>
                  <a:pt x="1766" y="110"/>
                  <a:pt x="1720" y="128"/>
                  <a:pt x="1686" y="164"/>
                </a:cubicBezTo>
                <a:cubicBezTo>
                  <a:pt x="1652" y="200"/>
                  <a:pt x="1635" y="253"/>
                  <a:pt x="1635" y="324"/>
                </a:cubicBezTo>
                <a:cubicBezTo>
                  <a:pt x="1635" y="400"/>
                  <a:pt x="1653" y="457"/>
                  <a:pt x="1687" y="495"/>
                </a:cubicBezTo>
                <a:cubicBezTo>
                  <a:pt x="1722" y="533"/>
                  <a:pt x="1767" y="552"/>
                  <a:pt x="1822" y="552"/>
                </a:cubicBezTo>
                <a:cubicBezTo>
                  <a:pt x="1850" y="552"/>
                  <a:pt x="1878" y="547"/>
                  <a:pt x="1906" y="536"/>
                </a:cubicBezTo>
                <a:cubicBezTo>
                  <a:pt x="1933" y="526"/>
                  <a:pt x="1957" y="513"/>
                  <a:pt x="1977" y="497"/>
                </a:cubicBezTo>
                <a:cubicBezTo>
                  <a:pt x="1977" y="416"/>
                  <a:pt x="1977" y="416"/>
                  <a:pt x="1977" y="416"/>
                </a:cubicBezTo>
                <a:lnTo>
                  <a:pt x="1826" y="416"/>
                </a:lnTo>
                <a:close/>
                <a:moveTo>
                  <a:pt x="1330" y="652"/>
                </a:moveTo>
                <a:lnTo>
                  <a:pt x="1330" y="652"/>
                </a:lnTo>
                <a:cubicBezTo>
                  <a:pt x="1330" y="583"/>
                  <a:pt x="1330" y="583"/>
                  <a:pt x="1330" y="583"/>
                </a:cubicBezTo>
                <a:cubicBezTo>
                  <a:pt x="1313" y="607"/>
                  <a:pt x="1290" y="627"/>
                  <a:pt x="1262" y="641"/>
                </a:cubicBezTo>
                <a:cubicBezTo>
                  <a:pt x="1234" y="655"/>
                  <a:pt x="1205" y="662"/>
                  <a:pt x="1174" y="662"/>
                </a:cubicBezTo>
                <a:cubicBezTo>
                  <a:pt x="1142" y="662"/>
                  <a:pt x="1113" y="656"/>
                  <a:pt x="1088" y="642"/>
                </a:cubicBezTo>
                <a:cubicBezTo>
                  <a:pt x="1063" y="628"/>
                  <a:pt x="1045" y="609"/>
                  <a:pt x="1033" y="584"/>
                </a:cubicBezTo>
                <a:cubicBezTo>
                  <a:pt x="1022" y="559"/>
                  <a:pt x="1016" y="525"/>
                  <a:pt x="1016" y="481"/>
                </a:cubicBezTo>
                <a:cubicBezTo>
                  <a:pt x="1016" y="187"/>
                  <a:pt x="1016" y="187"/>
                  <a:pt x="1016" y="187"/>
                </a:cubicBezTo>
                <a:cubicBezTo>
                  <a:pt x="1141" y="187"/>
                  <a:pt x="1141" y="187"/>
                  <a:pt x="1141" y="187"/>
                </a:cubicBezTo>
                <a:cubicBezTo>
                  <a:pt x="1141" y="401"/>
                  <a:pt x="1141" y="401"/>
                  <a:pt x="1141" y="401"/>
                </a:cubicBezTo>
                <a:cubicBezTo>
                  <a:pt x="1141" y="466"/>
                  <a:pt x="1144" y="506"/>
                  <a:pt x="1148" y="521"/>
                </a:cubicBezTo>
                <a:cubicBezTo>
                  <a:pt x="1153" y="536"/>
                  <a:pt x="1161" y="547"/>
                  <a:pt x="1174" y="556"/>
                </a:cubicBezTo>
                <a:cubicBezTo>
                  <a:pt x="1186" y="564"/>
                  <a:pt x="1201" y="569"/>
                  <a:pt x="1220" y="569"/>
                </a:cubicBezTo>
                <a:cubicBezTo>
                  <a:pt x="1241" y="569"/>
                  <a:pt x="1260" y="563"/>
                  <a:pt x="1277" y="552"/>
                </a:cubicBezTo>
                <a:cubicBezTo>
                  <a:pt x="1294" y="540"/>
                  <a:pt x="1306" y="526"/>
                  <a:pt x="1312" y="509"/>
                </a:cubicBezTo>
                <a:cubicBezTo>
                  <a:pt x="1318" y="492"/>
                  <a:pt x="1321" y="450"/>
                  <a:pt x="1321" y="383"/>
                </a:cubicBezTo>
                <a:cubicBezTo>
                  <a:pt x="1321" y="187"/>
                  <a:pt x="1321" y="187"/>
                  <a:pt x="1321" y="187"/>
                </a:cubicBezTo>
                <a:cubicBezTo>
                  <a:pt x="1447" y="187"/>
                  <a:pt x="1447" y="187"/>
                  <a:pt x="1447" y="187"/>
                </a:cubicBezTo>
                <a:cubicBezTo>
                  <a:pt x="1447" y="652"/>
                  <a:pt x="1447" y="652"/>
                  <a:pt x="1447" y="652"/>
                </a:cubicBezTo>
                <a:lnTo>
                  <a:pt x="1330" y="652"/>
                </a:lnTo>
                <a:close/>
                <a:moveTo>
                  <a:pt x="239" y="382"/>
                </a:moveTo>
                <a:lnTo>
                  <a:pt x="239" y="382"/>
                </a:lnTo>
                <a:cubicBezTo>
                  <a:pt x="0" y="10"/>
                  <a:pt x="0" y="10"/>
                  <a:pt x="0" y="10"/>
                </a:cubicBezTo>
                <a:cubicBezTo>
                  <a:pt x="154" y="10"/>
                  <a:pt x="154" y="10"/>
                  <a:pt x="154" y="10"/>
                </a:cubicBezTo>
                <a:cubicBezTo>
                  <a:pt x="308" y="264"/>
                  <a:pt x="308" y="264"/>
                  <a:pt x="308" y="264"/>
                </a:cubicBezTo>
                <a:cubicBezTo>
                  <a:pt x="459" y="10"/>
                  <a:pt x="459" y="10"/>
                  <a:pt x="459" y="10"/>
                </a:cubicBezTo>
                <a:cubicBezTo>
                  <a:pt x="611" y="10"/>
                  <a:pt x="611" y="10"/>
                  <a:pt x="611" y="10"/>
                </a:cubicBezTo>
                <a:cubicBezTo>
                  <a:pt x="371" y="383"/>
                  <a:pt x="371" y="383"/>
                  <a:pt x="371" y="383"/>
                </a:cubicBezTo>
                <a:cubicBezTo>
                  <a:pt x="371" y="652"/>
                  <a:pt x="371" y="652"/>
                  <a:pt x="371" y="652"/>
                </a:cubicBezTo>
                <a:cubicBezTo>
                  <a:pt x="239" y="652"/>
                  <a:pt x="239" y="652"/>
                  <a:pt x="239" y="652"/>
                </a:cubicBezTo>
                <a:lnTo>
                  <a:pt x="239" y="382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  <a:effectLst/>
        </p:spPr>
        <p:txBody>
          <a:bodyPr wrap="none" anchor="ctr"/>
          <a:lstStyle/>
          <a:p>
            <a:pPr rtl="0"/>
            <a:endParaRPr lang="de-DE" dirty="0"/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C136FF72-4E7D-476B-58CA-C7DA9FAD7329}"/>
              </a:ext>
            </a:extLst>
          </p:cNvPr>
          <p:cNvCxnSpPr>
            <a:cxnSpLocks/>
          </p:cNvCxnSpPr>
          <p:nvPr userDrawn="1"/>
        </p:nvCxnSpPr>
        <p:spPr>
          <a:xfrm>
            <a:off x="539750" y="657225"/>
            <a:ext cx="3576638" cy="0"/>
          </a:xfrm>
          <a:prstGeom prst="line">
            <a:avLst/>
          </a:prstGeom>
          <a:ln w="63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2759F407-755C-E19B-7E1B-BAB07ABF4B4D}"/>
              </a:ext>
            </a:extLst>
          </p:cNvPr>
          <p:cNvCxnSpPr>
            <a:cxnSpLocks/>
          </p:cNvCxnSpPr>
          <p:nvPr userDrawn="1"/>
        </p:nvCxnSpPr>
        <p:spPr>
          <a:xfrm>
            <a:off x="4303713" y="657225"/>
            <a:ext cx="7348537" cy="0"/>
          </a:xfrm>
          <a:prstGeom prst="line">
            <a:avLst/>
          </a:prstGeom>
          <a:ln w="63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Footer Placeholder 3">
            <a:extLst>
              <a:ext uri="{FF2B5EF4-FFF2-40B4-BE49-F238E27FC236}">
                <a16:creationId xmlns:a16="http://schemas.microsoft.com/office/drawing/2014/main" id="{84332308-A7DD-8DC9-19CE-2A47C22B82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186488" y="486888"/>
            <a:ext cx="4525962" cy="149730"/>
          </a:xfrm>
        </p:spPr>
        <p:txBody>
          <a:bodyPr/>
          <a:lstStyle>
            <a:lvl1pPr rtl="0">
              <a:defRPr/>
            </a:lvl1pPr>
          </a:lstStyle>
          <a:p>
            <a:r>
              <a:rPr lang="de-DE"/>
              <a:t>Charting Manual</a:t>
            </a:r>
            <a:endParaRPr lang="de-DE" dirty="0"/>
          </a:p>
        </p:txBody>
      </p:sp>
      <p:sp>
        <p:nvSpPr>
          <p:cNvPr id="21" name="Slide Number Placeholder 4">
            <a:extLst>
              <a:ext uri="{FF2B5EF4-FFF2-40B4-BE49-F238E27FC236}">
                <a16:creationId xmlns:a16="http://schemas.microsoft.com/office/drawing/2014/main" id="{6632DED3-6B21-EE89-1B2E-8CDE6F15FE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39750" y="481818"/>
            <a:ext cx="270000" cy="154800"/>
          </a:xfrm>
        </p:spPr>
        <p:txBody>
          <a:bodyPr/>
          <a:lstStyle>
            <a:lvl1pPr algn="l" rtl="0">
              <a:defRPr/>
            </a:lvl1pPr>
          </a:lstStyle>
          <a:p>
            <a:fld id="{23AA811B-2EBD-4900-905E-5BE206449611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243DAC2-87D7-E55C-4370-D9E8049AD723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539750" y="5911850"/>
            <a:ext cx="11110913" cy="412750"/>
          </a:xfrm>
        </p:spPr>
        <p:txBody>
          <a:bodyPr anchor="b"/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00">
                <a:solidFill>
                  <a:schemeClr val="bg1">
                    <a:lumMod val="65000"/>
                  </a:schemeClr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00">
                <a:solidFill>
                  <a:schemeClr val="bg1">
                    <a:lumMod val="65000"/>
                  </a:schemeClr>
                </a:solidFill>
              </a:defRPr>
            </a:lvl2pPr>
            <a:lvl3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00">
                <a:solidFill>
                  <a:schemeClr val="bg1">
                    <a:lumMod val="65000"/>
                  </a:schemeClr>
                </a:solidFill>
              </a:defRPr>
            </a:lvl3pPr>
            <a:lvl4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00">
                <a:solidFill>
                  <a:schemeClr val="bg1">
                    <a:lumMod val="65000"/>
                  </a:schemeClr>
                </a:solidFill>
              </a:defRPr>
            </a:lvl4pPr>
            <a:lvl5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00">
                <a:solidFill>
                  <a:schemeClr val="bg1">
                    <a:lumMod val="65000"/>
                  </a:schemeClr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402327268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14">
          <p15:clr>
            <a:srgbClr val="FBAE40"/>
          </p15:clr>
        </p15:guide>
        <p15:guide id="2" orient="horz" pos="1049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Thre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hink-cell data - do not delete" hidden="1">
            <a:extLst>
              <a:ext uri="{FF2B5EF4-FFF2-40B4-BE49-F238E27FC236}">
                <a16:creationId xmlns:a16="http://schemas.microsoft.com/office/drawing/2014/main" id="{EE3CF292-F358-C944-EFC6-42686FC0ADF7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46409475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78" imgH="377" progId="TCLayout.ActiveDocument.1">
                  <p:embed/>
                </p:oleObj>
              </mc:Choice>
              <mc:Fallback>
                <p:oleObj name="think-cell Slide" r:id="rId3" imgW="378" imgH="377" progId="TCLayout.ActiveDocument.1">
                  <p:embed/>
                  <p:pic>
                    <p:nvPicPr>
                      <p:cNvPr id="6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EE3CF292-F358-C944-EFC6-42686FC0ADF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Date Placeholder 4" hidden="1">
            <a:extLst>
              <a:ext uri="{FF2B5EF4-FFF2-40B4-BE49-F238E27FC236}">
                <a16:creationId xmlns:a16="http://schemas.microsoft.com/office/drawing/2014/main" id="{079DB1F0-FCCC-467F-BFF2-5B26ACFFF655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>
            <a:lvl1pPr rtl="0">
              <a:defRPr/>
            </a:lvl1pPr>
          </a:lstStyle>
          <a:p>
            <a:fld id="{63A6AFC9-6A59-4D5E-8E4E-131EAEF984E8}" type="datetime4">
              <a:rPr lang="en-US" smtClean="0"/>
              <a:t>April 23, 2026</a:t>
            </a:fld>
            <a:endParaRPr lang="de-DE" dirty="0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539998" y="1980000"/>
            <a:ext cx="3576389" cy="4338000"/>
          </a:xfrm>
          <a:prstGeom prst="roundRect">
            <a:avLst>
              <a:gd name="adj" fmla="val 3772"/>
            </a:avLst>
          </a:prstGeom>
          <a:solidFill>
            <a:schemeClr val="bg1"/>
          </a:solidFill>
          <a:effectLst>
            <a:outerShdw blurRad="176568" sx="102000" sy="102000" algn="ctr" rotWithShape="0">
              <a:prstClr val="black">
                <a:alpha val="9949"/>
              </a:prstClr>
            </a:outerShdw>
          </a:effectLst>
        </p:spPr>
        <p:txBody>
          <a:bodyPr lIns="251999" tIns="251999" rIns="251999" bIns="251999"/>
          <a:lstStyle>
            <a:lvl1pPr rtl="0">
              <a:defRPr/>
            </a:lvl1pPr>
            <a:lvl2pPr rtl="0">
              <a:defRPr/>
            </a:lvl2pPr>
            <a:lvl3pPr rtl="0">
              <a:defRPr/>
            </a:lvl3pPr>
            <a:lvl4pPr rtl="0">
              <a:defRPr/>
            </a:lvl4pPr>
            <a:lvl5pPr rtl="0">
              <a:defRPr/>
            </a:lvl5pPr>
            <a:lvl6pPr rtl="0">
              <a:defRPr/>
            </a:lvl6pPr>
            <a:lvl7pPr rtl="0">
              <a:defRPr/>
            </a:lvl7pPr>
            <a:lvl8pPr rtl="0">
              <a:defRPr/>
            </a:lvl8pPr>
            <a:lvl9pPr rtl="0">
              <a:defRPr/>
            </a:lvl9pPr>
          </a:lstStyle>
          <a:p>
            <a:pPr lvl="0"/>
            <a:r>
              <a:rPr lang="de-DE" noProof="0"/>
              <a:t>Click to add text                 Enter &amp; TAB for next text level SHIFT+TAB to go back in levels</a:t>
            </a:r>
            <a:endParaRPr lang="de-DE"/>
          </a:p>
          <a:p>
            <a:pPr lvl="1"/>
            <a:r>
              <a:rPr lang="de-DE"/>
              <a:t>Second level</a:t>
            </a:r>
          </a:p>
          <a:p>
            <a:pPr lvl="2"/>
            <a:r>
              <a:rPr lang="de-DE"/>
              <a:t>Third level</a:t>
            </a:r>
          </a:p>
          <a:p>
            <a:pPr lvl="3"/>
            <a:r>
              <a:rPr lang="de-DE"/>
              <a:t>Fourth level</a:t>
            </a:r>
          </a:p>
          <a:p>
            <a:pPr lvl="4"/>
            <a:r>
              <a:rPr lang="de-DE"/>
              <a:t>Fifth level</a:t>
            </a:r>
          </a:p>
          <a:p>
            <a:pPr lvl="5"/>
            <a:r>
              <a:rPr lang="de-DE" noProof="0"/>
              <a:t>6</a:t>
            </a:r>
          </a:p>
          <a:p>
            <a:pPr lvl="6"/>
            <a:r>
              <a:rPr lang="de-DE" noProof="0"/>
              <a:t>7</a:t>
            </a:r>
          </a:p>
          <a:p>
            <a:pPr lvl="7"/>
            <a:r>
              <a:rPr lang="de-DE" noProof="0"/>
              <a:t>8</a:t>
            </a:r>
          </a:p>
          <a:p>
            <a:pPr lvl="8"/>
            <a:r>
              <a:rPr lang="de-DE" noProof="0"/>
              <a:t>9</a:t>
            </a:r>
            <a:endParaRPr lang="de-DE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FD8223C1-D0CC-511D-306A-EC536C068C5A}"/>
              </a:ext>
            </a:extLst>
          </p:cNvPr>
          <p:cNvSpPr>
            <a:spLocks noGrp="1"/>
          </p:cNvSpPr>
          <p:nvPr>
            <p:ph idx="34" hasCustomPrompt="1"/>
          </p:nvPr>
        </p:nvSpPr>
        <p:spPr>
          <a:xfrm>
            <a:off x="4311206" y="1980000"/>
            <a:ext cx="3576389" cy="4338000"/>
          </a:xfrm>
          <a:prstGeom prst="roundRect">
            <a:avLst>
              <a:gd name="adj" fmla="val 3772"/>
            </a:avLst>
          </a:prstGeom>
          <a:solidFill>
            <a:schemeClr val="bg1"/>
          </a:solidFill>
          <a:effectLst>
            <a:outerShdw blurRad="176568" sx="102000" sy="102000" algn="ctr" rotWithShape="0">
              <a:prstClr val="black">
                <a:alpha val="9949"/>
              </a:prstClr>
            </a:outerShdw>
          </a:effectLst>
        </p:spPr>
        <p:txBody>
          <a:bodyPr lIns="251999" tIns="251999" rIns="251999" bIns="251999"/>
          <a:lstStyle>
            <a:lvl1pPr rtl="0">
              <a:defRPr/>
            </a:lvl1pPr>
            <a:lvl2pPr rtl="0">
              <a:defRPr/>
            </a:lvl2pPr>
            <a:lvl3pPr rtl="0">
              <a:defRPr/>
            </a:lvl3pPr>
            <a:lvl4pPr rtl="0">
              <a:defRPr/>
            </a:lvl4pPr>
            <a:lvl5pPr rtl="0">
              <a:defRPr/>
            </a:lvl5pPr>
            <a:lvl6pPr rtl="0">
              <a:defRPr/>
            </a:lvl6pPr>
            <a:lvl7pPr rtl="0">
              <a:defRPr/>
            </a:lvl7pPr>
            <a:lvl8pPr rtl="0">
              <a:defRPr/>
            </a:lvl8pPr>
            <a:lvl9pPr rtl="0">
              <a:defRPr/>
            </a:lvl9pPr>
          </a:lstStyle>
          <a:p>
            <a:pPr lvl="0"/>
            <a:r>
              <a:rPr lang="de-DE" noProof="0"/>
              <a:t>Click to add text                 Enter &amp; TAB for next text level SHIFT+TAB to go back in levels</a:t>
            </a:r>
            <a:endParaRPr lang="de-DE"/>
          </a:p>
          <a:p>
            <a:pPr lvl="1"/>
            <a:r>
              <a:rPr lang="de-DE"/>
              <a:t>Second level</a:t>
            </a:r>
          </a:p>
          <a:p>
            <a:pPr lvl="2"/>
            <a:r>
              <a:rPr lang="de-DE"/>
              <a:t>Third level</a:t>
            </a:r>
          </a:p>
          <a:p>
            <a:pPr lvl="3"/>
            <a:r>
              <a:rPr lang="de-DE"/>
              <a:t>Fourth level</a:t>
            </a:r>
          </a:p>
          <a:p>
            <a:pPr lvl="4"/>
            <a:r>
              <a:rPr lang="de-DE"/>
              <a:t>Fifth level</a:t>
            </a:r>
          </a:p>
          <a:p>
            <a:pPr lvl="5"/>
            <a:r>
              <a:rPr lang="de-DE" noProof="0"/>
              <a:t>6</a:t>
            </a:r>
          </a:p>
          <a:p>
            <a:pPr lvl="6"/>
            <a:r>
              <a:rPr lang="de-DE" noProof="0"/>
              <a:t>7</a:t>
            </a:r>
          </a:p>
          <a:p>
            <a:pPr lvl="7"/>
            <a:r>
              <a:rPr lang="de-DE" noProof="0"/>
              <a:t>8</a:t>
            </a:r>
          </a:p>
          <a:p>
            <a:pPr lvl="8"/>
            <a:r>
              <a:rPr lang="de-DE" noProof="0"/>
              <a:t>9</a:t>
            </a:r>
            <a:endParaRPr lang="de-DE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26C11FB4-713F-ECB5-3A53-64922D6B6302}"/>
              </a:ext>
            </a:extLst>
          </p:cNvPr>
          <p:cNvSpPr>
            <a:spLocks noGrp="1"/>
          </p:cNvSpPr>
          <p:nvPr>
            <p:ph idx="35" hasCustomPrompt="1"/>
          </p:nvPr>
        </p:nvSpPr>
        <p:spPr>
          <a:xfrm>
            <a:off x="8076792" y="1980000"/>
            <a:ext cx="3576389" cy="4338000"/>
          </a:xfrm>
          <a:prstGeom prst="roundRect">
            <a:avLst>
              <a:gd name="adj" fmla="val 3812"/>
            </a:avLst>
          </a:prstGeom>
          <a:solidFill>
            <a:schemeClr val="bg1"/>
          </a:solidFill>
          <a:effectLst>
            <a:outerShdw blurRad="176568" sx="102000" sy="102000" algn="ctr" rotWithShape="0">
              <a:prstClr val="black">
                <a:alpha val="9949"/>
              </a:prstClr>
            </a:outerShdw>
          </a:effectLst>
        </p:spPr>
        <p:txBody>
          <a:bodyPr lIns="251999" tIns="251999" rIns="251999" bIns="251999"/>
          <a:lstStyle>
            <a:lvl1pPr rtl="0">
              <a:defRPr/>
            </a:lvl1pPr>
            <a:lvl2pPr rtl="0">
              <a:defRPr/>
            </a:lvl2pPr>
            <a:lvl3pPr rtl="0">
              <a:defRPr/>
            </a:lvl3pPr>
            <a:lvl4pPr rtl="0">
              <a:defRPr/>
            </a:lvl4pPr>
            <a:lvl5pPr rtl="0">
              <a:defRPr/>
            </a:lvl5pPr>
            <a:lvl6pPr rtl="0">
              <a:defRPr/>
            </a:lvl6pPr>
            <a:lvl7pPr rtl="0">
              <a:defRPr/>
            </a:lvl7pPr>
            <a:lvl8pPr rtl="0">
              <a:defRPr/>
            </a:lvl8pPr>
            <a:lvl9pPr rtl="0">
              <a:defRPr/>
            </a:lvl9pPr>
          </a:lstStyle>
          <a:p>
            <a:pPr lvl="0"/>
            <a:r>
              <a:rPr lang="de-DE" noProof="0"/>
              <a:t>Click to add text                 Enter &amp; TAB for next text level SHIFT+TAB to go back in levels</a:t>
            </a:r>
            <a:endParaRPr lang="de-DE"/>
          </a:p>
          <a:p>
            <a:pPr lvl="1"/>
            <a:r>
              <a:rPr lang="de-DE"/>
              <a:t>Second level</a:t>
            </a:r>
          </a:p>
          <a:p>
            <a:pPr lvl="2"/>
            <a:r>
              <a:rPr lang="de-DE"/>
              <a:t>Third level</a:t>
            </a:r>
          </a:p>
          <a:p>
            <a:pPr lvl="3"/>
            <a:r>
              <a:rPr lang="de-DE"/>
              <a:t>Fourth level</a:t>
            </a:r>
          </a:p>
          <a:p>
            <a:pPr lvl="4"/>
            <a:r>
              <a:rPr lang="de-DE"/>
              <a:t>Fifth level</a:t>
            </a:r>
          </a:p>
          <a:p>
            <a:pPr lvl="5"/>
            <a:r>
              <a:rPr lang="de-DE" noProof="0"/>
              <a:t>6</a:t>
            </a:r>
          </a:p>
          <a:p>
            <a:pPr lvl="6"/>
            <a:r>
              <a:rPr lang="de-DE" noProof="0"/>
              <a:t>7</a:t>
            </a:r>
          </a:p>
          <a:p>
            <a:pPr lvl="7"/>
            <a:r>
              <a:rPr lang="de-DE" noProof="0"/>
              <a:t>8</a:t>
            </a:r>
          </a:p>
          <a:p>
            <a:pPr lvl="8"/>
            <a:r>
              <a:rPr lang="de-DE" noProof="0"/>
              <a:t>9</a:t>
            </a:r>
            <a:endParaRPr lang="de-DE" dirty="0"/>
          </a:p>
        </p:txBody>
      </p:sp>
      <p:sp>
        <p:nvSpPr>
          <p:cNvPr id="12" name="Logo">
            <a:extLst>
              <a:ext uri="{FF2B5EF4-FFF2-40B4-BE49-F238E27FC236}">
                <a16:creationId xmlns:a16="http://schemas.microsoft.com/office/drawing/2014/main" id="{35476EF7-E7B6-6BF5-035B-6500ABED5B4B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1157045" y="491598"/>
            <a:ext cx="493617" cy="102665"/>
          </a:xfrm>
          <a:custGeom>
            <a:avLst/>
            <a:gdLst>
              <a:gd name="T0" fmla="*/ 3133 w 3201"/>
              <a:gd name="T1" fmla="*/ 97 h 664"/>
              <a:gd name="T2" fmla="*/ 3148 w 3201"/>
              <a:gd name="T3" fmla="*/ 81 h 664"/>
              <a:gd name="T4" fmla="*/ 3120 w 3201"/>
              <a:gd name="T5" fmla="*/ 77 h 664"/>
              <a:gd name="T6" fmla="*/ 3109 w 3201"/>
              <a:gd name="T7" fmla="*/ 135 h 664"/>
              <a:gd name="T8" fmla="*/ 3150 w 3201"/>
              <a:gd name="T9" fmla="*/ 69 h 664"/>
              <a:gd name="T10" fmla="*/ 3156 w 3201"/>
              <a:gd name="T11" fmla="*/ 99 h 664"/>
              <a:gd name="T12" fmla="*/ 3158 w 3201"/>
              <a:gd name="T13" fmla="*/ 122 h 664"/>
              <a:gd name="T14" fmla="*/ 3147 w 3201"/>
              <a:gd name="T15" fmla="*/ 124 h 664"/>
              <a:gd name="T16" fmla="*/ 3120 w 3201"/>
              <a:gd name="T17" fmla="*/ 106 h 664"/>
              <a:gd name="T18" fmla="*/ 2276 w 3201"/>
              <a:gd name="T19" fmla="*/ 420 h 664"/>
              <a:gd name="T20" fmla="*/ 2391 w 3201"/>
              <a:gd name="T21" fmla="*/ 562 h 664"/>
              <a:gd name="T22" fmla="*/ 2473 w 3201"/>
              <a:gd name="T23" fmla="*/ 314 h 664"/>
              <a:gd name="T24" fmla="*/ 2276 w 3201"/>
              <a:gd name="T25" fmla="*/ 420 h 664"/>
              <a:gd name="T26" fmla="*/ 2178 w 3201"/>
              <a:gd name="T27" fmla="*/ 294 h 664"/>
              <a:gd name="T28" fmla="*/ 2567 w 3201"/>
              <a:gd name="T29" fmla="*/ 245 h 664"/>
              <a:gd name="T30" fmla="*/ 2392 w 3201"/>
              <a:gd name="T31" fmla="*/ 662 h 664"/>
              <a:gd name="T32" fmla="*/ 2147 w 3201"/>
              <a:gd name="T33" fmla="*/ 413 h 664"/>
              <a:gd name="T34" fmla="*/ 649 w 3201"/>
              <a:gd name="T35" fmla="*/ 526 h 664"/>
              <a:gd name="T36" fmla="*/ 847 w 3201"/>
              <a:gd name="T37" fmla="*/ 419 h 664"/>
              <a:gd name="T38" fmla="*/ 649 w 3201"/>
              <a:gd name="T39" fmla="*/ 314 h 664"/>
              <a:gd name="T40" fmla="*/ 488 w 3201"/>
              <a:gd name="T41" fmla="*/ 413 h 664"/>
              <a:gd name="T42" fmla="*/ 731 w 3201"/>
              <a:gd name="T43" fmla="*/ 177 h 664"/>
              <a:gd name="T44" fmla="*/ 906 w 3201"/>
              <a:gd name="T45" fmla="*/ 593 h 664"/>
              <a:gd name="T46" fmla="*/ 518 w 3201"/>
              <a:gd name="T47" fmla="*/ 549 h 664"/>
              <a:gd name="T48" fmla="*/ 3137 w 3201"/>
              <a:gd name="T49" fmla="*/ 48 h 664"/>
              <a:gd name="T50" fmla="*/ 3084 w 3201"/>
              <a:gd name="T51" fmla="*/ 100 h 664"/>
              <a:gd name="T52" fmla="*/ 3137 w 3201"/>
              <a:gd name="T53" fmla="*/ 152 h 664"/>
              <a:gd name="T54" fmla="*/ 3190 w 3201"/>
              <a:gd name="T55" fmla="*/ 100 h 664"/>
              <a:gd name="T56" fmla="*/ 3137 w 3201"/>
              <a:gd name="T57" fmla="*/ 48 h 664"/>
              <a:gd name="T58" fmla="*/ 3168 w 3201"/>
              <a:gd name="T59" fmla="*/ 46 h 664"/>
              <a:gd name="T60" fmla="*/ 3192 w 3201"/>
              <a:gd name="T61" fmla="*/ 131 h 664"/>
              <a:gd name="T62" fmla="*/ 3105 w 3201"/>
              <a:gd name="T63" fmla="*/ 154 h 664"/>
              <a:gd name="T64" fmla="*/ 3082 w 3201"/>
              <a:gd name="T65" fmla="*/ 69 h 664"/>
              <a:gd name="T66" fmla="*/ 2809 w 3201"/>
              <a:gd name="T67" fmla="*/ 652 h 664"/>
              <a:gd name="T68" fmla="*/ 2749 w 3201"/>
              <a:gd name="T69" fmla="*/ 187 h 664"/>
              <a:gd name="T70" fmla="*/ 2877 w 3201"/>
              <a:gd name="T71" fmla="*/ 464 h 664"/>
              <a:gd name="T72" fmla="*/ 3109 w 3201"/>
              <a:gd name="T73" fmla="*/ 187 h 664"/>
              <a:gd name="T74" fmla="*/ 1826 w 3201"/>
              <a:gd name="T75" fmla="*/ 416 h 664"/>
              <a:gd name="T76" fmla="*/ 2110 w 3201"/>
              <a:gd name="T77" fmla="*/ 308 h 664"/>
              <a:gd name="T78" fmla="*/ 1831 w 3201"/>
              <a:gd name="T79" fmla="*/ 663 h 664"/>
              <a:gd name="T80" fmla="*/ 1500 w 3201"/>
              <a:gd name="T81" fmla="*/ 329 h 664"/>
              <a:gd name="T82" fmla="*/ 1824 w 3201"/>
              <a:gd name="T83" fmla="*/ 0 h 664"/>
              <a:gd name="T84" fmla="*/ 1971 w 3201"/>
              <a:gd name="T85" fmla="*/ 212 h 664"/>
              <a:gd name="T86" fmla="*/ 1686 w 3201"/>
              <a:gd name="T87" fmla="*/ 164 h 664"/>
              <a:gd name="T88" fmla="*/ 1822 w 3201"/>
              <a:gd name="T89" fmla="*/ 552 h 664"/>
              <a:gd name="T90" fmla="*/ 1977 w 3201"/>
              <a:gd name="T91" fmla="*/ 416 h 664"/>
              <a:gd name="T92" fmla="*/ 1330 w 3201"/>
              <a:gd name="T93" fmla="*/ 652 h 664"/>
              <a:gd name="T94" fmla="*/ 1174 w 3201"/>
              <a:gd name="T95" fmla="*/ 662 h 664"/>
              <a:gd name="T96" fmla="*/ 1016 w 3201"/>
              <a:gd name="T97" fmla="*/ 481 h 664"/>
              <a:gd name="T98" fmla="*/ 1141 w 3201"/>
              <a:gd name="T99" fmla="*/ 401 h 664"/>
              <a:gd name="T100" fmla="*/ 1220 w 3201"/>
              <a:gd name="T101" fmla="*/ 569 h 664"/>
              <a:gd name="T102" fmla="*/ 1321 w 3201"/>
              <a:gd name="T103" fmla="*/ 383 h 664"/>
              <a:gd name="T104" fmla="*/ 1447 w 3201"/>
              <a:gd name="T105" fmla="*/ 652 h 664"/>
              <a:gd name="T106" fmla="*/ 239 w 3201"/>
              <a:gd name="T107" fmla="*/ 382 h 664"/>
              <a:gd name="T108" fmla="*/ 308 w 3201"/>
              <a:gd name="T109" fmla="*/ 264 h 664"/>
              <a:gd name="T110" fmla="*/ 371 w 3201"/>
              <a:gd name="T111" fmla="*/ 383 h 664"/>
              <a:gd name="T112" fmla="*/ 239 w 3201"/>
              <a:gd name="T113" fmla="*/ 382 h 66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</a:cxnLst>
            <a:rect l="0" t="0" r="r" b="b"/>
            <a:pathLst>
              <a:path w="3201" h="664">
                <a:moveTo>
                  <a:pt x="3120" y="97"/>
                </a:moveTo>
                <a:lnTo>
                  <a:pt x="3120" y="97"/>
                </a:lnTo>
                <a:cubicBezTo>
                  <a:pt x="3133" y="97"/>
                  <a:pt x="3133" y="97"/>
                  <a:pt x="3133" y="97"/>
                </a:cubicBezTo>
                <a:cubicBezTo>
                  <a:pt x="3140" y="97"/>
                  <a:pt x="3144" y="96"/>
                  <a:pt x="3146" y="94"/>
                </a:cubicBezTo>
                <a:cubicBezTo>
                  <a:pt x="3149" y="92"/>
                  <a:pt x="3150" y="90"/>
                  <a:pt x="3150" y="87"/>
                </a:cubicBezTo>
                <a:cubicBezTo>
                  <a:pt x="3150" y="85"/>
                  <a:pt x="3149" y="83"/>
                  <a:pt x="3148" y="81"/>
                </a:cubicBezTo>
                <a:cubicBezTo>
                  <a:pt x="3147" y="80"/>
                  <a:pt x="3145" y="79"/>
                  <a:pt x="3143" y="78"/>
                </a:cubicBezTo>
                <a:cubicBezTo>
                  <a:pt x="3141" y="77"/>
                  <a:pt x="3138" y="77"/>
                  <a:pt x="3132" y="77"/>
                </a:cubicBezTo>
                <a:cubicBezTo>
                  <a:pt x="3120" y="77"/>
                  <a:pt x="3120" y="77"/>
                  <a:pt x="3120" y="77"/>
                </a:cubicBezTo>
                <a:lnTo>
                  <a:pt x="3120" y="97"/>
                </a:lnTo>
                <a:close/>
                <a:moveTo>
                  <a:pt x="3109" y="135"/>
                </a:moveTo>
                <a:lnTo>
                  <a:pt x="3109" y="135"/>
                </a:lnTo>
                <a:cubicBezTo>
                  <a:pt x="3109" y="68"/>
                  <a:pt x="3109" y="68"/>
                  <a:pt x="3109" y="68"/>
                </a:cubicBezTo>
                <a:cubicBezTo>
                  <a:pt x="3132" y="68"/>
                  <a:pt x="3132" y="68"/>
                  <a:pt x="3132" y="68"/>
                </a:cubicBezTo>
                <a:cubicBezTo>
                  <a:pt x="3140" y="68"/>
                  <a:pt x="3146" y="68"/>
                  <a:pt x="3150" y="69"/>
                </a:cubicBezTo>
                <a:cubicBezTo>
                  <a:pt x="3153" y="71"/>
                  <a:pt x="3156" y="73"/>
                  <a:pt x="3158" y="76"/>
                </a:cubicBezTo>
                <a:cubicBezTo>
                  <a:pt x="3160" y="79"/>
                  <a:pt x="3161" y="82"/>
                  <a:pt x="3161" y="86"/>
                </a:cubicBezTo>
                <a:cubicBezTo>
                  <a:pt x="3161" y="91"/>
                  <a:pt x="3160" y="95"/>
                  <a:pt x="3156" y="99"/>
                </a:cubicBezTo>
                <a:cubicBezTo>
                  <a:pt x="3153" y="102"/>
                  <a:pt x="3148" y="104"/>
                  <a:pt x="3142" y="105"/>
                </a:cubicBezTo>
                <a:cubicBezTo>
                  <a:pt x="3144" y="106"/>
                  <a:pt x="3146" y="107"/>
                  <a:pt x="3148" y="108"/>
                </a:cubicBezTo>
                <a:cubicBezTo>
                  <a:pt x="3150" y="111"/>
                  <a:pt x="3154" y="115"/>
                  <a:pt x="3158" y="122"/>
                </a:cubicBezTo>
                <a:cubicBezTo>
                  <a:pt x="3166" y="135"/>
                  <a:pt x="3166" y="135"/>
                  <a:pt x="3166" y="135"/>
                </a:cubicBezTo>
                <a:cubicBezTo>
                  <a:pt x="3153" y="135"/>
                  <a:pt x="3153" y="135"/>
                  <a:pt x="3153" y="135"/>
                </a:cubicBezTo>
                <a:cubicBezTo>
                  <a:pt x="3147" y="124"/>
                  <a:pt x="3147" y="124"/>
                  <a:pt x="3147" y="124"/>
                </a:cubicBezTo>
                <a:cubicBezTo>
                  <a:pt x="3142" y="116"/>
                  <a:pt x="3138" y="111"/>
                  <a:pt x="3135" y="109"/>
                </a:cubicBezTo>
                <a:cubicBezTo>
                  <a:pt x="3133" y="107"/>
                  <a:pt x="3130" y="106"/>
                  <a:pt x="3126" y="106"/>
                </a:cubicBezTo>
                <a:cubicBezTo>
                  <a:pt x="3120" y="106"/>
                  <a:pt x="3120" y="106"/>
                  <a:pt x="3120" y="106"/>
                </a:cubicBezTo>
                <a:cubicBezTo>
                  <a:pt x="3120" y="135"/>
                  <a:pt x="3120" y="135"/>
                  <a:pt x="3120" y="135"/>
                </a:cubicBezTo>
                <a:lnTo>
                  <a:pt x="3109" y="135"/>
                </a:lnTo>
                <a:close/>
                <a:moveTo>
                  <a:pt x="2276" y="420"/>
                </a:moveTo>
                <a:lnTo>
                  <a:pt x="2276" y="420"/>
                </a:lnTo>
                <a:cubicBezTo>
                  <a:pt x="2276" y="466"/>
                  <a:pt x="2287" y="501"/>
                  <a:pt x="2309" y="526"/>
                </a:cubicBezTo>
                <a:cubicBezTo>
                  <a:pt x="2331" y="550"/>
                  <a:pt x="2359" y="562"/>
                  <a:pt x="2391" y="562"/>
                </a:cubicBezTo>
                <a:cubicBezTo>
                  <a:pt x="2424" y="562"/>
                  <a:pt x="2451" y="550"/>
                  <a:pt x="2473" y="526"/>
                </a:cubicBezTo>
                <a:cubicBezTo>
                  <a:pt x="2495" y="501"/>
                  <a:pt x="2507" y="465"/>
                  <a:pt x="2507" y="419"/>
                </a:cubicBezTo>
                <a:cubicBezTo>
                  <a:pt x="2507" y="373"/>
                  <a:pt x="2495" y="338"/>
                  <a:pt x="2473" y="314"/>
                </a:cubicBezTo>
                <a:cubicBezTo>
                  <a:pt x="2451" y="289"/>
                  <a:pt x="2424" y="277"/>
                  <a:pt x="2391" y="277"/>
                </a:cubicBezTo>
                <a:cubicBezTo>
                  <a:pt x="2359" y="277"/>
                  <a:pt x="2331" y="289"/>
                  <a:pt x="2309" y="314"/>
                </a:cubicBezTo>
                <a:cubicBezTo>
                  <a:pt x="2287" y="338"/>
                  <a:pt x="2276" y="374"/>
                  <a:pt x="2276" y="420"/>
                </a:cubicBezTo>
                <a:close/>
                <a:moveTo>
                  <a:pt x="2147" y="413"/>
                </a:moveTo>
                <a:lnTo>
                  <a:pt x="2147" y="413"/>
                </a:lnTo>
                <a:cubicBezTo>
                  <a:pt x="2147" y="372"/>
                  <a:pt x="2157" y="333"/>
                  <a:pt x="2178" y="294"/>
                </a:cubicBezTo>
                <a:cubicBezTo>
                  <a:pt x="2198" y="256"/>
                  <a:pt x="2228" y="227"/>
                  <a:pt x="2265" y="207"/>
                </a:cubicBezTo>
                <a:cubicBezTo>
                  <a:pt x="2302" y="187"/>
                  <a:pt x="2344" y="177"/>
                  <a:pt x="2391" y="177"/>
                </a:cubicBezTo>
                <a:cubicBezTo>
                  <a:pt x="2462" y="177"/>
                  <a:pt x="2521" y="200"/>
                  <a:pt x="2567" y="245"/>
                </a:cubicBezTo>
                <a:cubicBezTo>
                  <a:pt x="2613" y="291"/>
                  <a:pt x="2635" y="349"/>
                  <a:pt x="2635" y="418"/>
                </a:cubicBezTo>
                <a:cubicBezTo>
                  <a:pt x="2635" y="489"/>
                  <a:pt x="2612" y="547"/>
                  <a:pt x="2566" y="593"/>
                </a:cubicBezTo>
                <a:cubicBezTo>
                  <a:pt x="2520" y="639"/>
                  <a:pt x="2462" y="662"/>
                  <a:pt x="2392" y="662"/>
                </a:cubicBezTo>
                <a:cubicBezTo>
                  <a:pt x="2348" y="662"/>
                  <a:pt x="2307" y="653"/>
                  <a:pt x="2268" y="634"/>
                </a:cubicBezTo>
                <a:cubicBezTo>
                  <a:pt x="2228" y="614"/>
                  <a:pt x="2198" y="586"/>
                  <a:pt x="2178" y="549"/>
                </a:cubicBezTo>
                <a:cubicBezTo>
                  <a:pt x="2157" y="512"/>
                  <a:pt x="2147" y="466"/>
                  <a:pt x="2147" y="413"/>
                </a:cubicBezTo>
                <a:close/>
                <a:moveTo>
                  <a:pt x="616" y="420"/>
                </a:moveTo>
                <a:lnTo>
                  <a:pt x="616" y="420"/>
                </a:lnTo>
                <a:cubicBezTo>
                  <a:pt x="616" y="466"/>
                  <a:pt x="627" y="501"/>
                  <a:pt x="649" y="526"/>
                </a:cubicBezTo>
                <a:cubicBezTo>
                  <a:pt x="671" y="550"/>
                  <a:pt x="699" y="562"/>
                  <a:pt x="732" y="562"/>
                </a:cubicBezTo>
                <a:cubicBezTo>
                  <a:pt x="764" y="562"/>
                  <a:pt x="792" y="550"/>
                  <a:pt x="814" y="526"/>
                </a:cubicBezTo>
                <a:cubicBezTo>
                  <a:pt x="836" y="501"/>
                  <a:pt x="847" y="465"/>
                  <a:pt x="847" y="419"/>
                </a:cubicBezTo>
                <a:cubicBezTo>
                  <a:pt x="847" y="373"/>
                  <a:pt x="836" y="338"/>
                  <a:pt x="814" y="314"/>
                </a:cubicBezTo>
                <a:cubicBezTo>
                  <a:pt x="792" y="289"/>
                  <a:pt x="764" y="277"/>
                  <a:pt x="732" y="277"/>
                </a:cubicBezTo>
                <a:cubicBezTo>
                  <a:pt x="699" y="277"/>
                  <a:pt x="671" y="289"/>
                  <a:pt x="649" y="314"/>
                </a:cubicBezTo>
                <a:cubicBezTo>
                  <a:pt x="627" y="338"/>
                  <a:pt x="616" y="374"/>
                  <a:pt x="616" y="420"/>
                </a:cubicBezTo>
                <a:close/>
                <a:moveTo>
                  <a:pt x="488" y="413"/>
                </a:moveTo>
                <a:lnTo>
                  <a:pt x="488" y="413"/>
                </a:lnTo>
                <a:cubicBezTo>
                  <a:pt x="488" y="372"/>
                  <a:pt x="498" y="333"/>
                  <a:pt x="518" y="294"/>
                </a:cubicBezTo>
                <a:cubicBezTo>
                  <a:pt x="539" y="256"/>
                  <a:pt x="568" y="227"/>
                  <a:pt x="605" y="207"/>
                </a:cubicBezTo>
                <a:cubicBezTo>
                  <a:pt x="643" y="187"/>
                  <a:pt x="685" y="177"/>
                  <a:pt x="731" y="177"/>
                </a:cubicBezTo>
                <a:cubicBezTo>
                  <a:pt x="803" y="177"/>
                  <a:pt x="861" y="200"/>
                  <a:pt x="907" y="245"/>
                </a:cubicBezTo>
                <a:cubicBezTo>
                  <a:pt x="953" y="291"/>
                  <a:pt x="976" y="349"/>
                  <a:pt x="976" y="418"/>
                </a:cubicBezTo>
                <a:cubicBezTo>
                  <a:pt x="976" y="489"/>
                  <a:pt x="953" y="547"/>
                  <a:pt x="906" y="593"/>
                </a:cubicBezTo>
                <a:cubicBezTo>
                  <a:pt x="860" y="639"/>
                  <a:pt x="802" y="662"/>
                  <a:pt x="732" y="662"/>
                </a:cubicBezTo>
                <a:cubicBezTo>
                  <a:pt x="689" y="662"/>
                  <a:pt x="647" y="653"/>
                  <a:pt x="608" y="634"/>
                </a:cubicBezTo>
                <a:cubicBezTo>
                  <a:pt x="569" y="614"/>
                  <a:pt x="539" y="586"/>
                  <a:pt x="518" y="549"/>
                </a:cubicBezTo>
                <a:cubicBezTo>
                  <a:pt x="498" y="512"/>
                  <a:pt x="488" y="466"/>
                  <a:pt x="488" y="413"/>
                </a:cubicBezTo>
                <a:close/>
                <a:moveTo>
                  <a:pt x="3137" y="48"/>
                </a:moveTo>
                <a:lnTo>
                  <a:pt x="3137" y="48"/>
                </a:lnTo>
                <a:cubicBezTo>
                  <a:pt x="3128" y="48"/>
                  <a:pt x="3119" y="51"/>
                  <a:pt x="3111" y="55"/>
                </a:cubicBezTo>
                <a:cubicBezTo>
                  <a:pt x="3102" y="60"/>
                  <a:pt x="3096" y="66"/>
                  <a:pt x="3091" y="74"/>
                </a:cubicBezTo>
                <a:cubicBezTo>
                  <a:pt x="3086" y="83"/>
                  <a:pt x="3084" y="91"/>
                  <a:pt x="3084" y="100"/>
                </a:cubicBezTo>
                <a:cubicBezTo>
                  <a:pt x="3084" y="109"/>
                  <a:pt x="3086" y="118"/>
                  <a:pt x="3091" y="126"/>
                </a:cubicBezTo>
                <a:cubicBezTo>
                  <a:pt x="3095" y="134"/>
                  <a:pt x="3102" y="141"/>
                  <a:pt x="3110" y="145"/>
                </a:cubicBezTo>
                <a:cubicBezTo>
                  <a:pt x="3119" y="150"/>
                  <a:pt x="3128" y="152"/>
                  <a:pt x="3137" y="152"/>
                </a:cubicBezTo>
                <a:cubicBezTo>
                  <a:pt x="3146" y="152"/>
                  <a:pt x="3155" y="150"/>
                  <a:pt x="3163" y="145"/>
                </a:cubicBezTo>
                <a:cubicBezTo>
                  <a:pt x="3171" y="141"/>
                  <a:pt x="3178" y="134"/>
                  <a:pt x="3182" y="126"/>
                </a:cubicBezTo>
                <a:cubicBezTo>
                  <a:pt x="3187" y="118"/>
                  <a:pt x="3190" y="109"/>
                  <a:pt x="3190" y="100"/>
                </a:cubicBezTo>
                <a:cubicBezTo>
                  <a:pt x="3190" y="91"/>
                  <a:pt x="3187" y="83"/>
                  <a:pt x="3182" y="74"/>
                </a:cubicBezTo>
                <a:cubicBezTo>
                  <a:pt x="3178" y="66"/>
                  <a:pt x="3171" y="60"/>
                  <a:pt x="3163" y="55"/>
                </a:cubicBezTo>
                <a:cubicBezTo>
                  <a:pt x="3154" y="51"/>
                  <a:pt x="3145" y="48"/>
                  <a:pt x="3137" y="48"/>
                </a:cubicBezTo>
                <a:close/>
                <a:moveTo>
                  <a:pt x="3137" y="38"/>
                </a:moveTo>
                <a:lnTo>
                  <a:pt x="3137" y="38"/>
                </a:lnTo>
                <a:cubicBezTo>
                  <a:pt x="3147" y="38"/>
                  <a:pt x="3158" y="41"/>
                  <a:pt x="3168" y="46"/>
                </a:cubicBezTo>
                <a:cubicBezTo>
                  <a:pt x="3178" y="51"/>
                  <a:pt x="3186" y="59"/>
                  <a:pt x="3191" y="69"/>
                </a:cubicBezTo>
                <a:cubicBezTo>
                  <a:pt x="3197" y="79"/>
                  <a:pt x="3200" y="89"/>
                  <a:pt x="3200" y="100"/>
                </a:cubicBezTo>
                <a:cubicBezTo>
                  <a:pt x="3200" y="111"/>
                  <a:pt x="3197" y="121"/>
                  <a:pt x="3192" y="131"/>
                </a:cubicBezTo>
                <a:cubicBezTo>
                  <a:pt x="3186" y="141"/>
                  <a:pt x="3178" y="149"/>
                  <a:pt x="3168" y="154"/>
                </a:cubicBezTo>
                <a:cubicBezTo>
                  <a:pt x="3158" y="160"/>
                  <a:pt x="3148" y="162"/>
                  <a:pt x="3137" y="162"/>
                </a:cubicBezTo>
                <a:cubicBezTo>
                  <a:pt x="3126" y="162"/>
                  <a:pt x="3115" y="160"/>
                  <a:pt x="3105" y="154"/>
                </a:cubicBezTo>
                <a:cubicBezTo>
                  <a:pt x="3095" y="149"/>
                  <a:pt x="3087" y="141"/>
                  <a:pt x="3082" y="131"/>
                </a:cubicBezTo>
                <a:cubicBezTo>
                  <a:pt x="3076" y="121"/>
                  <a:pt x="3073" y="111"/>
                  <a:pt x="3073" y="100"/>
                </a:cubicBezTo>
                <a:cubicBezTo>
                  <a:pt x="3073" y="89"/>
                  <a:pt x="3076" y="79"/>
                  <a:pt x="3082" y="69"/>
                </a:cubicBezTo>
                <a:cubicBezTo>
                  <a:pt x="3087" y="59"/>
                  <a:pt x="3095" y="51"/>
                  <a:pt x="3106" y="46"/>
                </a:cubicBezTo>
                <a:cubicBezTo>
                  <a:pt x="3116" y="41"/>
                  <a:pt x="3126" y="38"/>
                  <a:pt x="3137" y="38"/>
                </a:cubicBezTo>
                <a:close/>
                <a:moveTo>
                  <a:pt x="2809" y="652"/>
                </a:moveTo>
                <a:lnTo>
                  <a:pt x="2809" y="652"/>
                </a:lnTo>
                <a:cubicBezTo>
                  <a:pt x="2618" y="187"/>
                  <a:pt x="2618" y="187"/>
                  <a:pt x="2618" y="187"/>
                </a:cubicBezTo>
                <a:cubicBezTo>
                  <a:pt x="2749" y="187"/>
                  <a:pt x="2749" y="187"/>
                  <a:pt x="2749" y="187"/>
                </a:cubicBezTo>
                <a:cubicBezTo>
                  <a:pt x="2839" y="425"/>
                  <a:pt x="2839" y="425"/>
                  <a:pt x="2839" y="425"/>
                </a:cubicBezTo>
                <a:cubicBezTo>
                  <a:pt x="2864" y="504"/>
                  <a:pt x="2864" y="504"/>
                  <a:pt x="2864" y="504"/>
                </a:cubicBezTo>
                <a:cubicBezTo>
                  <a:pt x="2871" y="483"/>
                  <a:pt x="2875" y="470"/>
                  <a:pt x="2877" y="464"/>
                </a:cubicBezTo>
                <a:cubicBezTo>
                  <a:pt x="2881" y="451"/>
                  <a:pt x="2886" y="438"/>
                  <a:pt x="2891" y="425"/>
                </a:cubicBezTo>
                <a:cubicBezTo>
                  <a:pt x="2981" y="187"/>
                  <a:pt x="2981" y="187"/>
                  <a:pt x="2981" y="187"/>
                </a:cubicBezTo>
                <a:cubicBezTo>
                  <a:pt x="3109" y="187"/>
                  <a:pt x="3109" y="187"/>
                  <a:pt x="3109" y="187"/>
                </a:cubicBezTo>
                <a:cubicBezTo>
                  <a:pt x="2921" y="652"/>
                  <a:pt x="2921" y="652"/>
                  <a:pt x="2921" y="652"/>
                </a:cubicBezTo>
                <a:lnTo>
                  <a:pt x="2809" y="652"/>
                </a:lnTo>
                <a:close/>
                <a:moveTo>
                  <a:pt x="1826" y="416"/>
                </a:moveTo>
                <a:lnTo>
                  <a:pt x="1826" y="416"/>
                </a:lnTo>
                <a:cubicBezTo>
                  <a:pt x="1826" y="308"/>
                  <a:pt x="1826" y="308"/>
                  <a:pt x="1826" y="308"/>
                </a:cubicBezTo>
                <a:cubicBezTo>
                  <a:pt x="2110" y="308"/>
                  <a:pt x="2110" y="308"/>
                  <a:pt x="2110" y="308"/>
                </a:cubicBezTo>
                <a:cubicBezTo>
                  <a:pt x="2110" y="563"/>
                  <a:pt x="2110" y="563"/>
                  <a:pt x="2110" y="563"/>
                </a:cubicBezTo>
                <a:cubicBezTo>
                  <a:pt x="2083" y="590"/>
                  <a:pt x="2043" y="613"/>
                  <a:pt x="1990" y="633"/>
                </a:cubicBezTo>
                <a:cubicBezTo>
                  <a:pt x="1938" y="653"/>
                  <a:pt x="1885" y="663"/>
                  <a:pt x="1831" y="663"/>
                </a:cubicBezTo>
                <a:cubicBezTo>
                  <a:pt x="1763" y="663"/>
                  <a:pt x="1703" y="649"/>
                  <a:pt x="1652" y="621"/>
                </a:cubicBezTo>
                <a:cubicBezTo>
                  <a:pt x="1602" y="593"/>
                  <a:pt x="1563" y="552"/>
                  <a:pt x="1538" y="500"/>
                </a:cubicBezTo>
                <a:cubicBezTo>
                  <a:pt x="1512" y="448"/>
                  <a:pt x="1500" y="391"/>
                  <a:pt x="1500" y="329"/>
                </a:cubicBezTo>
                <a:cubicBezTo>
                  <a:pt x="1500" y="262"/>
                  <a:pt x="1514" y="203"/>
                  <a:pt x="1542" y="151"/>
                </a:cubicBezTo>
                <a:cubicBezTo>
                  <a:pt x="1571" y="99"/>
                  <a:pt x="1613" y="59"/>
                  <a:pt x="1668" y="32"/>
                </a:cubicBezTo>
                <a:cubicBezTo>
                  <a:pt x="1709" y="10"/>
                  <a:pt x="1762" y="0"/>
                  <a:pt x="1824" y="0"/>
                </a:cubicBezTo>
                <a:cubicBezTo>
                  <a:pt x="1905" y="0"/>
                  <a:pt x="1968" y="16"/>
                  <a:pt x="2014" y="50"/>
                </a:cubicBezTo>
                <a:cubicBezTo>
                  <a:pt x="2059" y="83"/>
                  <a:pt x="2089" y="129"/>
                  <a:pt x="2102" y="188"/>
                </a:cubicBezTo>
                <a:cubicBezTo>
                  <a:pt x="1971" y="212"/>
                  <a:pt x="1971" y="212"/>
                  <a:pt x="1971" y="212"/>
                </a:cubicBezTo>
                <a:cubicBezTo>
                  <a:pt x="1961" y="181"/>
                  <a:pt x="1944" y="156"/>
                  <a:pt x="1919" y="138"/>
                </a:cubicBezTo>
                <a:cubicBezTo>
                  <a:pt x="1894" y="119"/>
                  <a:pt x="1862" y="110"/>
                  <a:pt x="1824" y="110"/>
                </a:cubicBezTo>
                <a:cubicBezTo>
                  <a:pt x="1766" y="110"/>
                  <a:pt x="1720" y="128"/>
                  <a:pt x="1686" y="164"/>
                </a:cubicBezTo>
                <a:cubicBezTo>
                  <a:pt x="1652" y="200"/>
                  <a:pt x="1635" y="253"/>
                  <a:pt x="1635" y="324"/>
                </a:cubicBezTo>
                <a:cubicBezTo>
                  <a:pt x="1635" y="400"/>
                  <a:pt x="1653" y="457"/>
                  <a:pt x="1687" y="495"/>
                </a:cubicBezTo>
                <a:cubicBezTo>
                  <a:pt x="1722" y="533"/>
                  <a:pt x="1767" y="552"/>
                  <a:pt x="1822" y="552"/>
                </a:cubicBezTo>
                <a:cubicBezTo>
                  <a:pt x="1850" y="552"/>
                  <a:pt x="1878" y="547"/>
                  <a:pt x="1906" y="536"/>
                </a:cubicBezTo>
                <a:cubicBezTo>
                  <a:pt x="1933" y="526"/>
                  <a:pt x="1957" y="513"/>
                  <a:pt x="1977" y="497"/>
                </a:cubicBezTo>
                <a:cubicBezTo>
                  <a:pt x="1977" y="416"/>
                  <a:pt x="1977" y="416"/>
                  <a:pt x="1977" y="416"/>
                </a:cubicBezTo>
                <a:lnTo>
                  <a:pt x="1826" y="416"/>
                </a:lnTo>
                <a:close/>
                <a:moveTo>
                  <a:pt x="1330" y="652"/>
                </a:moveTo>
                <a:lnTo>
                  <a:pt x="1330" y="652"/>
                </a:lnTo>
                <a:cubicBezTo>
                  <a:pt x="1330" y="583"/>
                  <a:pt x="1330" y="583"/>
                  <a:pt x="1330" y="583"/>
                </a:cubicBezTo>
                <a:cubicBezTo>
                  <a:pt x="1313" y="607"/>
                  <a:pt x="1290" y="627"/>
                  <a:pt x="1262" y="641"/>
                </a:cubicBezTo>
                <a:cubicBezTo>
                  <a:pt x="1234" y="655"/>
                  <a:pt x="1205" y="662"/>
                  <a:pt x="1174" y="662"/>
                </a:cubicBezTo>
                <a:cubicBezTo>
                  <a:pt x="1142" y="662"/>
                  <a:pt x="1113" y="656"/>
                  <a:pt x="1088" y="642"/>
                </a:cubicBezTo>
                <a:cubicBezTo>
                  <a:pt x="1063" y="628"/>
                  <a:pt x="1045" y="609"/>
                  <a:pt x="1033" y="584"/>
                </a:cubicBezTo>
                <a:cubicBezTo>
                  <a:pt x="1022" y="559"/>
                  <a:pt x="1016" y="525"/>
                  <a:pt x="1016" y="481"/>
                </a:cubicBezTo>
                <a:cubicBezTo>
                  <a:pt x="1016" y="187"/>
                  <a:pt x="1016" y="187"/>
                  <a:pt x="1016" y="187"/>
                </a:cubicBezTo>
                <a:cubicBezTo>
                  <a:pt x="1141" y="187"/>
                  <a:pt x="1141" y="187"/>
                  <a:pt x="1141" y="187"/>
                </a:cubicBezTo>
                <a:cubicBezTo>
                  <a:pt x="1141" y="401"/>
                  <a:pt x="1141" y="401"/>
                  <a:pt x="1141" y="401"/>
                </a:cubicBezTo>
                <a:cubicBezTo>
                  <a:pt x="1141" y="466"/>
                  <a:pt x="1144" y="506"/>
                  <a:pt x="1148" y="521"/>
                </a:cubicBezTo>
                <a:cubicBezTo>
                  <a:pt x="1153" y="536"/>
                  <a:pt x="1161" y="547"/>
                  <a:pt x="1174" y="556"/>
                </a:cubicBezTo>
                <a:cubicBezTo>
                  <a:pt x="1186" y="564"/>
                  <a:pt x="1201" y="569"/>
                  <a:pt x="1220" y="569"/>
                </a:cubicBezTo>
                <a:cubicBezTo>
                  <a:pt x="1241" y="569"/>
                  <a:pt x="1260" y="563"/>
                  <a:pt x="1277" y="552"/>
                </a:cubicBezTo>
                <a:cubicBezTo>
                  <a:pt x="1294" y="540"/>
                  <a:pt x="1306" y="526"/>
                  <a:pt x="1312" y="509"/>
                </a:cubicBezTo>
                <a:cubicBezTo>
                  <a:pt x="1318" y="492"/>
                  <a:pt x="1321" y="450"/>
                  <a:pt x="1321" y="383"/>
                </a:cubicBezTo>
                <a:cubicBezTo>
                  <a:pt x="1321" y="187"/>
                  <a:pt x="1321" y="187"/>
                  <a:pt x="1321" y="187"/>
                </a:cubicBezTo>
                <a:cubicBezTo>
                  <a:pt x="1447" y="187"/>
                  <a:pt x="1447" y="187"/>
                  <a:pt x="1447" y="187"/>
                </a:cubicBezTo>
                <a:cubicBezTo>
                  <a:pt x="1447" y="652"/>
                  <a:pt x="1447" y="652"/>
                  <a:pt x="1447" y="652"/>
                </a:cubicBezTo>
                <a:lnTo>
                  <a:pt x="1330" y="652"/>
                </a:lnTo>
                <a:close/>
                <a:moveTo>
                  <a:pt x="239" y="382"/>
                </a:moveTo>
                <a:lnTo>
                  <a:pt x="239" y="382"/>
                </a:lnTo>
                <a:cubicBezTo>
                  <a:pt x="0" y="10"/>
                  <a:pt x="0" y="10"/>
                  <a:pt x="0" y="10"/>
                </a:cubicBezTo>
                <a:cubicBezTo>
                  <a:pt x="154" y="10"/>
                  <a:pt x="154" y="10"/>
                  <a:pt x="154" y="10"/>
                </a:cubicBezTo>
                <a:cubicBezTo>
                  <a:pt x="308" y="264"/>
                  <a:pt x="308" y="264"/>
                  <a:pt x="308" y="264"/>
                </a:cubicBezTo>
                <a:cubicBezTo>
                  <a:pt x="459" y="10"/>
                  <a:pt x="459" y="10"/>
                  <a:pt x="459" y="10"/>
                </a:cubicBezTo>
                <a:cubicBezTo>
                  <a:pt x="611" y="10"/>
                  <a:pt x="611" y="10"/>
                  <a:pt x="611" y="10"/>
                </a:cubicBezTo>
                <a:cubicBezTo>
                  <a:pt x="371" y="383"/>
                  <a:pt x="371" y="383"/>
                  <a:pt x="371" y="383"/>
                </a:cubicBezTo>
                <a:cubicBezTo>
                  <a:pt x="371" y="652"/>
                  <a:pt x="371" y="652"/>
                  <a:pt x="371" y="652"/>
                </a:cubicBezTo>
                <a:cubicBezTo>
                  <a:pt x="239" y="652"/>
                  <a:pt x="239" y="652"/>
                  <a:pt x="239" y="652"/>
                </a:cubicBezTo>
                <a:lnTo>
                  <a:pt x="239" y="382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  <a:effectLst/>
        </p:spPr>
        <p:txBody>
          <a:bodyPr wrap="none" anchor="ctr"/>
          <a:lstStyle/>
          <a:p>
            <a:pPr rtl="0"/>
            <a:endParaRPr lang="de-DE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2E707E08-8F3D-D2D3-3E4B-92A035584153}"/>
              </a:ext>
            </a:extLst>
          </p:cNvPr>
          <p:cNvCxnSpPr>
            <a:cxnSpLocks/>
          </p:cNvCxnSpPr>
          <p:nvPr userDrawn="1"/>
        </p:nvCxnSpPr>
        <p:spPr>
          <a:xfrm>
            <a:off x="539750" y="657225"/>
            <a:ext cx="3576638" cy="0"/>
          </a:xfrm>
          <a:prstGeom prst="line">
            <a:avLst/>
          </a:prstGeom>
          <a:ln w="63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C700EDED-87F2-6157-B579-BEA5048AFD68}"/>
              </a:ext>
            </a:extLst>
          </p:cNvPr>
          <p:cNvCxnSpPr>
            <a:cxnSpLocks/>
          </p:cNvCxnSpPr>
          <p:nvPr userDrawn="1"/>
        </p:nvCxnSpPr>
        <p:spPr>
          <a:xfrm>
            <a:off x="4303713" y="657225"/>
            <a:ext cx="7348537" cy="0"/>
          </a:xfrm>
          <a:prstGeom prst="line">
            <a:avLst/>
          </a:prstGeom>
          <a:ln w="63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Footer Placeholder 3">
            <a:extLst>
              <a:ext uri="{FF2B5EF4-FFF2-40B4-BE49-F238E27FC236}">
                <a16:creationId xmlns:a16="http://schemas.microsoft.com/office/drawing/2014/main" id="{03EC5253-0CF9-5F85-F8CA-910F01CB42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186488" y="486888"/>
            <a:ext cx="4525962" cy="149730"/>
          </a:xfrm>
        </p:spPr>
        <p:txBody>
          <a:bodyPr/>
          <a:lstStyle>
            <a:lvl1pPr rtl="0">
              <a:defRPr/>
            </a:lvl1pPr>
          </a:lstStyle>
          <a:p>
            <a:r>
              <a:rPr lang="de-DE"/>
              <a:t>Charting Manual</a:t>
            </a:r>
            <a:endParaRPr lang="de-DE" dirty="0"/>
          </a:p>
        </p:txBody>
      </p:sp>
      <p:sp>
        <p:nvSpPr>
          <p:cNvPr id="19" name="Text Placeholder Eyebrow">
            <a:extLst>
              <a:ext uri="{FF2B5EF4-FFF2-40B4-BE49-F238E27FC236}">
                <a16:creationId xmlns:a16="http://schemas.microsoft.com/office/drawing/2014/main" id="{B39231A9-FE75-22F5-1A18-8D6E71B79258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1300163" y="481818"/>
            <a:ext cx="2642400" cy="154800"/>
          </a:xfrm>
        </p:spPr>
        <p:txBody>
          <a:bodyPr/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1"/>
                </a:solidFill>
              </a:defRPr>
            </a:lvl1pPr>
            <a:lvl2pPr marL="180000" indent="0">
              <a:buNone/>
              <a:defRPr sz="900">
                <a:solidFill>
                  <a:schemeClr val="accent1"/>
                </a:solidFill>
              </a:defRPr>
            </a:lvl2pPr>
            <a:lvl3pPr marL="360000" indent="0">
              <a:buNone/>
              <a:defRPr sz="900">
                <a:solidFill>
                  <a:schemeClr val="accent1"/>
                </a:solidFill>
              </a:defRPr>
            </a:lvl3pPr>
            <a:lvl4pPr>
              <a:buNone/>
              <a:defRPr sz="900">
                <a:solidFill>
                  <a:schemeClr val="accent1"/>
                </a:solidFill>
              </a:defRPr>
            </a:lvl4pPr>
            <a:lvl5pPr>
              <a:buNone/>
              <a:defRPr sz="900">
                <a:solidFill>
                  <a:schemeClr val="accent1"/>
                </a:solidFill>
              </a:defRPr>
            </a:lvl5pPr>
          </a:lstStyle>
          <a:p>
            <a:pPr lvl="0"/>
            <a:r>
              <a:rPr lang="de-DE"/>
              <a:t>Click to add Eyebrow text</a:t>
            </a:r>
            <a:endParaRPr lang="de-DE" dirty="0"/>
          </a:p>
        </p:txBody>
      </p:sp>
      <p:sp>
        <p:nvSpPr>
          <p:cNvPr id="20" name="Slide Number Placeholder 4">
            <a:extLst>
              <a:ext uri="{FF2B5EF4-FFF2-40B4-BE49-F238E27FC236}">
                <a16:creationId xmlns:a16="http://schemas.microsoft.com/office/drawing/2014/main" id="{D131E4D2-401D-AF0D-3FEB-31DF19AA16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39750" y="481818"/>
            <a:ext cx="270000" cy="154800"/>
          </a:xfrm>
        </p:spPr>
        <p:txBody>
          <a:bodyPr/>
          <a:lstStyle>
            <a:lvl1pPr algn="l" rtl="0">
              <a:defRPr/>
            </a:lvl1pPr>
          </a:lstStyle>
          <a:p>
            <a:fld id="{23AA811B-2EBD-4900-905E-5BE206449611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1EB0D09A-9E40-1D86-E19D-4777C4890F1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40000" y="907200"/>
            <a:ext cx="11113200" cy="758088"/>
          </a:xfrm>
        </p:spPr>
        <p:txBody>
          <a:bodyPr vert="horz"/>
          <a:lstStyle>
            <a:lvl1pPr rtl="0">
              <a:lnSpc>
                <a:spcPts val="3300"/>
              </a:lnSpc>
              <a:defRPr sz="3200"/>
            </a:lvl1pPr>
          </a:lstStyle>
          <a:p>
            <a:r>
              <a:rPr lang="de-DE"/>
              <a:t>Click to add title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99748506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49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NTENT Three Content">
    <p:bg>
      <p:bgPr>
        <a:solidFill>
          <a:schemeClr val="bg1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hink-cell data - do not delete" hidden="1">
            <a:extLst>
              <a:ext uri="{FF2B5EF4-FFF2-40B4-BE49-F238E27FC236}">
                <a16:creationId xmlns:a16="http://schemas.microsoft.com/office/drawing/2014/main" id="{536CB96E-1294-6FCE-CA3B-1DF2712D5E0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5649240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78" imgH="377" progId="TCLayout.ActiveDocument.1">
                  <p:embed/>
                </p:oleObj>
              </mc:Choice>
              <mc:Fallback>
                <p:oleObj name="think-cell Slide" r:id="rId3" imgW="378" imgH="377" progId="TCLayout.ActiveDocument.1">
                  <p:embed/>
                  <p:pic>
                    <p:nvPicPr>
                      <p:cNvPr id="8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536CB96E-1294-6FCE-CA3B-1DF2712D5E0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Rectangle 5">
            <a:extLst>
              <a:ext uri="{FF2B5EF4-FFF2-40B4-BE49-F238E27FC236}">
                <a16:creationId xmlns:a16="http://schemas.microsoft.com/office/drawing/2014/main" id="{B56C6843-905C-D8CE-AED0-83ABA88F8BF1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alpha val="2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 rtl="0"/>
            <a:endParaRPr lang="de-DE" sz="1400" noProof="0" dirty="0" err="1"/>
          </a:p>
        </p:txBody>
      </p:sp>
      <p:sp>
        <p:nvSpPr>
          <p:cNvPr id="5" name="Date Placeholder 4" hidden="1">
            <a:extLst>
              <a:ext uri="{FF2B5EF4-FFF2-40B4-BE49-F238E27FC236}">
                <a16:creationId xmlns:a16="http://schemas.microsoft.com/office/drawing/2014/main" id="{079DB1F0-FCCC-467F-BFF2-5B26ACFFF655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>
            <a:lvl1pPr rtl="0">
              <a:defRPr/>
            </a:lvl1pPr>
          </a:lstStyle>
          <a:p>
            <a:fld id="{DBF35F9F-A3ED-4C69-9529-B3B310990107}" type="datetime4">
              <a:rPr lang="en-US" smtClean="0"/>
              <a:t>April 23, 2026</a:t>
            </a:fld>
            <a:endParaRPr lang="de-DE" dirty="0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539998" y="1980000"/>
            <a:ext cx="3576389" cy="4338000"/>
          </a:xfrm>
          <a:prstGeom prst="roundRect">
            <a:avLst>
              <a:gd name="adj" fmla="val 3772"/>
            </a:avLst>
          </a:prstGeom>
          <a:solidFill>
            <a:schemeClr val="bg1">
              <a:alpha val="30000"/>
            </a:schemeClr>
          </a:solidFill>
          <a:effectLst>
            <a:outerShdw blurRad="176568" sx="102000" sy="102000" algn="ctr" rotWithShape="0">
              <a:prstClr val="black">
                <a:alpha val="9949"/>
              </a:prstClr>
            </a:outerShdw>
          </a:effectLst>
        </p:spPr>
        <p:txBody>
          <a:bodyPr lIns="251999" tIns="251999" rIns="251999" bIns="251999"/>
          <a:lstStyle>
            <a:lvl1pPr rtl="0">
              <a:defRPr/>
            </a:lvl1pPr>
            <a:lvl2pPr rtl="0">
              <a:defRPr/>
            </a:lvl2pPr>
            <a:lvl3pPr rtl="0">
              <a:defRPr/>
            </a:lvl3pPr>
            <a:lvl4pPr rtl="0">
              <a:defRPr/>
            </a:lvl4pPr>
            <a:lvl5pPr rtl="0">
              <a:defRPr/>
            </a:lvl5pPr>
            <a:lvl6pPr rtl="0">
              <a:defRPr/>
            </a:lvl6pPr>
            <a:lvl7pPr rtl="0">
              <a:defRPr/>
            </a:lvl7pPr>
            <a:lvl8pPr rtl="0">
              <a:defRPr/>
            </a:lvl8pPr>
            <a:lvl9pPr rtl="0">
              <a:defRPr/>
            </a:lvl9pPr>
          </a:lstStyle>
          <a:p>
            <a:pPr lvl="0"/>
            <a:r>
              <a:rPr lang="de-DE" noProof="0"/>
              <a:t>Click to add text                 Enter &amp; TAB for next text level SHIFT+TAB to go back in levels</a:t>
            </a:r>
            <a:endParaRPr lang="de-DE"/>
          </a:p>
          <a:p>
            <a:pPr lvl="1"/>
            <a:r>
              <a:rPr lang="de-DE"/>
              <a:t>Second level</a:t>
            </a:r>
          </a:p>
          <a:p>
            <a:pPr lvl="2"/>
            <a:r>
              <a:rPr lang="de-DE"/>
              <a:t>Third level</a:t>
            </a:r>
          </a:p>
          <a:p>
            <a:pPr lvl="3"/>
            <a:r>
              <a:rPr lang="de-DE"/>
              <a:t>Fourth level</a:t>
            </a:r>
          </a:p>
          <a:p>
            <a:pPr lvl="4"/>
            <a:r>
              <a:rPr lang="de-DE"/>
              <a:t>Fifth level</a:t>
            </a:r>
          </a:p>
          <a:p>
            <a:pPr lvl="5"/>
            <a:r>
              <a:rPr lang="de-DE" noProof="0"/>
              <a:t>6</a:t>
            </a:r>
          </a:p>
          <a:p>
            <a:pPr lvl="6"/>
            <a:r>
              <a:rPr lang="de-DE" noProof="0"/>
              <a:t>7</a:t>
            </a:r>
          </a:p>
          <a:p>
            <a:pPr lvl="7"/>
            <a:r>
              <a:rPr lang="de-DE" noProof="0"/>
              <a:t>8</a:t>
            </a:r>
          </a:p>
          <a:p>
            <a:pPr lvl="8"/>
            <a:r>
              <a:rPr lang="de-DE" noProof="0"/>
              <a:t>9</a:t>
            </a:r>
            <a:endParaRPr lang="de-DE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FD8223C1-D0CC-511D-306A-EC536C068C5A}"/>
              </a:ext>
            </a:extLst>
          </p:cNvPr>
          <p:cNvSpPr>
            <a:spLocks noGrp="1"/>
          </p:cNvSpPr>
          <p:nvPr>
            <p:ph idx="34" hasCustomPrompt="1"/>
          </p:nvPr>
        </p:nvSpPr>
        <p:spPr>
          <a:xfrm>
            <a:off x="4311206" y="1980000"/>
            <a:ext cx="3576389" cy="4338000"/>
          </a:xfrm>
          <a:prstGeom prst="roundRect">
            <a:avLst>
              <a:gd name="adj" fmla="val 3772"/>
            </a:avLst>
          </a:prstGeom>
          <a:solidFill>
            <a:schemeClr val="bg1">
              <a:alpha val="30000"/>
            </a:schemeClr>
          </a:solidFill>
          <a:effectLst>
            <a:outerShdw blurRad="176568" sx="102000" sy="102000" algn="ctr" rotWithShape="0">
              <a:prstClr val="black">
                <a:alpha val="9949"/>
              </a:prstClr>
            </a:outerShdw>
          </a:effectLst>
        </p:spPr>
        <p:txBody>
          <a:bodyPr lIns="251999" tIns="251999" rIns="251999" bIns="251999"/>
          <a:lstStyle>
            <a:lvl1pPr rtl="0">
              <a:defRPr/>
            </a:lvl1pPr>
            <a:lvl2pPr rtl="0">
              <a:defRPr/>
            </a:lvl2pPr>
            <a:lvl3pPr rtl="0">
              <a:defRPr/>
            </a:lvl3pPr>
            <a:lvl4pPr rtl="0">
              <a:defRPr/>
            </a:lvl4pPr>
            <a:lvl5pPr rtl="0">
              <a:defRPr/>
            </a:lvl5pPr>
            <a:lvl6pPr rtl="0">
              <a:defRPr/>
            </a:lvl6pPr>
            <a:lvl7pPr rtl="0">
              <a:defRPr/>
            </a:lvl7pPr>
            <a:lvl8pPr rtl="0">
              <a:defRPr/>
            </a:lvl8pPr>
            <a:lvl9pPr rtl="0">
              <a:defRPr/>
            </a:lvl9pPr>
          </a:lstStyle>
          <a:p>
            <a:pPr lvl="0"/>
            <a:r>
              <a:rPr lang="de-DE" noProof="0"/>
              <a:t>Click to add text                 Enter &amp; TAB for next text level SHIFT+TAB to go back in levels</a:t>
            </a:r>
            <a:endParaRPr lang="de-DE"/>
          </a:p>
          <a:p>
            <a:pPr lvl="1"/>
            <a:r>
              <a:rPr lang="de-DE"/>
              <a:t>Second level</a:t>
            </a:r>
          </a:p>
          <a:p>
            <a:pPr lvl="2"/>
            <a:r>
              <a:rPr lang="de-DE"/>
              <a:t>Third level</a:t>
            </a:r>
          </a:p>
          <a:p>
            <a:pPr lvl="3"/>
            <a:r>
              <a:rPr lang="de-DE"/>
              <a:t>Fourth level</a:t>
            </a:r>
          </a:p>
          <a:p>
            <a:pPr lvl="4"/>
            <a:r>
              <a:rPr lang="de-DE"/>
              <a:t>Fifth level</a:t>
            </a:r>
          </a:p>
          <a:p>
            <a:pPr lvl="5"/>
            <a:r>
              <a:rPr lang="de-DE" noProof="0"/>
              <a:t>6</a:t>
            </a:r>
          </a:p>
          <a:p>
            <a:pPr lvl="6"/>
            <a:r>
              <a:rPr lang="de-DE" noProof="0"/>
              <a:t>7</a:t>
            </a:r>
          </a:p>
          <a:p>
            <a:pPr lvl="7"/>
            <a:r>
              <a:rPr lang="de-DE" noProof="0"/>
              <a:t>8</a:t>
            </a:r>
          </a:p>
          <a:p>
            <a:pPr lvl="8"/>
            <a:r>
              <a:rPr lang="de-DE" noProof="0"/>
              <a:t>9</a:t>
            </a:r>
            <a:endParaRPr lang="de-DE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26C11FB4-713F-ECB5-3A53-64922D6B6302}"/>
              </a:ext>
            </a:extLst>
          </p:cNvPr>
          <p:cNvSpPr>
            <a:spLocks noGrp="1"/>
          </p:cNvSpPr>
          <p:nvPr>
            <p:ph idx="35" hasCustomPrompt="1"/>
          </p:nvPr>
        </p:nvSpPr>
        <p:spPr>
          <a:xfrm>
            <a:off x="8076792" y="1980000"/>
            <a:ext cx="3576389" cy="4338000"/>
          </a:xfrm>
          <a:prstGeom prst="roundRect">
            <a:avLst>
              <a:gd name="adj" fmla="val 3812"/>
            </a:avLst>
          </a:prstGeom>
          <a:solidFill>
            <a:schemeClr val="bg1">
              <a:alpha val="30000"/>
            </a:schemeClr>
          </a:solidFill>
          <a:effectLst>
            <a:outerShdw blurRad="176568" sx="102000" sy="102000" algn="ctr" rotWithShape="0">
              <a:prstClr val="black">
                <a:alpha val="9949"/>
              </a:prstClr>
            </a:outerShdw>
          </a:effectLst>
        </p:spPr>
        <p:txBody>
          <a:bodyPr lIns="251999" tIns="251999" rIns="251999" bIns="251999"/>
          <a:lstStyle>
            <a:lvl1pPr rtl="0">
              <a:defRPr/>
            </a:lvl1pPr>
            <a:lvl2pPr rtl="0">
              <a:defRPr/>
            </a:lvl2pPr>
            <a:lvl3pPr rtl="0">
              <a:defRPr/>
            </a:lvl3pPr>
            <a:lvl4pPr rtl="0">
              <a:defRPr/>
            </a:lvl4pPr>
            <a:lvl5pPr rtl="0">
              <a:defRPr/>
            </a:lvl5pPr>
            <a:lvl6pPr rtl="0">
              <a:defRPr/>
            </a:lvl6pPr>
            <a:lvl7pPr rtl="0">
              <a:defRPr/>
            </a:lvl7pPr>
            <a:lvl8pPr rtl="0">
              <a:defRPr/>
            </a:lvl8pPr>
            <a:lvl9pPr rtl="0">
              <a:defRPr/>
            </a:lvl9pPr>
          </a:lstStyle>
          <a:p>
            <a:pPr lvl="0"/>
            <a:r>
              <a:rPr lang="de-DE" noProof="0"/>
              <a:t>Click to add text                 Enter &amp; TAB for next text level SHIFT+TAB to go back in levels</a:t>
            </a:r>
            <a:endParaRPr lang="de-DE"/>
          </a:p>
          <a:p>
            <a:pPr lvl="1"/>
            <a:r>
              <a:rPr lang="de-DE"/>
              <a:t>Second level</a:t>
            </a:r>
          </a:p>
          <a:p>
            <a:pPr lvl="2"/>
            <a:r>
              <a:rPr lang="de-DE"/>
              <a:t>Third level</a:t>
            </a:r>
          </a:p>
          <a:p>
            <a:pPr lvl="3"/>
            <a:r>
              <a:rPr lang="de-DE"/>
              <a:t>Fourth level</a:t>
            </a:r>
          </a:p>
          <a:p>
            <a:pPr lvl="4"/>
            <a:r>
              <a:rPr lang="de-DE"/>
              <a:t>Fifth level</a:t>
            </a:r>
          </a:p>
          <a:p>
            <a:pPr lvl="5"/>
            <a:r>
              <a:rPr lang="de-DE" noProof="0"/>
              <a:t>6</a:t>
            </a:r>
          </a:p>
          <a:p>
            <a:pPr lvl="6"/>
            <a:r>
              <a:rPr lang="de-DE" noProof="0"/>
              <a:t>7</a:t>
            </a:r>
          </a:p>
          <a:p>
            <a:pPr lvl="7"/>
            <a:r>
              <a:rPr lang="de-DE" noProof="0"/>
              <a:t>8</a:t>
            </a:r>
          </a:p>
          <a:p>
            <a:pPr lvl="8"/>
            <a:r>
              <a:rPr lang="de-DE" noProof="0"/>
              <a:t>9</a:t>
            </a:r>
            <a:endParaRPr lang="de-DE" dirty="0"/>
          </a:p>
        </p:txBody>
      </p:sp>
      <p:sp>
        <p:nvSpPr>
          <p:cNvPr id="12" name="Logo">
            <a:extLst>
              <a:ext uri="{FF2B5EF4-FFF2-40B4-BE49-F238E27FC236}">
                <a16:creationId xmlns:a16="http://schemas.microsoft.com/office/drawing/2014/main" id="{35476EF7-E7B6-6BF5-035B-6500ABED5B4B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1157045" y="491598"/>
            <a:ext cx="493617" cy="102665"/>
          </a:xfrm>
          <a:custGeom>
            <a:avLst/>
            <a:gdLst>
              <a:gd name="T0" fmla="*/ 3133 w 3201"/>
              <a:gd name="T1" fmla="*/ 97 h 664"/>
              <a:gd name="T2" fmla="*/ 3148 w 3201"/>
              <a:gd name="T3" fmla="*/ 81 h 664"/>
              <a:gd name="T4" fmla="*/ 3120 w 3201"/>
              <a:gd name="T5" fmla="*/ 77 h 664"/>
              <a:gd name="T6" fmla="*/ 3109 w 3201"/>
              <a:gd name="T7" fmla="*/ 135 h 664"/>
              <a:gd name="T8" fmla="*/ 3150 w 3201"/>
              <a:gd name="T9" fmla="*/ 69 h 664"/>
              <a:gd name="T10" fmla="*/ 3156 w 3201"/>
              <a:gd name="T11" fmla="*/ 99 h 664"/>
              <a:gd name="T12" fmla="*/ 3158 w 3201"/>
              <a:gd name="T13" fmla="*/ 122 h 664"/>
              <a:gd name="T14" fmla="*/ 3147 w 3201"/>
              <a:gd name="T15" fmla="*/ 124 h 664"/>
              <a:gd name="T16" fmla="*/ 3120 w 3201"/>
              <a:gd name="T17" fmla="*/ 106 h 664"/>
              <a:gd name="T18" fmla="*/ 2276 w 3201"/>
              <a:gd name="T19" fmla="*/ 420 h 664"/>
              <a:gd name="T20" fmla="*/ 2391 w 3201"/>
              <a:gd name="T21" fmla="*/ 562 h 664"/>
              <a:gd name="T22" fmla="*/ 2473 w 3201"/>
              <a:gd name="T23" fmla="*/ 314 h 664"/>
              <a:gd name="T24" fmla="*/ 2276 w 3201"/>
              <a:gd name="T25" fmla="*/ 420 h 664"/>
              <a:gd name="T26" fmla="*/ 2178 w 3201"/>
              <a:gd name="T27" fmla="*/ 294 h 664"/>
              <a:gd name="T28" fmla="*/ 2567 w 3201"/>
              <a:gd name="T29" fmla="*/ 245 h 664"/>
              <a:gd name="T30" fmla="*/ 2392 w 3201"/>
              <a:gd name="T31" fmla="*/ 662 h 664"/>
              <a:gd name="T32" fmla="*/ 2147 w 3201"/>
              <a:gd name="T33" fmla="*/ 413 h 664"/>
              <a:gd name="T34" fmla="*/ 649 w 3201"/>
              <a:gd name="T35" fmla="*/ 526 h 664"/>
              <a:gd name="T36" fmla="*/ 847 w 3201"/>
              <a:gd name="T37" fmla="*/ 419 h 664"/>
              <a:gd name="T38" fmla="*/ 649 w 3201"/>
              <a:gd name="T39" fmla="*/ 314 h 664"/>
              <a:gd name="T40" fmla="*/ 488 w 3201"/>
              <a:gd name="T41" fmla="*/ 413 h 664"/>
              <a:gd name="T42" fmla="*/ 731 w 3201"/>
              <a:gd name="T43" fmla="*/ 177 h 664"/>
              <a:gd name="T44" fmla="*/ 906 w 3201"/>
              <a:gd name="T45" fmla="*/ 593 h 664"/>
              <a:gd name="T46" fmla="*/ 518 w 3201"/>
              <a:gd name="T47" fmla="*/ 549 h 664"/>
              <a:gd name="T48" fmla="*/ 3137 w 3201"/>
              <a:gd name="T49" fmla="*/ 48 h 664"/>
              <a:gd name="T50" fmla="*/ 3084 w 3201"/>
              <a:gd name="T51" fmla="*/ 100 h 664"/>
              <a:gd name="T52" fmla="*/ 3137 w 3201"/>
              <a:gd name="T53" fmla="*/ 152 h 664"/>
              <a:gd name="T54" fmla="*/ 3190 w 3201"/>
              <a:gd name="T55" fmla="*/ 100 h 664"/>
              <a:gd name="T56" fmla="*/ 3137 w 3201"/>
              <a:gd name="T57" fmla="*/ 48 h 664"/>
              <a:gd name="T58" fmla="*/ 3168 w 3201"/>
              <a:gd name="T59" fmla="*/ 46 h 664"/>
              <a:gd name="T60" fmla="*/ 3192 w 3201"/>
              <a:gd name="T61" fmla="*/ 131 h 664"/>
              <a:gd name="T62" fmla="*/ 3105 w 3201"/>
              <a:gd name="T63" fmla="*/ 154 h 664"/>
              <a:gd name="T64" fmla="*/ 3082 w 3201"/>
              <a:gd name="T65" fmla="*/ 69 h 664"/>
              <a:gd name="T66" fmla="*/ 2809 w 3201"/>
              <a:gd name="T67" fmla="*/ 652 h 664"/>
              <a:gd name="T68" fmla="*/ 2749 w 3201"/>
              <a:gd name="T69" fmla="*/ 187 h 664"/>
              <a:gd name="T70" fmla="*/ 2877 w 3201"/>
              <a:gd name="T71" fmla="*/ 464 h 664"/>
              <a:gd name="T72" fmla="*/ 3109 w 3201"/>
              <a:gd name="T73" fmla="*/ 187 h 664"/>
              <a:gd name="T74" fmla="*/ 1826 w 3201"/>
              <a:gd name="T75" fmla="*/ 416 h 664"/>
              <a:gd name="T76" fmla="*/ 2110 w 3201"/>
              <a:gd name="T77" fmla="*/ 308 h 664"/>
              <a:gd name="T78" fmla="*/ 1831 w 3201"/>
              <a:gd name="T79" fmla="*/ 663 h 664"/>
              <a:gd name="T80" fmla="*/ 1500 w 3201"/>
              <a:gd name="T81" fmla="*/ 329 h 664"/>
              <a:gd name="T82" fmla="*/ 1824 w 3201"/>
              <a:gd name="T83" fmla="*/ 0 h 664"/>
              <a:gd name="T84" fmla="*/ 1971 w 3201"/>
              <a:gd name="T85" fmla="*/ 212 h 664"/>
              <a:gd name="T86" fmla="*/ 1686 w 3201"/>
              <a:gd name="T87" fmla="*/ 164 h 664"/>
              <a:gd name="T88" fmla="*/ 1822 w 3201"/>
              <a:gd name="T89" fmla="*/ 552 h 664"/>
              <a:gd name="T90" fmla="*/ 1977 w 3201"/>
              <a:gd name="T91" fmla="*/ 416 h 664"/>
              <a:gd name="T92" fmla="*/ 1330 w 3201"/>
              <a:gd name="T93" fmla="*/ 652 h 664"/>
              <a:gd name="T94" fmla="*/ 1174 w 3201"/>
              <a:gd name="T95" fmla="*/ 662 h 664"/>
              <a:gd name="T96" fmla="*/ 1016 w 3201"/>
              <a:gd name="T97" fmla="*/ 481 h 664"/>
              <a:gd name="T98" fmla="*/ 1141 w 3201"/>
              <a:gd name="T99" fmla="*/ 401 h 664"/>
              <a:gd name="T100" fmla="*/ 1220 w 3201"/>
              <a:gd name="T101" fmla="*/ 569 h 664"/>
              <a:gd name="T102" fmla="*/ 1321 w 3201"/>
              <a:gd name="T103" fmla="*/ 383 h 664"/>
              <a:gd name="T104" fmla="*/ 1447 w 3201"/>
              <a:gd name="T105" fmla="*/ 652 h 664"/>
              <a:gd name="T106" fmla="*/ 239 w 3201"/>
              <a:gd name="T107" fmla="*/ 382 h 664"/>
              <a:gd name="T108" fmla="*/ 308 w 3201"/>
              <a:gd name="T109" fmla="*/ 264 h 664"/>
              <a:gd name="T110" fmla="*/ 371 w 3201"/>
              <a:gd name="T111" fmla="*/ 383 h 664"/>
              <a:gd name="T112" fmla="*/ 239 w 3201"/>
              <a:gd name="T113" fmla="*/ 382 h 66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</a:cxnLst>
            <a:rect l="0" t="0" r="r" b="b"/>
            <a:pathLst>
              <a:path w="3201" h="664">
                <a:moveTo>
                  <a:pt x="3120" y="97"/>
                </a:moveTo>
                <a:lnTo>
                  <a:pt x="3120" y="97"/>
                </a:lnTo>
                <a:cubicBezTo>
                  <a:pt x="3133" y="97"/>
                  <a:pt x="3133" y="97"/>
                  <a:pt x="3133" y="97"/>
                </a:cubicBezTo>
                <a:cubicBezTo>
                  <a:pt x="3140" y="97"/>
                  <a:pt x="3144" y="96"/>
                  <a:pt x="3146" y="94"/>
                </a:cubicBezTo>
                <a:cubicBezTo>
                  <a:pt x="3149" y="92"/>
                  <a:pt x="3150" y="90"/>
                  <a:pt x="3150" y="87"/>
                </a:cubicBezTo>
                <a:cubicBezTo>
                  <a:pt x="3150" y="85"/>
                  <a:pt x="3149" y="83"/>
                  <a:pt x="3148" y="81"/>
                </a:cubicBezTo>
                <a:cubicBezTo>
                  <a:pt x="3147" y="80"/>
                  <a:pt x="3145" y="79"/>
                  <a:pt x="3143" y="78"/>
                </a:cubicBezTo>
                <a:cubicBezTo>
                  <a:pt x="3141" y="77"/>
                  <a:pt x="3138" y="77"/>
                  <a:pt x="3132" y="77"/>
                </a:cubicBezTo>
                <a:cubicBezTo>
                  <a:pt x="3120" y="77"/>
                  <a:pt x="3120" y="77"/>
                  <a:pt x="3120" y="77"/>
                </a:cubicBezTo>
                <a:lnTo>
                  <a:pt x="3120" y="97"/>
                </a:lnTo>
                <a:close/>
                <a:moveTo>
                  <a:pt x="3109" y="135"/>
                </a:moveTo>
                <a:lnTo>
                  <a:pt x="3109" y="135"/>
                </a:lnTo>
                <a:cubicBezTo>
                  <a:pt x="3109" y="68"/>
                  <a:pt x="3109" y="68"/>
                  <a:pt x="3109" y="68"/>
                </a:cubicBezTo>
                <a:cubicBezTo>
                  <a:pt x="3132" y="68"/>
                  <a:pt x="3132" y="68"/>
                  <a:pt x="3132" y="68"/>
                </a:cubicBezTo>
                <a:cubicBezTo>
                  <a:pt x="3140" y="68"/>
                  <a:pt x="3146" y="68"/>
                  <a:pt x="3150" y="69"/>
                </a:cubicBezTo>
                <a:cubicBezTo>
                  <a:pt x="3153" y="71"/>
                  <a:pt x="3156" y="73"/>
                  <a:pt x="3158" y="76"/>
                </a:cubicBezTo>
                <a:cubicBezTo>
                  <a:pt x="3160" y="79"/>
                  <a:pt x="3161" y="82"/>
                  <a:pt x="3161" y="86"/>
                </a:cubicBezTo>
                <a:cubicBezTo>
                  <a:pt x="3161" y="91"/>
                  <a:pt x="3160" y="95"/>
                  <a:pt x="3156" y="99"/>
                </a:cubicBezTo>
                <a:cubicBezTo>
                  <a:pt x="3153" y="102"/>
                  <a:pt x="3148" y="104"/>
                  <a:pt x="3142" y="105"/>
                </a:cubicBezTo>
                <a:cubicBezTo>
                  <a:pt x="3144" y="106"/>
                  <a:pt x="3146" y="107"/>
                  <a:pt x="3148" y="108"/>
                </a:cubicBezTo>
                <a:cubicBezTo>
                  <a:pt x="3150" y="111"/>
                  <a:pt x="3154" y="115"/>
                  <a:pt x="3158" y="122"/>
                </a:cubicBezTo>
                <a:cubicBezTo>
                  <a:pt x="3166" y="135"/>
                  <a:pt x="3166" y="135"/>
                  <a:pt x="3166" y="135"/>
                </a:cubicBezTo>
                <a:cubicBezTo>
                  <a:pt x="3153" y="135"/>
                  <a:pt x="3153" y="135"/>
                  <a:pt x="3153" y="135"/>
                </a:cubicBezTo>
                <a:cubicBezTo>
                  <a:pt x="3147" y="124"/>
                  <a:pt x="3147" y="124"/>
                  <a:pt x="3147" y="124"/>
                </a:cubicBezTo>
                <a:cubicBezTo>
                  <a:pt x="3142" y="116"/>
                  <a:pt x="3138" y="111"/>
                  <a:pt x="3135" y="109"/>
                </a:cubicBezTo>
                <a:cubicBezTo>
                  <a:pt x="3133" y="107"/>
                  <a:pt x="3130" y="106"/>
                  <a:pt x="3126" y="106"/>
                </a:cubicBezTo>
                <a:cubicBezTo>
                  <a:pt x="3120" y="106"/>
                  <a:pt x="3120" y="106"/>
                  <a:pt x="3120" y="106"/>
                </a:cubicBezTo>
                <a:cubicBezTo>
                  <a:pt x="3120" y="135"/>
                  <a:pt x="3120" y="135"/>
                  <a:pt x="3120" y="135"/>
                </a:cubicBezTo>
                <a:lnTo>
                  <a:pt x="3109" y="135"/>
                </a:lnTo>
                <a:close/>
                <a:moveTo>
                  <a:pt x="2276" y="420"/>
                </a:moveTo>
                <a:lnTo>
                  <a:pt x="2276" y="420"/>
                </a:lnTo>
                <a:cubicBezTo>
                  <a:pt x="2276" y="466"/>
                  <a:pt x="2287" y="501"/>
                  <a:pt x="2309" y="526"/>
                </a:cubicBezTo>
                <a:cubicBezTo>
                  <a:pt x="2331" y="550"/>
                  <a:pt x="2359" y="562"/>
                  <a:pt x="2391" y="562"/>
                </a:cubicBezTo>
                <a:cubicBezTo>
                  <a:pt x="2424" y="562"/>
                  <a:pt x="2451" y="550"/>
                  <a:pt x="2473" y="526"/>
                </a:cubicBezTo>
                <a:cubicBezTo>
                  <a:pt x="2495" y="501"/>
                  <a:pt x="2507" y="465"/>
                  <a:pt x="2507" y="419"/>
                </a:cubicBezTo>
                <a:cubicBezTo>
                  <a:pt x="2507" y="373"/>
                  <a:pt x="2495" y="338"/>
                  <a:pt x="2473" y="314"/>
                </a:cubicBezTo>
                <a:cubicBezTo>
                  <a:pt x="2451" y="289"/>
                  <a:pt x="2424" y="277"/>
                  <a:pt x="2391" y="277"/>
                </a:cubicBezTo>
                <a:cubicBezTo>
                  <a:pt x="2359" y="277"/>
                  <a:pt x="2331" y="289"/>
                  <a:pt x="2309" y="314"/>
                </a:cubicBezTo>
                <a:cubicBezTo>
                  <a:pt x="2287" y="338"/>
                  <a:pt x="2276" y="374"/>
                  <a:pt x="2276" y="420"/>
                </a:cubicBezTo>
                <a:close/>
                <a:moveTo>
                  <a:pt x="2147" y="413"/>
                </a:moveTo>
                <a:lnTo>
                  <a:pt x="2147" y="413"/>
                </a:lnTo>
                <a:cubicBezTo>
                  <a:pt x="2147" y="372"/>
                  <a:pt x="2157" y="333"/>
                  <a:pt x="2178" y="294"/>
                </a:cubicBezTo>
                <a:cubicBezTo>
                  <a:pt x="2198" y="256"/>
                  <a:pt x="2228" y="227"/>
                  <a:pt x="2265" y="207"/>
                </a:cubicBezTo>
                <a:cubicBezTo>
                  <a:pt x="2302" y="187"/>
                  <a:pt x="2344" y="177"/>
                  <a:pt x="2391" y="177"/>
                </a:cubicBezTo>
                <a:cubicBezTo>
                  <a:pt x="2462" y="177"/>
                  <a:pt x="2521" y="200"/>
                  <a:pt x="2567" y="245"/>
                </a:cubicBezTo>
                <a:cubicBezTo>
                  <a:pt x="2613" y="291"/>
                  <a:pt x="2635" y="349"/>
                  <a:pt x="2635" y="418"/>
                </a:cubicBezTo>
                <a:cubicBezTo>
                  <a:pt x="2635" y="489"/>
                  <a:pt x="2612" y="547"/>
                  <a:pt x="2566" y="593"/>
                </a:cubicBezTo>
                <a:cubicBezTo>
                  <a:pt x="2520" y="639"/>
                  <a:pt x="2462" y="662"/>
                  <a:pt x="2392" y="662"/>
                </a:cubicBezTo>
                <a:cubicBezTo>
                  <a:pt x="2348" y="662"/>
                  <a:pt x="2307" y="653"/>
                  <a:pt x="2268" y="634"/>
                </a:cubicBezTo>
                <a:cubicBezTo>
                  <a:pt x="2228" y="614"/>
                  <a:pt x="2198" y="586"/>
                  <a:pt x="2178" y="549"/>
                </a:cubicBezTo>
                <a:cubicBezTo>
                  <a:pt x="2157" y="512"/>
                  <a:pt x="2147" y="466"/>
                  <a:pt x="2147" y="413"/>
                </a:cubicBezTo>
                <a:close/>
                <a:moveTo>
                  <a:pt x="616" y="420"/>
                </a:moveTo>
                <a:lnTo>
                  <a:pt x="616" y="420"/>
                </a:lnTo>
                <a:cubicBezTo>
                  <a:pt x="616" y="466"/>
                  <a:pt x="627" y="501"/>
                  <a:pt x="649" y="526"/>
                </a:cubicBezTo>
                <a:cubicBezTo>
                  <a:pt x="671" y="550"/>
                  <a:pt x="699" y="562"/>
                  <a:pt x="732" y="562"/>
                </a:cubicBezTo>
                <a:cubicBezTo>
                  <a:pt x="764" y="562"/>
                  <a:pt x="792" y="550"/>
                  <a:pt x="814" y="526"/>
                </a:cubicBezTo>
                <a:cubicBezTo>
                  <a:pt x="836" y="501"/>
                  <a:pt x="847" y="465"/>
                  <a:pt x="847" y="419"/>
                </a:cubicBezTo>
                <a:cubicBezTo>
                  <a:pt x="847" y="373"/>
                  <a:pt x="836" y="338"/>
                  <a:pt x="814" y="314"/>
                </a:cubicBezTo>
                <a:cubicBezTo>
                  <a:pt x="792" y="289"/>
                  <a:pt x="764" y="277"/>
                  <a:pt x="732" y="277"/>
                </a:cubicBezTo>
                <a:cubicBezTo>
                  <a:pt x="699" y="277"/>
                  <a:pt x="671" y="289"/>
                  <a:pt x="649" y="314"/>
                </a:cubicBezTo>
                <a:cubicBezTo>
                  <a:pt x="627" y="338"/>
                  <a:pt x="616" y="374"/>
                  <a:pt x="616" y="420"/>
                </a:cubicBezTo>
                <a:close/>
                <a:moveTo>
                  <a:pt x="488" y="413"/>
                </a:moveTo>
                <a:lnTo>
                  <a:pt x="488" y="413"/>
                </a:lnTo>
                <a:cubicBezTo>
                  <a:pt x="488" y="372"/>
                  <a:pt x="498" y="333"/>
                  <a:pt x="518" y="294"/>
                </a:cubicBezTo>
                <a:cubicBezTo>
                  <a:pt x="539" y="256"/>
                  <a:pt x="568" y="227"/>
                  <a:pt x="605" y="207"/>
                </a:cubicBezTo>
                <a:cubicBezTo>
                  <a:pt x="643" y="187"/>
                  <a:pt x="685" y="177"/>
                  <a:pt x="731" y="177"/>
                </a:cubicBezTo>
                <a:cubicBezTo>
                  <a:pt x="803" y="177"/>
                  <a:pt x="861" y="200"/>
                  <a:pt x="907" y="245"/>
                </a:cubicBezTo>
                <a:cubicBezTo>
                  <a:pt x="953" y="291"/>
                  <a:pt x="976" y="349"/>
                  <a:pt x="976" y="418"/>
                </a:cubicBezTo>
                <a:cubicBezTo>
                  <a:pt x="976" y="489"/>
                  <a:pt x="953" y="547"/>
                  <a:pt x="906" y="593"/>
                </a:cubicBezTo>
                <a:cubicBezTo>
                  <a:pt x="860" y="639"/>
                  <a:pt x="802" y="662"/>
                  <a:pt x="732" y="662"/>
                </a:cubicBezTo>
                <a:cubicBezTo>
                  <a:pt x="689" y="662"/>
                  <a:pt x="647" y="653"/>
                  <a:pt x="608" y="634"/>
                </a:cubicBezTo>
                <a:cubicBezTo>
                  <a:pt x="569" y="614"/>
                  <a:pt x="539" y="586"/>
                  <a:pt x="518" y="549"/>
                </a:cubicBezTo>
                <a:cubicBezTo>
                  <a:pt x="498" y="512"/>
                  <a:pt x="488" y="466"/>
                  <a:pt x="488" y="413"/>
                </a:cubicBezTo>
                <a:close/>
                <a:moveTo>
                  <a:pt x="3137" y="48"/>
                </a:moveTo>
                <a:lnTo>
                  <a:pt x="3137" y="48"/>
                </a:lnTo>
                <a:cubicBezTo>
                  <a:pt x="3128" y="48"/>
                  <a:pt x="3119" y="51"/>
                  <a:pt x="3111" y="55"/>
                </a:cubicBezTo>
                <a:cubicBezTo>
                  <a:pt x="3102" y="60"/>
                  <a:pt x="3096" y="66"/>
                  <a:pt x="3091" y="74"/>
                </a:cubicBezTo>
                <a:cubicBezTo>
                  <a:pt x="3086" y="83"/>
                  <a:pt x="3084" y="91"/>
                  <a:pt x="3084" y="100"/>
                </a:cubicBezTo>
                <a:cubicBezTo>
                  <a:pt x="3084" y="109"/>
                  <a:pt x="3086" y="118"/>
                  <a:pt x="3091" y="126"/>
                </a:cubicBezTo>
                <a:cubicBezTo>
                  <a:pt x="3095" y="134"/>
                  <a:pt x="3102" y="141"/>
                  <a:pt x="3110" y="145"/>
                </a:cubicBezTo>
                <a:cubicBezTo>
                  <a:pt x="3119" y="150"/>
                  <a:pt x="3128" y="152"/>
                  <a:pt x="3137" y="152"/>
                </a:cubicBezTo>
                <a:cubicBezTo>
                  <a:pt x="3146" y="152"/>
                  <a:pt x="3155" y="150"/>
                  <a:pt x="3163" y="145"/>
                </a:cubicBezTo>
                <a:cubicBezTo>
                  <a:pt x="3171" y="141"/>
                  <a:pt x="3178" y="134"/>
                  <a:pt x="3182" y="126"/>
                </a:cubicBezTo>
                <a:cubicBezTo>
                  <a:pt x="3187" y="118"/>
                  <a:pt x="3190" y="109"/>
                  <a:pt x="3190" y="100"/>
                </a:cubicBezTo>
                <a:cubicBezTo>
                  <a:pt x="3190" y="91"/>
                  <a:pt x="3187" y="83"/>
                  <a:pt x="3182" y="74"/>
                </a:cubicBezTo>
                <a:cubicBezTo>
                  <a:pt x="3178" y="66"/>
                  <a:pt x="3171" y="60"/>
                  <a:pt x="3163" y="55"/>
                </a:cubicBezTo>
                <a:cubicBezTo>
                  <a:pt x="3154" y="51"/>
                  <a:pt x="3145" y="48"/>
                  <a:pt x="3137" y="48"/>
                </a:cubicBezTo>
                <a:close/>
                <a:moveTo>
                  <a:pt x="3137" y="38"/>
                </a:moveTo>
                <a:lnTo>
                  <a:pt x="3137" y="38"/>
                </a:lnTo>
                <a:cubicBezTo>
                  <a:pt x="3147" y="38"/>
                  <a:pt x="3158" y="41"/>
                  <a:pt x="3168" y="46"/>
                </a:cubicBezTo>
                <a:cubicBezTo>
                  <a:pt x="3178" y="51"/>
                  <a:pt x="3186" y="59"/>
                  <a:pt x="3191" y="69"/>
                </a:cubicBezTo>
                <a:cubicBezTo>
                  <a:pt x="3197" y="79"/>
                  <a:pt x="3200" y="89"/>
                  <a:pt x="3200" y="100"/>
                </a:cubicBezTo>
                <a:cubicBezTo>
                  <a:pt x="3200" y="111"/>
                  <a:pt x="3197" y="121"/>
                  <a:pt x="3192" y="131"/>
                </a:cubicBezTo>
                <a:cubicBezTo>
                  <a:pt x="3186" y="141"/>
                  <a:pt x="3178" y="149"/>
                  <a:pt x="3168" y="154"/>
                </a:cubicBezTo>
                <a:cubicBezTo>
                  <a:pt x="3158" y="160"/>
                  <a:pt x="3148" y="162"/>
                  <a:pt x="3137" y="162"/>
                </a:cubicBezTo>
                <a:cubicBezTo>
                  <a:pt x="3126" y="162"/>
                  <a:pt x="3115" y="160"/>
                  <a:pt x="3105" y="154"/>
                </a:cubicBezTo>
                <a:cubicBezTo>
                  <a:pt x="3095" y="149"/>
                  <a:pt x="3087" y="141"/>
                  <a:pt x="3082" y="131"/>
                </a:cubicBezTo>
                <a:cubicBezTo>
                  <a:pt x="3076" y="121"/>
                  <a:pt x="3073" y="111"/>
                  <a:pt x="3073" y="100"/>
                </a:cubicBezTo>
                <a:cubicBezTo>
                  <a:pt x="3073" y="89"/>
                  <a:pt x="3076" y="79"/>
                  <a:pt x="3082" y="69"/>
                </a:cubicBezTo>
                <a:cubicBezTo>
                  <a:pt x="3087" y="59"/>
                  <a:pt x="3095" y="51"/>
                  <a:pt x="3106" y="46"/>
                </a:cubicBezTo>
                <a:cubicBezTo>
                  <a:pt x="3116" y="41"/>
                  <a:pt x="3126" y="38"/>
                  <a:pt x="3137" y="38"/>
                </a:cubicBezTo>
                <a:close/>
                <a:moveTo>
                  <a:pt x="2809" y="652"/>
                </a:moveTo>
                <a:lnTo>
                  <a:pt x="2809" y="652"/>
                </a:lnTo>
                <a:cubicBezTo>
                  <a:pt x="2618" y="187"/>
                  <a:pt x="2618" y="187"/>
                  <a:pt x="2618" y="187"/>
                </a:cubicBezTo>
                <a:cubicBezTo>
                  <a:pt x="2749" y="187"/>
                  <a:pt x="2749" y="187"/>
                  <a:pt x="2749" y="187"/>
                </a:cubicBezTo>
                <a:cubicBezTo>
                  <a:pt x="2839" y="425"/>
                  <a:pt x="2839" y="425"/>
                  <a:pt x="2839" y="425"/>
                </a:cubicBezTo>
                <a:cubicBezTo>
                  <a:pt x="2864" y="504"/>
                  <a:pt x="2864" y="504"/>
                  <a:pt x="2864" y="504"/>
                </a:cubicBezTo>
                <a:cubicBezTo>
                  <a:pt x="2871" y="483"/>
                  <a:pt x="2875" y="470"/>
                  <a:pt x="2877" y="464"/>
                </a:cubicBezTo>
                <a:cubicBezTo>
                  <a:pt x="2881" y="451"/>
                  <a:pt x="2886" y="438"/>
                  <a:pt x="2891" y="425"/>
                </a:cubicBezTo>
                <a:cubicBezTo>
                  <a:pt x="2981" y="187"/>
                  <a:pt x="2981" y="187"/>
                  <a:pt x="2981" y="187"/>
                </a:cubicBezTo>
                <a:cubicBezTo>
                  <a:pt x="3109" y="187"/>
                  <a:pt x="3109" y="187"/>
                  <a:pt x="3109" y="187"/>
                </a:cubicBezTo>
                <a:cubicBezTo>
                  <a:pt x="2921" y="652"/>
                  <a:pt x="2921" y="652"/>
                  <a:pt x="2921" y="652"/>
                </a:cubicBezTo>
                <a:lnTo>
                  <a:pt x="2809" y="652"/>
                </a:lnTo>
                <a:close/>
                <a:moveTo>
                  <a:pt x="1826" y="416"/>
                </a:moveTo>
                <a:lnTo>
                  <a:pt x="1826" y="416"/>
                </a:lnTo>
                <a:cubicBezTo>
                  <a:pt x="1826" y="308"/>
                  <a:pt x="1826" y="308"/>
                  <a:pt x="1826" y="308"/>
                </a:cubicBezTo>
                <a:cubicBezTo>
                  <a:pt x="2110" y="308"/>
                  <a:pt x="2110" y="308"/>
                  <a:pt x="2110" y="308"/>
                </a:cubicBezTo>
                <a:cubicBezTo>
                  <a:pt x="2110" y="563"/>
                  <a:pt x="2110" y="563"/>
                  <a:pt x="2110" y="563"/>
                </a:cubicBezTo>
                <a:cubicBezTo>
                  <a:pt x="2083" y="590"/>
                  <a:pt x="2043" y="613"/>
                  <a:pt x="1990" y="633"/>
                </a:cubicBezTo>
                <a:cubicBezTo>
                  <a:pt x="1938" y="653"/>
                  <a:pt x="1885" y="663"/>
                  <a:pt x="1831" y="663"/>
                </a:cubicBezTo>
                <a:cubicBezTo>
                  <a:pt x="1763" y="663"/>
                  <a:pt x="1703" y="649"/>
                  <a:pt x="1652" y="621"/>
                </a:cubicBezTo>
                <a:cubicBezTo>
                  <a:pt x="1602" y="593"/>
                  <a:pt x="1563" y="552"/>
                  <a:pt x="1538" y="500"/>
                </a:cubicBezTo>
                <a:cubicBezTo>
                  <a:pt x="1512" y="448"/>
                  <a:pt x="1500" y="391"/>
                  <a:pt x="1500" y="329"/>
                </a:cubicBezTo>
                <a:cubicBezTo>
                  <a:pt x="1500" y="262"/>
                  <a:pt x="1514" y="203"/>
                  <a:pt x="1542" y="151"/>
                </a:cubicBezTo>
                <a:cubicBezTo>
                  <a:pt x="1571" y="99"/>
                  <a:pt x="1613" y="59"/>
                  <a:pt x="1668" y="32"/>
                </a:cubicBezTo>
                <a:cubicBezTo>
                  <a:pt x="1709" y="10"/>
                  <a:pt x="1762" y="0"/>
                  <a:pt x="1824" y="0"/>
                </a:cubicBezTo>
                <a:cubicBezTo>
                  <a:pt x="1905" y="0"/>
                  <a:pt x="1968" y="16"/>
                  <a:pt x="2014" y="50"/>
                </a:cubicBezTo>
                <a:cubicBezTo>
                  <a:pt x="2059" y="83"/>
                  <a:pt x="2089" y="129"/>
                  <a:pt x="2102" y="188"/>
                </a:cubicBezTo>
                <a:cubicBezTo>
                  <a:pt x="1971" y="212"/>
                  <a:pt x="1971" y="212"/>
                  <a:pt x="1971" y="212"/>
                </a:cubicBezTo>
                <a:cubicBezTo>
                  <a:pt x="1961" y="181"/>
                  <a:pt x="1944" y="156"/>
                  <a:pt x="1919" y="138"/>
                </a:cubicBezTo>
                <a:cubicBezTo>
                  <a:pt x="1894" y="119"/>
                  <a:pt x="1862" y="110"/>
                  <a:pt x="1824" y="110"/>
                </a:cubicBezTo>
                <a:cubicBezTo>
                  <a:pt x="1766" y="110"/>
                  <a:pt x="1720" y="128"/>
                  <a:pt x="1686" y="164"/>
                </a:cubicBezTo>
                <a:cubicBezTo>
                  <a:pt x="1652" y="200"/>
                  <a:pt x="1635" y="253"/>
                  <a:pt x="1635" y="324"/>
                </a:cubicBezTo>
                <a:cubicBezTo>
                  <a:pt x="1635" y="400"/>
                  <a:pt x="1653" y="457"/>
                  <a:pt x="1687" y="495"/>
                </a:cubicBezTo>
                <a:cubicBezTo>
                  <a:pt x="1722" y="533"/>
                  <a:pt x="1767" y="552"/>
                  <a:pt x="1822" y="552"/>
                </a:cubicBezTo>
                <a:cubicBezTo>
                  <a:pt x="1850" y="552"/>
                  <a:pt x="1878" y="547"/>
                  <a:pt x="1906" y="536"/>
                </a:cubicBezTo>
                <a:cubicBezTo>
                  <a:pt x="1933" y="526"/>
                  <a:pt x="1957" y="513"/>
                  <a:pt x="1977" y="497"/>
                </a:cubicBezTo>
                <a:cubicBezTo>
                  <a:pt x="1977" y="416"/>
                  <a:pt x="1977" y="416"/>
                  <a:pt x="1977" y="416"/>
                </a:cubicBezTo>
                <a:lnTo>
                  <a:pt x="1826" y="416"/>
                </a:lnTo>
                <a:close/>
                <a:moveTo>
                  <a:pt x="1330" y="652"/>
                </a:moveTo>
                <a:lnTo>
                  <a:pt x="1330" y="652"/>
                </a:lnTo>
                <a:cubicBezTo>
                  <a:pt x="1330" y="583"/>
                  <a:pt x="1330" y="583"/>
                  <a:pt x="1330" y="583"/>
                </a:cubicBezTo>
                <a:cubicBezTo>
                  <a:pt x="1313" y="607"/>
                  <a:pt x="1290" y="627"/>
                  <a:pt x="1262" y="641"/>
                </a:cubicBezTo>
                <a:cubicBezTo>
                  <a:pt x="1234" y="655"/>
                  <a:pt x="1205" y="662"/>
                  <a:pt x="1174" y="662"/>
                </a:cubicBezTo>
                <a:cubicBezTo>
                  <a:pt x="1142" y="662"/>
                  <a:pt x="1113" y="656"/>
                  <a:pt x="1088" y="642"/>
                </a:cubicBezTo>
                <a:cubicBezTo>
                  <a:pt x="1063" y="628"/>
                  <a:pt x="1045" y="609"/>
                  <a:pt x="1033" y="584"/>
                </a:cubicBezTo>
                <a:cubicBezTo>
                  <a:pt x="1022" y="559"/>
                  <a:pt x="1016" y="525"/>
                  <a:pt x="1016" y="481"/>
                </a:cubicBezTo>
                <a:cubicBezTo>
                  <a:pt x="1016" y="187"/>
                  <a:pt x="1016" y="187"/>
                  <a:pt x="1016" y="187"/>
                </a:cubicBezTo>
                <a:cubicBezTo>
                  <a:pt x="1141" y="187"/>
                  <a:pt x="1141" y="187"/>
                  <a:pt x="1141" y="187"/>
                </a:cubicBezTo>
                <a:cubicBezTo>
                  <a:pt x="1141" y="401"/>
                  <a:pt x="1141" y="401"/>
                  <a:pt x="1141" y="401"/>
                </a:cubicBezTo>
                <a:cubicBezTo>
                  <a:pt x="1141" y="466"/>
                  <a:pt x="1144" y="506"/>
                  <a:pt x="1148" y="521"/>
                </a:cubicBezTo>
                <a:cubicBezTo>
                  <a:pt x="1153" y="536"/>
                  <a:pt x="1161" y="547"/>
                  <a:pt x="1174" y="556"/>
                </a:cubicBezTo>
                <a:cubicBezTo>
                  <a:pt x="1186" y="564"/>
                  <a:pt x="1201" y="569"/>
                  <a:pt x="1220" y="569"/>
                </a:cubicBezTo>
                <a:cubicBezTo>
                  <a:pt x="1241" y="569"/>
                  <a:pt x="1260" y="563"/>
                  <a:pt x="1277" y="552"/>
                </a:cubicBezTo>
                <a:cubicBezTo>
                  <a:pt x="1294" y="540"/>
                  <a:pt x="1306" y="526"/>
                  <a:pt x="1312" y="509"/>
                </a:cubicBezTo>
                <a:cubicBezTo>
                  <a:pt x="1318" y="492"/>
                  <a:pt x="1321" y="450"/>
                  <a:pt x="1321" y="383"/>
                </a:cubicBezTo>
                <a:cubicBezTo>
                  <a:pt x="1321" y="187"/>
                  <a:pt x="1321" y="187"/>
                  <a:pt x="1321" y="187"/>
                </a:cubicBezTo>
                <a:cubicBezTo>
                  <a:pt x="1447" y="187"/>
                  <a:pt x="1447" y="187"/>
                  <a:pt x="1447" y="187"/>
                </a:cubicBezTo>
                <a:cubicBezTo>
                  <a:pt x="1447" y="652"/>
                  <a:pt x="1447" y="652"/>
                  <a:pt x="1447" y="652"/>
                </a:cubicBezTo>
                <a:lnTo>
                  <a:pt x="1330" y="652"/>
                </a:lnTo>
                <a:close/>
                <a:moveTo>
                  <a:pt x="239" y="382"/>
                </a:moveTo>
                <a:lnTo>
                  <a:pt x="239" y="382"/>
                </a:lnTo>
                <a:cubicBezTo>
                  <a:pt x="0" y="10"/>
                  <a:pt x="0" y="10"/>
                  <a:pt x="0" y="10"/>
                </a:cubicBezTo>
                <a:cubicBezTo>
                  <a:pt x="154" y="10"/>
                  <a:pt x="154" y="10"/>
                  <a:pt x="154" y="10"/>
                </a:cubicBezTo>
                <a:cubicBezTo>
                  <a:pt x="308" y="264"/>
                  <a:pt x="308" y="264"/>
                  <a:pt x="308" y="264"/>
                </a:cubicBezTo>
                <a:cubicBezTo>
                  <a:pt x="459" y="10"/>
                  <a:pt x="459" y="10"/>
                  <a:pt x="459" y="10"/>
                </a:cubicBezTo>
                <a:cubicBezTo>
                  <a:pt x="611" y="10"/>
                  <a:pt x="611" y="10"/>
                  <a:pt x="611" y="10"/>
                </a:cubicBezTo>
                <a:cubicBezTo>
                  <a:pt x="371" y="383"/>
                  <a:pt x="371" y="383"/>
                  <a:pt x="371" y="383"/>
                </a:cubicBezTo>
                <a:cubicBezTo>
                  <a:pt x="371" y="652"/>
                  <a:pt x="371" y="652"/>
                  <a:pt x="371" y="652"/>
                </a:cubicBezTo>
                <a:cubicBezTo>
                  <a:pt x="239" y="652"/>
                  <a:pt x="239" y="652"/>
                  <a:pt x="239" y="652"/>
                </a:cubicBezTo>
                <a:lnTo>
                  <a:pt x="239" y="382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  <a:effectLst/>
        </p:spPr>
        <p:txBody>
          <a:bodyPr wrap="none" anchor="ctr"/>
          <a:lstStyle/>
          <a:p>
            <a:pPr rtl="0"/>
            <a:endParaRPr lang="de-DE" dirty="0">
              <a:solidFill>
                <a:schemeClr val="bg1"/>
              </a:solidFill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2E707E08-8F3D-D2D3-3E4B-92A035584153}"/>
              </a:ext>
            </a:extLst>
          </p:cNvPr>
          <p:cNvCxnSpPr>
            <a:cxnSpLocks/>
          </p:cNvCxnSpPr>
          <p:nvPr userDrawn="1"/>
        </p:nvCxnSpPr>
        <p:spPr>
          <a:xfrm>
            <a:off x="539750" y="657225"/>
            <a:ext cx="3576638" cy="0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C700EDED-87F2-6157-B579-BEA5048AFD68}"/>
              </a:ext>
            </a:extLst>
          </p:cNvPr>
          <p:cNvCxnSpPr>
            <a:cxnSpLocks/>
          </p:cNvCxnSpPr>
          <p:nvPr userDrawn="1"/>
        </p:nvCxnSpPr>
        <p:spPr>
          <a:xfrm>
            <a:off x="4303713" y="657225"/>
            <a:ext cx="7348537" cy="0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Footer Placeholder 3">
            <a:extLst>
              <a:ext uri="{FF2B5EF4-FFF2-40B4-BE49-F238E27FC236}">
                <a16:creationId xmlns:a16="http://schemas.microsoft.com/office/drawing/2014/main" id="{03EC5253-0CF9-5F85-F8CA-910F01CB42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186488" y="486888"/>
            <a:ext cx="4525962" cy="149730"/>
          </a:xfrm>
        </p:spPr>
        <p:txBody>
          <a:bodyPr/>
          <a:lstStyle>
            <a:lvl1pPr rtl="0"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Charting Manual</a:t>
            </a:r>
            <a:endParaRPr lang="de-DE" dirty="0"/>
          </a:p>
        </p:txBody>
      </p:sp>
      <p:sp>
        <p:nvSpPr>
          <p:cNvPr id="19" name="Text Placeholder Eyebrow">
            <a:extLst>
              <a:ext uri="{FF2B5EF4-FFF2-40B4-BE49-F238E27FC236}">
                <a16:creationId xmlns:a16="http://schemas.microsoft.com/office/drawing/2014/main" id="{B39231A9-FE75-22F5-1A18-8D6E71B79258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1300163" y="481818"/>
            <a:ext cx="2642400" cy="154800"/>
          </a:xfrm>
        </p:spPr>
        <p:txBody>
          <a:bodyPr/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bg1"/>
                </a:solidFill>
              </a:defRPr>
            </a:lvl1pPr>
            <a:lvl2pPr marL="180000" indent="0">
              <a:buNone/>
              <a:defRPr sz="900">
                <a:solidFill>
                  <a:schemeClr val="accent1"/>
                </a:solidFill>
              </a:defRPr>
            </a:lvl2pPr>
            <a:lvl3pPr marL="360000" indent="0">
              <a:buNone/>
              <a:defRPr sz="900">
                <a:solidFill>
                  <a:schemeClr val="accent1"/>
                </a:solidFill>
              </a:defRPr>
            </a:lvl3pPr>
            <a:lvl4pPr>
              <a:buNone/>
              <a:defRPr sz="900">
                <a:solidFill>
                  <a:schemeClr val="accent1"/>
                </a:solidFill>
              </a:defRPr>
            </a:lvl4pPr>
            <a:lvl5pPr>
              <a:buNone/>
              <a:defRPr sz="900">
                <a:solidFill>
                  <a:schemeClr val="accent1"/>
                </a:solidFill>
              </a:defRPr>
            </a:lvl5pPr>
          </a:lstStyle>
          <a:p>
            <a:pPr lvl="0"/>
            <a:r>
              <a:rPr lang="de-DE"/>
              <a:t>Click to add Eyebrow text</a:t>
            </a:r>
            <a:endParaRPr lang="de-DE" dirty="0"/>
          </a:p>
        </p:txBody>
      </p:sp>
      <p:sp>
        <p:nvSpPr>
          <p:cNvPr id="20" name="Slide Number Placeholder 4">
            <a:extLst>
              <a:ext uri="{FF2B5EF4-FFF2-40B4-BE49-F238E27FC236}">
                <a16:creationId xmlns:a16="http://schemas.microsoft.com/office/drawing/2014/main" id="{D131E4D2-401D-AF0D-3FEB-31DF19AA16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39750" y="481818"/>
            <a:ext cx="270000" cy="154800"/>
          </a:xfrm>
        </p:spPr>
        <p:txBody>
          <a:bodyPr/>
          <a:lstStyle>
            <a:lvl1pPr algn="l" rtl="0">
              <a:defRPr>
                <a:solidFill>
                  <a:schemeClr val="bg1"/>
                </a:solidFill>
              </a:defRPr>
            </a:lvl1pPr>
          </a:lstStyle>
          <a:p>
            <a:fld id="{23AA811B-2EBD-4900-905E-5BE206449611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D6A8C1C9-B1B0-D61D-CE74-CE8FFA1D6E8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40000" y="907200"/>
            <a:ext cx="11113200" cy="758088"/>
          </a:xfrm>
        </p:spPr>
        <p:txBody>
          <a:bodyPr vert="horz"/>
          <a:lstStyle>
            <a:lvl1pPr rtl="0">
              <a:lnSpc>
                <a:spcPts val="3300"/>
              </a:lnSpc>
              <a:defRPr sz="3200">
                <a:solidFill>
                  <a:schemeClr val="bg1"/>
                </a:solidFill>
              </a:defRPr>
            </a:lvl1pPr>
          </a:lstStyle>
          <a:p>
            <a:r>
              <a:rPr lang="de-DE"/>
              <a:t>Click to add title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26094129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49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Fou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hink-cell data - do not delete" hidden="1">
            <a:extLst>
              <a:ext uri="{FF2B5EF4-FFF2-40B4-BE49-F238E27FC236}">
                <a16:creationId xmlns:a16="http://schemas.microsoft.com/office/drawing/2014/main" id="{8B9A2F09-DBCE-560E-6A81-151A42BB8A2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60178615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78" imgH="377" progId="TCLayout.ActiveDocument.1">
                  <p:embed/>
                </p:oleObj>
              </mc:Choice>
              <mc:Fallback>
                <p:oleObj name="think-cell Slide" r:id="rId3" imgW="378" imgH="377" progId="TCLayout.ActiveDocument.1">
                  <p:embed/>
                  <p:pic>
                    <p:nvPicPr>
                      <p:cNvPr id="6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8B9A2F09-DBCE-560E-6A81-151A42BB8A2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Date Placeholder 4" hidden="1">
            <a:extLst>
              <a:ext uri="{FF2B5EF4-FFF2-40B4-BE49-F238E27FC236}">
                <a16:creationId xmlns:a16="http://schemas.microsoft.com/office/drawing/2014/main" id="{079DB1F0-FCCC-467F-BFF2-5B26ACFFF655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>
            <a:lvl1pPr rtl="0">
              <a:defRPr/>
            </a:lvl1pPr>
          </a:lstStyle>
          <a:p>
            <a:fld id="{67E30E69-5808-4D05-952E-3613FA66E48D}" type="datetime4">
              <a:rPr lang="en-US" smtClean="0"/>
              <a:t>April 23, 2026</a:t>
            </a:fld>
            <a:endParaRPr lang="de-DE" dirty="0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539999" y="1986600"/>
            <a:ext cx="2642400" cy="4338000"/>
          </a:xfrm>
          <a:prstGeom prst="roundRect">
            <a:avLst>
              <a:gd name="adj" fmla="val 5939"/>
            </a:avLst>
          </a:prstGeom>
          <a:solidFill>
            <a:schemeClr val="bg1"/>
          </a:solidFill>
          <a:effectLst>
            <a:outerShdw blurRad="72662" sx="102000" sy="102000" algn="ctr" rotWithShape="0">
              <a:prstClr val="black">
                <a:alpha val="10000"/>
              </a:prstClr>
            </a:outerShdw>
          </a:effectLst>
        </p:spPr>
        <p:txBody>
          <a:bodyPr lIns="180000" tIns="180000" rIns="180000" bIns="180000"/>
          <a:lstStyle>
            <a:lvl1pPr rtl="0">
              <a:defRPr/>
            </a:lvl1pPr>
            <a:lvl2pPr rtl="0">
              <a:defRPr/>
            </a:lvl2pPr>
            <a:lvl3pPr rtl="0">
              <a:defRPr/>
            </a:lvl3pPr>
            <a:lvl4pPr rtl="0">
              <a:defRPr/>
            </a:lvl4pPr>
            <a:lvl5pPr rtl="0">
              <a:defRPr/>
            </a:lvl5pPr>
            <a:lvl6pPr rtl="0">
              <a:defRPr/>
            </a:lvl6pPr>
            <a:lvl7pPr rtl="0">
              <a:defRPr/>
            </a:lvl7pPr>
            <a:lvl8pPr rtl="0">
              <a:defRPr/>
            </a:lvl8pPr>
            <a:lvl9pPr rtl="0">
              <a:defRPr/>
            </a:lvl9pPr>
          </a:lstStyle>
          <a:p>
            <a:pPr lvl="0"/>
            <a:r>
              <a:rPr lang="de-DE" noProof="0"/>
              <a:t>Click to add text                 Enter &amp; TAB for next text level SHIFT+TAB to go back in levels</a:t>
            </a:r>
            <a:endParaRPr lang="de-DE"/>
          </a:p>
          <a:p>
            <a:pPr lvl="1"/>
            <a:r>
              <a:rPr lang="de-DE"/>
              <a:t>Second level</a:t>
            </a:r>
          </a:p>
          <a:p>
            <a:pPr lvl="2"/>
            <a:r>
              <a:rPr lang="de-DE"/>
              <a:t>Third level</a:t>
            </a:r>
          </a:p>
          <a:p>
            <a:pPr lvl="3"/>
            <a:r>
              <a:rPr lang="de-DE"/>
              <a:t>Fourth level</a:t>
            </a:r>
          </a:p>
          <a:p>
            <a:pPr lvl="4"/>
            <a:r>
              <a:rPr lang="de-DE"/>
              <a:t>Fifth level</a:t>
            </a:r>
          </a:p>
          <a:p>
            <a:pPr lvl="5"/>
            <a:r>
              <a:rPr lang="de-DE" noProof="0"/>
              <a:t>6</a:t>
            </a:r>
          </a:p>
          <a:p>
            <a:pPr lvl="6"/>
            <a:r>
              <a:rPr lang="de-DE" noProof="0"/>
              <a:t>7</a:t>
            </a:r>
          </a:p>
          <a:p>
            <a:pPr lvl="7"/>
            <a:r>
              <a:rPr lang="de-DE" noProof="0"/>
              <a:t>8</a:t>
            </a:r>
          </a:p>
          <a:p>
            <a:pPr lvl="8"/>
            <a:r>
              <a:rPr lang="de-DE" noProof="0"/>
              <a:t>9</a:t>
            </a:r>
            <a:endParaRPr lang="de-DE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CEC16A5B-EB77-4119-661E-C736D1EEF2E4}"/>
              </a:ext>
            </a:extLst>
          </p:cNvPr>
          <p:cNvSpPr>
            <a:spLocks noGrp="1"/>
          </p:cNvSpPr>
          <p:nvPr>
            <p:ph idx="34" hasCustomPrompt="1"/>
          </p:nvPr>
        </p:nvSpPr>
        <p:spPr>
          <a:xfrm>
            <a:off x="3368840" y="1986600"/>
            <a:ext cx="2642400" cy="4338000"/>
          </a:xfrm>
          <a:prstGeom prst="roundRect">
            <a:avLst>
              <a:gd name="adj" fmla="val 5939"/>
            </a:avLst>
          </a:prstGeom>
          <a:solidFill>
            <a:schemeClr val="bg1"/>
          </a:solidFill>
          <a:effectLst>
            <a:outerShdw blurRad="72662" sx="102000" sy="102000" algn="ctr" rotWithShape="0">
              <a:prstClr val="black">
                <a:alpha val="10000"/>
              </a:prstClr>
            </a:outerShdw>
          </a:effectLst>
        </p:spPr>
        <p:txBody>
          <a:bodyPr lIns="180000" tIns="180000" rIns="180000" bIns="180000"/>
          <a:lstStyle>
            <a:lvl1pPr rtl="0">
              <a:defRPr/>
            </a:lvl1pPr>
            <a:lvl2pPr rtl="0">
              <a:defRPr/>
            </a:lvl2pPr>
            <a:lvl3pPr rtl="0">
              <a:defRPr/>
            </a:lvl3pPr>
            <a:lvl4pPr rtl="0">
              <a:defRPr/>
            </a:lvl4pPr>
            <a:lvl5pPr rtl="0">
              <a:defRPr/>
            </a:lvl5pPr>
            <a:lvl6pPr rtl="0">
              <a:defRPr/>
            </a:lvl6pPr>
            <a:lvl7pPr rtl="0">
              <a:defRPr/>
            </a:lvl7pPr>
            <a:lvl8pPr rtl="0">
              <a:defRPr/>
            </a:lvl8pPr>
            <a:lvl9pPr rtl="0">
              <a:defRPr/>
            </a:lvl9pPr>
          </a:lstStyle>
          <a:p>
            <a:pPr lvl="0"/>
            <a:r>
              <a:rPr lang="de-DE" noProof="0"/>
              <a:t>Click to add text                 Enter &amp; TAB for next text level SHIFT+TAB to go back in levels</a:t>
            </a:r>
            <a:endParaRPr lang="de-DE"/>
          </a:p>
          <a:p>
            <a:pPr lvl="1"/>
            <a:r>
              <a:rPr lang="de-DE"/>
              <a:t>Second level</a:t>
            </a:r>
          </a:p>
          <a:p>
            <a:pPr lvl="2"/>
            <a:r>
              <a:rPr lang="de-DE"/>
              <a:t>Third level</a:t>
            </a:r>
          </a:p>
          <a:p>
            <a:pPr lvl="3"/>
            <a:r>
              <a:rPr lang="de-DE"/>
              <a:t>Fourth level</a:t>
            </a:r>
          </a:p>
          <a:p>
            <a:pPr lvl="4"/>
            <a:r>
              <a:rPr lang="de-DE"/>
              <a:t>Fifth level</a:t>
            </a:r>
          </a:p>
          <a:p>
            <a:pPr lvl="5"/>
            <a:r>
              <a:rPr lang="de-DE" noProof="0"/>
              <a:t>6</a:t>
            </a:r>
          </a:p>
          <a:p>
            <a:pPr lvl="6"/>
            <a:r>
              <a:rPr lang="de-DE" noProof="0"/>
              <a:t>7</a:t>
            </a:r>
          </a:p>
          <a:p>
            <a:pPr lvl="7"/>
            <a:r>
              <a:rPr lang="de-DE" noProof="0"/>
              <a:t>8</a:t>
            </a:r>
          </a:p>
          <a:p>
            <a:pPr lvl="8"/>
            <a:r>
              <a:rPr lang="de-DE" noProof="0"/>
              <a:t>9</a:t>
            </a:r>
            <a:endParaRPr lang="de-DE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DC821415-7FC5-D991-1CDE-56780DFB2C8E}"/>
              </a:ext>
            </a:extLst>
          </p:cNvPr>
          <p:cNvSpPr>
            <a:spLocks noGrp="1"/>
          </p:cNvSpPr>
          <p:nvPr>
            <p:ph idx="35" hasCustomPrompt="1"/>
          </p:nvPr>
        </p:nvSpPr>
        <p:spPr>
          <a:xfrm>
            <a:off x="6194296" y="1986600"/>
            <a:ext cx="2642400" cy="4338000"/>
          </a:xfrm>
          <a:prstGeom prst="roundRect">
            <a:avLst>
              <a:gd name="adj" fmla="val 5939"/>
            </a:avLst>
          </a:prstGeom>
          <a:solidFill>
            <a:schemeClr val="bg1"/>
          </a:solidFill>
          <a:effectLst>
            <a:outerShdw blurRad="72662" sx="102000" sy="102000" algn="ctr" rotWithShape="0">
              <a:prstClr val="black">
                <a:alpha val="10000"/>
              </a:prstClr>
            </a:outerShdw>
          </a:effectLst>
        </p:spPr>
        <p:txBody>
          <a:bodyPr lIns="180000" tIns="180000" rIns="180000" bIns="180000"/>
          <a:lstStyle>
            <a:lvl1pPr rtl="0">
              <a:defRPr/>
            </a:lvl1pPr>
            <a:lvl2pPr rtl="0">
              <a:defRPr/>
            </a:lvl2pPr>
            <a:lvl3pPr rtl="0">
              <a:defRPr/>
            </a:lvl3pPr>
            <a:lvl4pPr rtl="0">
              <a:defRPr/>
            </a:lvl4pPr>
            <a:lvl5pPr rtl="0">
              <a:defRPr/>
            </a:lvl5pPr>
            <a:lvl6pPr rtl="0">
              <a:defRPr/>
            </a:lvl6pPr>
            <a:lvl7pPr rtl="0">
              <a:defRPr/>
            </a:lvl7pPr>
            <a:lvl8pPr rtl="0">
              <a:defRPr/>
            </a:lvl8pPr>
            <a:lvl9pPr rtl="0">
              <a:defRPr/>
            </a:lvl9pPr>
          </a:lstStyle>
          <a:p>
            <a:pPr lvl="0"/>
            <a:r>
              <a:rPr lang="de-DE" noProof="0"/>
              <a:t>Click to add text                 Enter &amp; TAB for next text level SHIFT+TAB to go back in levels</a:t>
            </a:r>
            <a:endParaRPr lang="de-DE"/>
          </a:p>
          <a:p>
            <a:pPr lvl="1"/>
            <a:r>
              <a:rPr lang="de-DE"/>
              <a:t>Second level</a:t>
            </a:r>
          </a:p>
          <a:p>
            <a:pPr lvl="2"/>
            <a:r>
              <a:rPr lang="de-DE"/>
              <a:t>Third level</a:t>
            </a:r>
          </a:p>
          <a:p>
            <a:pPr lvl="3"/>
            <a:r>
              <a:rPr lang="de-DE"/>
              <a:t>Fourth level</a:t>
            </a:r>
          </a:p>
          <a:p>
            <a:pPr lvl="4"/>
            <a:r>
              <a:rPr lang="de-DE"/>
              <a:t>Fifth level</a:t>
            </a:r>
          </a:p>
          <a:p>
            <a:pPr lvl="5"/>
            <a:r>
              <a:rPr lang="de-DE" noProof="0"/>
              <a:t>6</a:t>
            </a:r>
          </a:p>
          <a:p>
            <a:pPr lvl="6"/>
            <a:r>
              <a:rPr lang="de-DE" noProof="0"/>
              <a:t>7</a:t>
            </a:r>
          </a:p>
          <a:p>
            <a:pPr lvl="7"/>
            <a:r>
              <a:rPr lang="de-DE" noProof="0"/>
              <a:t>8</a:t>
            </a:r>
          </a:p>
          <a:p>
            <a:pPr lvl="8"/>
            <a:r>
              <a:rPr lang="de-DE" noProof="0"/>
              <a:t>9</a:t>
            </a:r>
            <a:endParaRPr lang="de-DE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3BF6E250-E31D-943A-8412-9BCBDA1AABD8}"/>
              </a:ext>
            </a:extLst>
          </p:cNvPr>
          <p:cNvSpPr>
            <a:spLocks noGrp="1"/>
          </p:cNvSpPr>
          <p:nvPr>
            <p:ph idx="36" hasCustomPrompt="1"/>
          </p:nvPr>
        </p:nvSpPr>
        <p:spPr>
          <a:xfrm>
            <a:off x="9003752" y="1986600"/>
            <a:ext cx="2642400" cy="4338000"/>
          </a:xfrm>
          <a:prstGeom prst="roundRect">
            <a:avLst>
              <a:gd name="adj" fmla="val 5939"/>
            </a:avLst>
          </a:prstGeom>
          <a:solidFill>
            <a:schemeClr val="bg1"/>
          </a:solidFill>
          <a:effectLst>
            <a:outerShdw blurRad="72662" sx="102000" sy="102000" algn="ctr" rotWithShape="0">
              <a:prstClr val="black">
                <a:alpha val="10000"/>
              </a:prstClr>
            </a:outerShdw>
          </a:effectLst>
        </p:spPr>
        <p:txBody>
          <a:bodyPr lIns="180000" tIns="180000" rIns="180000" bIns="180000"/>
          <a:lstStyle>
            <a:lvl1pPr rtl="0">
              <a:defRPr/>
            </a:lvl1pPr>
            <a:lvl2pPr rtl="0">
              <a:defRPr/>
            </a:lvl2pPr>
            <a:lvl3pPr rtl="0">
              <a:defRPr/>
            </a:lvl3pPr>
            <a:lvl4pPr rtl="0">
              <a:defRPr/>
            </a:lvl4pPr>
            <a:lvl5pPr rtl="0">
              <a:defRPr/>
            </a:lvl5pPr>
            <a:lvl6pPr rtl="0">
              <a:defRPr/>
            </a:lvl6pPr>
            <a:lvl7pPr rtl="0">
              <a:defRPr/>
            </a:lvl7pPr>
            <a:lvl8pPr rtl="0">
              <a:defRPr/>
            </a:lvl8pPr>
            <a:lvl9pPr rtl="0">
              <a:defRPr/>
            </a:lvl9pPr>
          </a:lstStyle>
          <a:p>
            <a:pPr lvl="0"/>
            <a:r>
              <a:rPr lang="de-DE" noProof="0"/>
              <a:t>Click to add text                 Enter &amp; TAB for next text level SHIFT+TAB to go back in levels</a:t>
            </a:r>
            <a:endParaRPr lang="de-DE"/>
          </a:p>
          <a:p>
            <a:pPr lvl="1"/>
            <a:r>
              <a:rPr lang="de-DE"/>
              <a:t>Second level</a:t>
            </a:r>
          </a:p>
          <a:p>
            <a:pPr lvl="2"/>
            <a:r>
              <a:rPr lang="de-DE"/>
              <a:t>Third level</a:t>
            </a:r>
          </a:p>
          <a:p>
            <a:pPr lvl="3"/>
            <a:r>
              <a:rPr lang="de-DE"/>
              <a:t>Fourth level</a:t>
            </a:r>
          </a:p>
          <a:p>
            <a:pPr lvl="4"/>
            <a:r>
              <a:rPr lang="de-DE"/>
              <a:t>Fifth level</a:t>
            </a:r>
          </a:p>
          <a:p>
            <a:pPr lvl="5"/>
            <a:r>
              <a:rPr lang="de-DE" noProof="0"/>
              <a:t>6</a:t>
            </a:r>
          </a:p>
          <a:p>
            <a:pPr lvl="6"/>
            <a:r>
              <a:rPr lang="de-DE" noProof="0"/>
              <a:t>7</a:t>
            </a:r>
          </a:p>
          <a:p>
            <a:pPr lvl="7"/>
            <a:r>
              <a:rPr lang="de-DE" noProof="0"/>
              <a:t>8</a:t>
            </a:r>
          </a:p>
          <a:p>
            <a:pPr lvl="8"/>
            <a:r>
              <a:rPr lang="de-DE" noProof="0"/>
              <a:t>9</a:t>
            </a:r>
            <a:endParaRPr lang="de-DE" dirty="0"/>
          </a:p>
        </p:txBody>
      </p:sp>
      <p:sp>
        <p:nvSpPr>
          <p:cNvPr id="13" name="Logo">
            <a:extLst>
              <a:ext uri="{FF2B5EF4-FFF2-40B4-BE49-F238E27FC236}">
                <a16:creationId xmlns:a16="http://schemas.microsoft.com/office/drawing/2014/main" id="{000865C2-AD7C-2154-B560-ED2EF1C7494C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1157045" y="491598"/>
            <a:ext cx="493617" cy="102665"/>
          </a:xfrm>
          <a:custGeom>
            <a:avLst/>
            <a:gdLst>
              <a:gd name="T0" fmla="*/ 3133 w 3201"/>
              <a:gd name="T1" fmla="*/ 97 h 664"/>
              <a:gd name="T2" fmla="*/ 3148 w 3201"/>
              <a:gd name="T3" fmla="*/ 81 h 664"/>
              <a:gd name="T4" fmla="*/ 3120 w 3201"/>
              <a:gd name="T5" fmla="*/ 77 h 664"/>
              <a:gd name="T6" fmla="*/ 3109 w 3201"/>
              <a:gd name="T7" fmla="*/ 135 h 664"/>
              <a:gd name="T8" fmla="*/ 3150 w 3201"/>
              <a:gd name="T9" fmla="*/ 69 h 664"/>
              <a:gd name="T10" fmla="*/ 3156 w 3201"/>
              <a:gd name="T11" fmla="*/ 99 h 664"/>
              <a:gd name="T12" fmla="*/ 3158 w 3201"/>
              <a:gd name="T13" fmla="*/ 122 h 664"/>
              <a:gd name="T14" fmla="*/ 3147 w 3201"/>
              <a:gd name="T15" fmla="*/ 124 h 664"/>
              <a:gd name="T16" fmla="*/ 3120 w 3201"/>
              <a:gd name="T17" fmla="*/ 106 h 664"/>
              <a:gd name="T18" fmla="*/ 2276 w 3201"/>
              <a:gd name="T19" fmla="*/ 420 h 664"/>
              <a:gd name="T20" fmla="*/ 2391 w 3201"/>
              <a:gd name="T21" fmla="*/ 562 h 664"/>
              <a:gd name="T22" fmla="*/ 2473 w 3201"/>
              <a:gd name="T23" fmla="*/ 314 h 664"/>
              <a:gd name="T24" fmla="*/ 2276 w 3201"/>
              <a:gd name="T25" fmla="*/ 420 h 664"/>
              <a:gd name="T26" fmla="*/ 2178 w 3201"/>
              <a:gd name="T27" fmla="*/ 294 h 664"/>
              <a:gd name="T28" fmla="*/ 2567 w 3201"/>
              <a:gd name="T29" fmla="*/ 245 h 664"/>
              <a:gd name="T30" fmla="*/ 2392 w 3201"/>
              <a:gd name="T31" fmla="*/ 662 h 664"/>
              <a:gd name="T32" fmla="*/ 2147 w 3201"/>
              <a:gd name="T33" fmla="*/ 413 h 664"/>
              <a:gd name="T34" fmla="*/ 649 w 3201"/>
              <a:gd name="T35" fmla="*/ 526 h 664"/>
              <a:gd name="T36" fmla="*/ 847 w 3201"/>
              <a:gd name="T37" fmla="*/ 419 h 664"/>
              <a:gd name="T38" fmla="*/ 649 w 3201"/>
              <a:gd name="T39" fmla="*/ 314 h 664"/>
              <a:gd name="T40" fmla="*/ 488 w 3201"/>
              <a:gd name="T41" fmla="*/ 413 h 664"/>
              <a:gd name="T42" fmla="*/ 731 w 3201"/>
              <a:gd name="T43" fmla="*/ 177 h 664"/>
              <a:gd name="T44" fmla="*/ 906 w 3201"/>
              <a:gd name="T45" fmla="*/ 593 h 664"/>
              <a:gd name="T46" fmla="*/ 518 w 3201"/>
              <a:gd name="T47" fmla="*/ 549 h 664"/>
              <a:gd name="T48" fmla="*/ 3137 w 3201"/>
              <a:gd name="T49" fmla="*/ 48 h 664"/>
              <a:gd name="T50" fmla="*/ 3084 w 3201"/>
              <a:gd name="T51" fmla="*/ 100 h 664"/>
              <a:gd name="T52" fmla="*/ 3137 w 3201"/>
              <a:gd name="T53" fmla="*/ 152 h 664"/>
              <a:gd name="T54" fmla="*/ 3190 w 3201"/>
              <a:gd name="T55" fmla="*/ 100 h 664"/>
              <a:gd name="T56" fmla="*/ 3137 w 3201"/>
              <a:gd name="T57" fmla="*/ 48 h 664"/>
              <a:gd name="T58" fmla="*/ 3168 w 3201"/>
              <a:gd name="T59" fmla="*/ 46 h 664"/>
              <a:gd name="T60" fmla="*/ 3192 w 3201"/>
              <a:gd name="T61" fmla="*/ 131 h 664"/>
              <a:gd name="T62" fmla="*/ 3105 w 3201"/>
              <a:gd name="T63" fmla="*/ 154 h 664"/>
              <a:gd name="T64" fmla="*/ 3082 w 3201"/>
              <a:gd name="T65" fmla="*/ 69 h 664"/>
              <a:gd name="T66" fmla="*/ 2809 w 3201"/>
              <a:gd name="T67" fmla="*/ 652 h 664"/>
              <a:gd name="T68" fmla="*/ 2749 w 3201"/>
              <a:gd name="T69" fmla="*/ 187 h 664"/>
              <a:gd name="T70" fmla="*/ 2877 w 3201"/>
              <a:gd name="T71" fmla="*/ 464 h 664"/>
              <a:gd name="T72" fmla="*/ 3109 w 3201"/>
              <a:gd name="T73" fmla="*/ 187 h 664"/>
              <a:gd name="T74" fmla="*/ 1826 w 3201"/>
              <a:gd name="T75" fmla="*/ 416 h 664"/>
              <a:gd name="T76" fmla="*/ 2110 w 3201"/>
              <a:gd name="T77" fmla="*/ 308 h 664"/>
              <a:gd name="T78" fmla="*/ 1831 w 3201"/>
              <a:gd name="T79" fmla="*/ 663 h 664"/>
              <a:gd name="T80" fmla="*/ 1500 w 3201"/>
              <a:gd name="T81" fmla="*/ 329 h 664"/>
              <a:gd name="T82" fmla="*/ 1824 w 3201"/>
              <a:gd name="T83" fmla="*/ 0 h 664"/>
              <a:gd name="T84" fmla="*/ 1971 w 3201"/>
              <a:gd name="T85" fmla="*/ 212 h 664"/>
              <a:gd name="T86" fmla="*/ 1686 w 3201"/>
              <a:gd name="T87" fmla="*/ 164 h 664"/>
              <a:gd name="T88" fmla="*/ 1822 w 3201"/>
              <a:gd name="T89" fmla="*/ 552 h 664"/>
              <a:gd name="T90" fmla="*/ 1977 w 3201"/>
              <a:gd name="T91" fmla="*/ 416 h 664"/>
              <a:gd name="T92" fmla="*/ 1330 w 3201"/>
              <a:gd name="T93" fmla="*/ 652 h 664"/>
              <a:gd name="T94" fmla="*/ 1174 w 3201"/>
              <a:gd name="T95" fmla="*/ 662 h 664"/>
              <a:gd name="T96" fmla="*/ 1016 w 3201"/>
              <a:gd name="T97" fmla="*/ 481 h 664"/>
              <a:gd name="T98" fmla="*/ 1141 w 3201"/>
              <a:gd name="T99" fmla="*/ 401 h 664"/>
              <a:gd name="T100" fmla="*/ 1220 w 3201"/>
              <a:gd name="T101" fmla="*/ 569 h 664"/>
              <a:gd name="T102" fmla="*/ 1321 w 3201"/>
              <a:gd name="T103" fmla="*/ 383 h 664"/>
              <a:gd name="T104" fmla="*/ 1447 w 3201"/>
              <a:gd name="T105" fmla="*/ 652 h 664"/>
              <a:gd name="T106" fmla="*/ 239 w 3201"/>
              <a:gd name="T107" fmla="*/ 382 h 664"/>
              <a:gd name="T108" fmla="*/ 308 w 3201"/>
              <a:gd name="T109" fmla="*/ 264 h 664"/>
              <a:gd name="T110" fmla="*/ 371 w 3201"/>
              <a:gd name="T111" fmla="*/ 383 h 664"/>
              <a:gd name="T112" fmla="*/ 239 w 3201"/>
              <a:gd name="T113" fmla="*/ 382 h 66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</a:cxnLst>
            <a:rect l="0" t="0" r="r" b="b"/>
            <a:pathLst>
              <a:path w="3201" h="664">
                <a:moveTo>
                  <a:pt x="3120" y="97"/>
                </a:moveTo>
                <a:lnTo>
                  <a:pt x="3120" y="97"/>
                </a:lnTo>
                <a:cubicBezTo>
                  <a:pt x="3133" y="97"/>
                  <a:pt x="3133" y="97"/>
                  <a:pt x="3133" y="97"/>
                </a:cubicBezTo>
                <a:cubicBezTo>
                  <a:pt x="3140" y="97"/>
                  <a:pt x="3144" y="96"/>
                  <a:pt x="3146" y="94"/>
                </a:cubicBezTo>
                <a:cubicBezTo>
                  <a:pt x="3149" y="92"/>
                  <a:pt x="3150" y="90"/>
                  <a:pt x="3150" y="87"/>
                </a:cubicBezTo>
                <a:cubicBezTo>
                  <a:pt x="3150" y="85"/>
                  <a:pt x="3149" y="83"/>
                  <a:pt x="3148" y="81"/>
                </a:cubicBezTo>
                <a:cubicBezTo>
                  <a:pt x="3147" y="80"/>
                  <a:pt x="3145" y="79"/>
                  <a:pt x="3143" y="78"/>
                </a:cubicBezTo>
                <a:cubicBezTo>
                  <a:pt x="3141" y="77"/>
                  <a:pt x="3138" y="77"/>
                  <a:pt x="3132" y="77"/>
                </a:cubicBezTo>
                <a:cubicBezTo>
                  <a:pt x="3120" y="77"/>
                  <a:pt x="3120" y="77"/>
                  <a:pt x="3120" y="77"/>
                </a:cubicBezTo>
                <a:lnTo>
                  <a:pt x="3120" y="97"/>
                </a:lnTo>
                <a:close/>
                <a:moveTo>
                  <a:pt x="3109" y="135"/>
                </a:moveTo>
                <a:lnTo>
                  <a:pt x="3109" y="135"/>
                </a:lnTo>
                <a:cubicBezTo>
                  <a:pt x="3109" y="68"/>
                  <a:pt x="3109" y="68"/>
                  <a:pt x="3109" y="68"/>
                </a:cubicBezTo>
                <a:cubicBezTo>
                  <a:pt x="3132" y="68"/>
                  <a:pt x="3132" y="68"/>
                  <a:pt x="3132" y="68"/>
                </a:cubicBezTo>
                <a:cubicBezTo>
                  <a:pt x="3140" y="68"/>
                  <a:pt x="3146" y="68"/>
                  <a:pt x="3150" y="69"/>
                </a:cubicBezTo>
                <a:cubicBezTo>
                  <a:pt x="3153" y="71"/>
                  <a:pt x="3156" y="73"/>
                  <a:pt x="3158" y="76"/>
                </a:cubicBezTo>
                <a:cubicBezTo>
                  <a:pt x="3160" y="79"/>
                  <a:pt x="3161" y="82"/>
                  <a:pt x="3161" y="86"/>
                </a:cubicBezTo>
                <a:cubicBezTo>
                  <a:pt x="3161" y="91"/>
                  <a:pt x="3160" y="95"/>
                  <a:pt x="3156" y="99"/>
                </a:cubicBezTo>
                <a:cubicBezTo>
                  <a:pt x="3153" y="102"/>
                  <a:pt x="3148" y="104"/>
                  <a:pt x="3142" y="105"/>
                </a:cubicBezTo>
                <a:cubicBezTo>
                  <a:pt x="3144" y="106"/>
                  <a:pt x="3146" y="107"/>
                  <a:pt x="3148" y="108"/>
                </a:cubicBezTo>
                <a:cubicBezTo>
                  <a:pt x="3150" y="111"/>
                  <a:pt x="3154" y="115"/>
                  <a:pt x="3158" y="122"/>
                </a:cubicBezTo>
                <a:cubicBezTo>
                  <a:pt x="3166" y="135"/>
                  <a:pt x="3166" y="135"/>
                  <a:pt x="3166" y="135"/>
                </a:cubicBezTo>
                <a:cubicBezTo>
                  <a:pt x="3153" y="135"/>
                  <a:pt x="3153" y="135"/>
                  <a:pt x="3153" y="135"/>
                </a:cubicBezTo>
                <a:cubicBezTo>
                  <a:pt x="3147" y="124"/>
                  <a:pt x="3147" y="124"/>
                  <a:pt x="3147" y="124"/>
                </a:cubicBezTo>
                <a:cubicBezTo>
                  <a:pt x="3142" y="116"/>
                  <a:pt x="3138" y="111"/>
                  <a:pt x="3135" y="109"/>
                </a:cubicBezTo>
                <a:cubicBezTo>
                  <a:pt x="3133" y="107"/>
                  <a:pt x="3130" y="106"/>
                  <a:pt x="3126" y="106"/>
                </a:cubicBezTo>
                <a:cubicBezTo>
                  <a:pt x="3120" y="106"/>
                  <a:pt x="3120" y="106"/>
                  <a:pt x="3120" y="106"/>
                </a:cubicBezTo>
                <a:cubicBezTo>
                  <a:pt x="3120" y="135"/>
                  <a:pt x="3120" y="135"/>
                  <a:pt x="3120" y="135"/>
                </a:cubicBezTo>
                <a:lnTo>
                  <a:pt x="3109" y="135"/>
                </a:lnTo>
                <a:close/>
                <a:moveTo>
                  <a:pt x="2276" y="420"/>
                </a:moveTo>
                <a:lnTo>
                  <a:pt x="2276" y="420"/>
                </a:lnTo>
                <a:cubicBezTo>
                  <a:pt x="2276" y="466"/>
                  <a:pt x="2287" y="501"/>
                  <a:pt x="2309" y="526"/>
                </a:cubicBezTo>
                <a:cubicBezTo>
                  <a:pt x="2331" y="550"/>
                  <a:pt x="2359" y="562"/>
                  <a:pt x="2391" y="562"/>
                </a:cubicBezTo>
                <a:cubicBezTo>
                  <a:pt x="2424" y="562"/>
                  <a:pt x="2451" y="550"/>
                  <a:pt x="2473" y="526"/>
                </a:cubicBezTo>
                <a:cubicBezTo>
                  <a:pt x="2495" y="501"/>
                  <a:pt x="2507" y="465"/>
                  <a:pt x="2507" y="419"/>
                </a:cubicBezTo>
                <a:cubicBezTo>
                  <a:pt x="2507" y="373"/>
                  <a:pt x="2495" y="338"/>
                  <a:pt x="2473" y="314"/>
                </a:cubicBezTo>
                <a:cubicBezTo>
                  <a:pt x="2451" y="289"/>
                  <a:pt x="2424" y="277"/>
                  <a:pt x="2391" y="277"/>
                </a:cubicBezTo>
                <a:cubicBezTo>
                  <a:pt x="2359" y="277"/>
                  <a:pt x="2331" y="289"/>
                  <a:pt x="2309" y="314"/>
                </a:cubicBezTo>
                <a:cubicBezTo>
                  <a:pt x="2287" y="338"/>
                  <a:pt x="2276" y="374"/>
                  <a:pt x="2276" y="420"/>
                </a:cubicBezTo>
                <a:close/>
                <a:moveTo>
                  <a:pt x="2147" y="413"/>
                </a:moveTo>
                <a:lnTo>
                  <a:pt x="2147" y="413"/>
                </a:lnTo>
                <a:cubicBezTo>
                  <a:pt x="2147" y="372"/>
                  <a:pt x="2157" y="333"/>
                  <a:pt x="2178" y="294"/>
                </a:cubicBezTo>
                <a:cubicBezTo>
                  <a:pt x="2198" y="256"/>
                  <a:pt x="2228" y="227"/>
                  <a:pt x="2265" y="207"/>
                </a:cubicBezTo>
                <a:cubicBezTo>
                  <a:pt x="2302" y="187"/>
                  <a:pt x="2344" y="177"/>
                  <a:pt x="2391" y="177"/>
                </a:cubicBezTo>
                <a:cubicBezTo>
                  <a:pt x="2462" y="177"/>
                  <a:pt x="2521" y="200"/>
                  <a:pt x="2567" y="245"/>
                </a:cubicBezTo>
                <a:cubicBezTo>
                  <a:pt x="2613" y="291"/>
                  <a:pt x="2635" y="349"/>
                  <a:pt x="2635" y="418"/>
                </a:cubicBezTo>
                <a:cubicBezTo>
                  <a:pt x="2635" y="489"/>
                  <a:pt x="2612" y="547"/>
                  <a:pt x="2566" y="593"/>
                </a:cubicBezTo>
                <a:cubicBezTo>
                  <a:pt x="2520" y="639"/>
                  <a:pt x="2462" y="662"/>
                  <a:pt x="2392" y="662"/>
                </a:cubicBezTo>
                <a:cubicBezTo>
                  <a:pt x="2348" y="662"/>
                  <a:pt x="2307" y="653"/>
                  <a:pt x="2268" y="634"/>
                </a:cubicBezTo>
                <a:cubicBezTo>
                  <a:pt x="2228" y="614"/>
                  <a:pt x="2198" y="586"/>
                  <a:pt x="2178" y="549"/>
                </a:cubicBezTo>
                <a:cubicBezTo>
                  <a:pt x="2157" y="512"/>
                  <a:pt x="2147" y="466"/>
                  <a:pt x="2147" y="413"/>
                </a:cubicBezTo>
                <a:close/>
                <a:moveTo>
                  <a:pt x="616" y="420"/>
                </a:moveTo>
                <a:lnTo>
                  <a:pt x="616" y="420"/>
                </a:lnTo>
                <a:cubicBezTo>
                  <a:pt x="616" y="466"/>
                  <a:pt x="627" y="501"/>
                  <a:pt x="649" y="526"/>
                </a:cubicBezTo>
                <a:cubicBezTo>
                  <a:pt x="671" y="550"/>
                  <a:pt x="699" y="562"/>
                  <a:pt x="732" y="562"/>
                </a:cubicBezTo>
                <a:cubicBezTo>
                  <a:pt x="764" y="562"/>
                  <a:pt x="792" y="550"/>
                  <a:pt x="814" y="526"/>
                </a:cubicBezTo>
                <a:cubicBezTo>
                  <a:pt x="836" y="501"/>
                  <a:pt x="847" y="465"/>
                  <a:pt x="847" y="419"/>
                </a:cubicBezTo>
                <a:cubicBezTo>
                  <a:pt x="847" y="373"/>
                  <a:pt x="836" y="338"/>
                  <a:pt x="814" y="314"/>
                </a:cubicBezTo>
                <a:cubicBezTo>
                  <a:pt x="792" y="289"/>
                  <a:pt x="764" y="277"/>
                  <a:pt x="732" y="277"/>
                </a:cubicBezTo>
                <a:cubicBezTo>
                  <a:pt x="699" y="277"/>
                  <a:pt x="671" y="289"/>
                  <a:pt x="649" y="314"/>
                </a:cubicBezTo>
                <a:cubicBezTo>
                  <a:pt x="627" y="338"/>
                  <a:pt x="616" y="374"/>
                  <a:pt x="616" y="420"/>
                </a:cubicBezTo>
                <a:close/>
                <a:moveTo>
                  <a:pt x="488" y="413"/>
                </a:moveTo>
                <a:lnTo>
                  <a:pt x="488" y="413"/>
                </a:lnTo>
                <a:cubicBezTo>
                  <a:pt x="488" y="372"/>
                  <a:pt x="498" y="333"/>
                  <a:pt x="518" y="294"/>
                </a:cubicBezTo>
                <a:cubicBezTo>
                  <a:pt x="539" y="256"/>
                  <a:pt x="568" y="227"/>
                  <a:pt x="605" y="207"/>
                </a:cubicBezTo>
                <a:cubicBezTo>
                  <a:pt x="643" y="187"/>
                  <a:pt x="685" y="177"/>
                  <a:pt x="731" y="177"/>
                </a:cubicBezTo>
                <a:cubicBezTo>
                  <a:pt x="803" y="177"/>
                  <a:pt x="861" y="200"/>
                  <a:pt x="907" y="245"/>
                </a:cubicBezTo>
                <a:cubicBezTo>
                  <a:pt x="953" y="291"/>
                  <a:pt x="976" y="349"/>
                  <a:pt x="976" y="418"/>
                </a:cubicBezTo>
                <a:cubicBezTo>
                  <a:pt x="976" y="489"/>
                  <a:pt x="953" y="547"/>
                  <a:pt x="906" y="593"/>
                </a:cubicBezTo>
                <a:cubicBezTo>
                  <a:pt x="860" y="639"/>
                  <a:pt x="802" y="662"/>
                  <a:pt x="732" y="662"/>
                </a:cubicBezTo>
                <a:cubicBezTo>
                  <a:pt x="689" y="662"/>
                  <a:pt x="647" y="653"/>
                  <a:pt x="608" y="634"/>
                </a:cubicBezTo>
                <a:cubicBezTo>
                  <a:pt x="569" y="614"/>
                  <a:pt x="539" y="586"/>
                  <a:pt x="518" y="549"/>
                </a:cubicBezTo>
                <a:cubicBezTo>
                  <a:pt x="498" y="512"/>
                  <a:pt x="488" y="466"/>
                  <a:pt x="488" y="413"/>
                </a:cubicBezTo>
                <a:close/>
                <a:moveTo>
                  <a:pt x="3137" y="48"/>
                </a:moveTo>
                <a:lnTo>
                  <a:pt x="3137" y="48"/>
                </a:lnTo>
                <a:cubicBezTo>
                  <a:pt x="3128" y="48"/>
                  <a:pt x="3119" y="51"/>
                  <a:pt x="3111" y="55"/>
                </a:cubicBezTo>
                <a:cubicBezTo>
                  <a:pt x="3102" y="60"/>
                  <a:pt x="3096" y="66"/>
                  <a:pt x="3091" y="74"/>
                </a:cubicBezTo>
                <a:cubicBezTo>
                  <a:pt x="3086" y="83"/>
                  <a:pt x="3084" y="91"/>
                  <a:pt x="3084" y="100"/>
                </a:cubicBezTo>
                <a:cubicBezTo>
                  <a:pt x="3084" y="109"/>
                  <a:pt x="3086" y="118"/>
                  <a:pt x="3091" y="126"/>
                </a:cubicBezTo>
                <a:cubicBezTo>
                  <a:pt x="3095" y="134"/>
                  <a:pt x="3102" y="141"/>
                  <a:pt x="3110" y="145"/>
                </a:cubicBezTo>
                <a:cubicBezTo>
                  <a:pt x="3119" y="150"/>
                  <a:pt x="3128" y="152"/>
                  <a:pt x="3137" y="152"/>
                </a:cubicBezTo>
                <a:cubicBezTo>
                  <a:pt x="3146" y="152"/>
                  <a:pt x="3155" y="150"/>
                  <a:pt x="3163" y="145"/>
                </a:cubicBezTo>
                <a:cubicBezTo>
                  <a:pt x="3171" y="141"/>
                  <a:pt x="3178" y="134"/>
                  <a:pt x="3182" y="126"/>
                </a:cubicBezTo>
                <a:cubicBezTo>
                  <a:pt x="3187" y="118"/>
                  <a:pt x="3190" y="109"/>
                  <a:pt x="3190" y="100"/>
                </a:cubicBezTo>
                <a:cubicBezTo>
                  <a:pt x="3190" y="91"/>
                  <a:pt x="3187" y="83"/>
                  <a:pt x="3182" y="74"/>
                </a:cubicBezTo>
                <a:cubicBezTo>
                  <a:pt x="3178" y="66"/>
                  <a:pt x="3171" y="60"/>
                  <a:pt x="3163" y="55"/>
                </a:cubicBezTo>
                <a:cubicBezTo>
                  <a:pt x="3154" y="51"/>
                  <a:pt x="3145" y="48"/>
                  <a:pt x="3137" y="48"/>
                </a:cubicBezTo>
                <a:close/>
                <a:moveTo>
                  <a:pt x="3137" y="38"/>
                </a:moveTo>
                <a:lnTo>
                  <a:pt x="3137" y="38"/>
                </a:lnTo>
                <a:cubicBezTo>
                  <a:pt x="3147" y="38"/>
                  <a:pt x="3158" y="41"/>
                  <a:pt x="3168" y="46"/>
                </a:cubicBezTo>
                <a:cubicBezTo>
                  <a:pt x="3178" y="51"/>
                  <a:pt x="3186" y="59"/>
                  <a:pt x="3191" y="69"/>
                </a:cubicBezTo>
                <a:cubicBezTo>
                  <a:pt x="3197" y="79"/>
                  <a:pt x="3200" y="89"/>
                  <a:pt x="3200" y="100"/>
                </a:cubicBezTo>
                <a:cubicBezTo>
                  <a:pt x="3200" y="111"/>
                  <a:pt x="3197" y="121"/>
                  <a:pt x="3192" y="131"/>
                </a:cubicBezTo>
                <a:cubicBezTo>
                  <a:pt x="3186" y="141"/>
                  <a:pt x="3178" y="149"/>
                  <a:pt x="3168" y="154"/>
                </a:cubicBezTo>
                <a:cubicBezTo>
                  <a:pt x="3158" y="160"/>
                  <a:pt x="3148" y="162"/>
                  <a:pt x="3137" y="162"/>
                </a:cubicBezTo>
                <a:cubicBezTo>
                  <a:pt x="3126" y="162"/>
                  <a:pt x="3115" y="160"/>
                  <a:pt x="3105" y="154"/>
                </a:cubicBezTo>
                <a:cubicBezTo>
                  <a:pt x="3095" y="149"/>
                  <a:pt x="3087" y="141"/>
                  <a:pt x="3082" y="131"/>
                </a:cubicBezTo>
                <a:cubicBezTo>
                  <a:pt x="3076" y="121"/>
                  <a:pt x="3073" y="111"/>
                  <a:pt x="3073" y="100"/>
                </a:cubicBezTo>
                <a:cubicBezTo>
                  <a:pt x="3073" y="89"/>
                  <a:pt x="3076" y="79"/>
                  <a:pt x="3082" y="69"/>
                </a:cubicBezTo>
                <a:cubicBezTo>
                  <a:pt x="3087" y="59"/>
                  <a:pt x="3095" y="51"/>
                  <a:pt x="3106" y="46"/>
                </a:cubicBezTo>
                <a:cubicBezTo>
                  <a:pt x="3116" y="41"/>
                  <a:pt x="3126" y="38"/>
                  <a:pt x="3137" y="38"/>
                </a:cubicBezTo>
                <a:close/>
                <a:moveTo>
                  <a:pt x="2809" y="652"/>
                </a:moveTo>
                <a:lnTo>
                  <a:pt x="2809" y="652"/>
                </a:lnTo>
                <a:cubicBezTo>
                  <a:pt x="2618" y="187"/>
                  <a:pt x="2618" y="187"/>
                  <a:pt x="2618" y="187"/>
                </a:cubicBezTo>
                <a:cubicBezTo>
                  <a:pt x="2749" y="187"/>
                  <a:pt x="2749" y="187"/>
                  <a:pt x="2749" y="187"/>
                </a:cubicBezTo>
                <a:cubicBezTo>
                  <a:pt x="2839" y="425"/>
                  <a:pt x="2839" y="425"/>
                  <a:pt x="2839" y="425"/>
                </a:cubicBezTo>
                <a:cubicBezTo>
                  <a:pt x="2864" y="504"/>
                  <a:pt x="2864" y="504"/>
                  <a:pt x="2864" y="504"/>
                </a:cubicBezTo>
                <a:cubicBezTo>
                  <a:pt x="2871" y="483"/>
                  <a:pt x="2875" y="470"/>
                  <a:pt x="2877" y="464"/>
                </a:cubicBezTo>
                <a:cubicBezTo>
                  <a:pt x="2881" y="451"/>
                  <a:pt x="2886" y="438"/>
                  <a:pt x="2891" y="425"/>
                </a:cubicBezTo>
                <a:cubicBezTo>
                  <a:pt x="2981" y="187"/>
                  <a:pt x="2981" y="187"/>
                  <a:pt x="2981" y="187"/>
                </a:cubicBezTo>
                <a:cubicBezTo>
                  <a:pt x="3109" y="187"/>
                  <a:pt x="3109" y="187"/>
                  <a:pt x="3109" y="187"/>
                </a:cubicBezTo>
                <a:cubicBezTo>
                  <a:pt x="2921" y="652"/>
                  <a:pt x="2921" y="652"/>
                  <a:pt x="2921" y="652"/>
                </a:cubicBezTo>
                <a:lnTo>
                  <a:pt x="2809" y="652"/>
                </a:lnTo>
                <a:close/>
                <a:moveTo>
                  <a:pt x="1826" y="416"/>
                </a:moveTo>
                <a:lnTo>
                  <a:pt x="1826" y="416"/>
                </a:lnTo>
                <a:cubicBezTo>
                  <a:pt x="1826" y="308"/>
                  <a:pt x="1826" y="308"/>
                  <a:pt x="1826" y="308"/>
                </a:cubicBezTo>
                <a:cubicBezTo>
                  <a:pt x="2110" y="308"/>
                  <a:pt x="2110" y="308"/>
                  <a:pt x="2110" y="308"/>
                </a:cubicBezTo>
                <a:cubicBezTo>
                  <a:pt x="2110" y="563"/>
                  <a:pt x="2110" y="563"/>
                  <a:pt x="2110" y="563"/>
                </a:cubicBezTo>
                <a:cubicBezTo>
                  <a:pt x="2083" y="590"/>
                  <a:pt x="2043" y="613"/>
                  <a:pt x="1990" y="633"/>
                </a:cubicBezTo>
                <a:cubicBezTo>
                  <a:pt x="1938" y="653"/>
                  <a:pt x="1885" y="663"/>
                  <a:pt x="1831" y="663"/>
                </a:cubicBezTo>
                <a:cubicBezTo>
                  <a:pt x="1763" y="663"/>
                  <a:pt x="1703" y="649"/>
                  <a:pt x="1652" y="621"/>
                </a:cubicBezTo>
                <a:cubicBezTo>
                  <a:pt x="1602" y="593"/>
                  <a:pt x="1563" y="552"/>
                  <a:pt x="1538" y="500"/>
                </a:cubicBezTo>
                <a:cubicBezTo>
                  <a:pt x="1512" y="448"/>
                  <a:pt x="1500" y="391"/>
                  <a:pt x="1500" y="329"/>
                </a:cubicBezTo>
                <a:cubicBezTo>
                  <a:pt x="1500" y="262"/>
                  <a:pt x="1514" y="203"/>
                  <a:pt x="1542" y="151"/>
                </a:cubicBezTo>
                <a:cubicBezTo>
                  <a:pt x="1571" y="99"/>
                  <a:pt x="1613" y="59"/>
                  <a:pt x="1668" y="32"/>
                </a:cubicBezTo>
                <a:cubicBezTo>
                  <a:pt x="1709" y="10"/>
                  <a:pt x="1762" y="0"/>
                  <a:pt x="1824" y="0"/>
                </a:cubicBezTo>
                <a:cubicBezTo>
                  <a:pt x="1905" y="0"/>
                  <a:pt x="1968" y="16"/>
                  <a:pt x="2014" y="50"/>
                </a:cubicBezTo>
                <a:cubicBezTo>
                  <a:pt x="2059" y="83"/>
                  <a:pt x="2089" y="129"/>
                  <a:pt x="2102" y="188"/>
                </a:cubicBezTo>
                <a:cubicBezTo>
                  <a:pt x="1971" y="212"/>
                  <a:pt x="1971" y="212"/>
                  <a:pt x="1971" y="212"/>
                </a:cubicBezTo>
                <a:cubicBezTo>
                  <a:pt x="1961" y="181"/>
                  <a:pt x="1944" y="156"/>
                  <a:pt x="1919" y="138"/>
                </a:cubicBezTo>
                <a:cubicBezTo>
                  <a:pt x="1894" y="119"/>
                  <a:pt x="1862" y="110"/>
                  <a:pt x="1824" y="110"/>
                </a:cubicBezTo>
                <a:cubicBezTo>
                  <a:pt x="1766" y="110"/>
                  <a:pt x="1720" y="128"/>
                  <a:pt x="1686" y="164"/>
                </a:cubicBezTo>
                <a:cubicBezTo>
                  <a:pt x="1652" y="200"/>
                  <a:pt x="1635" y="253"/>
                  <a:pt x="1635" y="324"/>
                </a:cubicBezTo>
                <a:cubicBezTo>
                  <a:pt x="1635" y="400"/>
                  <a:pt x="1653" y="457"/>
                  <a:pt x="1687" y="495"/>
                </a:cubicBezTo>
                <a:cubicBezTo>
                  <a:pt x="1722" y="533"/>
                  <a:pt x="1767" y="552"/>
                  <a:pt x="1822" y="552"/>
                </a:cubicBezTo>
                <a:cubicBezTo>
                  <a:pt x="1850" y="552"/>
                  <a:pt x="1878" y="547"/>
                  <a:pt x="1906" y="536"/>
                </a:cubicBezTo>
                <a:cubicBezTo>
                  <a:pt x="1933" y="526"/>
                  <a:pt x="1957" y="513"/>
                  <a:pt x="1977" y="497"/>
                </a:cubicBezTo>
                <a:cubicBezTo>
                  <a:pt x="1977" y="416"/>
                  <a:pt x="1977" y="416"/>
                  <a:pt x="1977" y="416"/>
                </a:cubicBezTo>
                <a:lnTo>
                  <a:pt x="1826" y="416"/>
                </a:lnTo>
                <a:close/>
                <a:moveTo>
                  <a:pt x="1330" y="652"/>
                </a:moveTo>
                <a:lnTo>
                  <a:pt x="1330" y="652"/>
                </a:lnTo>
                <a:cubicBezTo>
                  <a:pt x="1330" y="583"/>
                  <a:pt x="1330" y="583"/>
                  <a:pt x="1330" y="583"/>
                </a:cubicBezTo>
                <a:cubicBezTo>
                  <a:pt x="1313" y="607"/>
                  <a:pt x="1290" y="627"/>
                  <a:pt x="1262" y="641"/>
                </a:cubicBezTo>
                <a:cubicBezTo>
                  <a:pt x="1234" y="655"/>
                  <a:pt x="1205" y="662"/>
                  <a:pt x="1174" y="662"/>
                </a:cubicBezTo>
                <a:cubicBezTo>
                  <a:pt x="1142" y="662"/>
                  <a:pt x="1113" y="656"/>
                  <a:pt x="1088" y="642"/>
                </a:cubicBezTo>
                <a:cubicBezTo>
                  <a:pt x="1063" y="628"/>
                  <a:pt x="1045" y="609"/>
                  <a:pt x="1033" y="584"/>
                </a:cubicBezTo>
                <a:cubicBezTo>
                  <a:pt x="1022" y="559"/>
                  <a:pt x="1016" y="525"/>
                  <a:pt x="1016" y="481"/>
                </a:cubicBezTo>
                <a:cubicBezTo>
                  <a:pt x="1016" y="187"/>
                  <a:pt x="1016" y="187"/>
                  <a:pt x="1016" y="187"/>
                </a:cubicBezTo>
                <a:cubicBezTo>
                  <a:pt x="1141" y="187"/>
                  <a:pt x="1141" y="187"/>
                  <a:pt x="1141" y="187"/>
                </a:cubicBezTo>
                <a:cubicBezTo>
                  <a:pt x="1141" y="401"/>
                  <a:pt x="1141" y="401"/>
                  <a:pt x="1141" y="401"/>
                </a:cubicBezTo>
                <a:cubicBezTo>
                  <a:pt x="1141" y="466"/>
                  <a:pt x="1144" y="506"/>
                  <a:pt x="1148" y="521"/>
                </a:cubicBezTo>
                <a:cubicBezTo>
                  <a:pt x="1153" y="536"/>
                  <a:pt x="1161" y="547"/>
                  <a:pt x="1174" y="556"/>
                </a:cubicBezTo>
                <a:cubicBezTo>
                  <a:pt x="1186" y="564"/>
                  <a:pt x="1201" y="569"/>
                  <a:pt x="1220" y="569"/>
                </a:cubicBezTo>
                <a:cubicBezTo>
                  <a:pt x="1241" y="569"/>
                  <a:pt x="1260" y="563"/>
                  <a:pt x="1277" y="552"/>
                </a:cubicBezTo>
                <a:cubicBezTo>
                  <a:pt x="1294" y="540"/>
                  <a:pt x="1306" y="526"/>
                  <a:pt x="1312" y="509"/>
                </a:cubicBezTo>
                <a:cubicBezTo>
                  <a:pt x="1318" y="492"/>
                  <a:pt x="1321" y="450"/>
                  <a:pt x="1321" y="383"/>
                </a:cubicBezTo>
                <a:cubicBezTo>
                  <a:pt x="1321" y="187"/>
                  <a:pt x="1321" y="187"/>
                  <a:pt x="1321" y="187"/>
                </a:cubicBezTo>
                <a:cubicBezTo>
                  <a:pt x="1447" y="187"/>
                  <a:pt x="1447" y="187"/>
                  <a:pt x="1447" y="187"/>
                </a:cubicBezTo>
                <a:cubicBezTo>
                  <a:pt x="1447" y="652"/>
                  <a:pt x="1447" y="652"/>
                  <a:pt x="1447" y="652"/>
                </a:cubicBezTo>
                <a:lnTo>
                  <a:pt x="1330" y="652"/>
                </a:lnTo>
                <a:close/>
                <a:moveTo>
                  <a:pt x="239" y="382"/>
                </a:moveTo>
                <a:lnTo>
                  <a:pt x="239" y="382"/>
                </a:lnTo>
                <a:cubicBezTo>
                  <a:pt x="0" y="10"/>
                  <a:pt x="0" y="10"/>
                  <a:pt x="0" y="10"/>
                </a:cubicBezTo>
                <a:cubicBezTo>
                  <a:pt x="154" y="10"/>
                  <a:pt x="154" y="10"/>
                  <a:pt x="154" y="10"/>
                </a:cubicBezTo>
                <a:cubicBezTo>
                  <a:pt x="308" y="264"/>
                  <a:pt x="308" y="264"/>
                  <a:pt x="308" y="264"/>
                </a:cubicBezTo>
                <a:cubicBezTo>
                  <a:pt x="459" y="10"/>
                  <a:pt x="459" y="10"/>
                  <a:pt x="459" y="10"/>
                </a:cubicBezTo>
                <a:cubicBezTo>
                  <a:pt x="611" y="10"/>
                  <a:pt x="611" y="10"/>
                  <a:pt x="611" y="10"/>
                </a:cubicBezTo>
                <a:cubicBezTo>
                  <a:pt x="371" y="383"/>
                  <a:pt x="371" y="383"/>
                  <a:pt x="371" y="383"/>
                </a:cubicBezTo>
                <a:cubicBezTo>
                  <a:pt x="371" y="652"/>
                  <a:pt x="371" y="652"/>
                  <a:pt x="371" y="652"/>
                </a:cubicBezTo>
                <a:cubicBezTo>
                  <a:pt x="239" y="652"/>
                  <a:pt x="239" y="652"/>
                  <a:pt x="239" y="652"/>
                </a:cubicBezTo>
                <a:lnTo>
                  <a:pt x="239" y="382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  <a:effectLst/>
        </p:spPr>
        <p:txBody>
          <a:bodyPr wrap="none" anchor="ctr"/>
          <a:lstStyle/>
          <a:p>
            <a:pPr rtl="0"/>
            <a:endParaRPr lang="de-DE" dirty="0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37E799C3-CB17-8FF9-7542-E60447DFAEAD}"/>
              </a:ext>
            </a:extLst>
          </p:cNvPr>
          <p:cNvCxnSpPr>
            <a:cxnSpLocks/>
          </p:cNvCxnSpPr>
          <p:nvPr userDrawn="1"/>
        </p:nvCxnSpPr>
        <p:spPr>
          <a:xfrm>
            <a:off x="539750" y="657225"/>
            <a:ext cx="3576638" cy="0"/>
          </a:xfrm>
          <a:prstGeom prst="line">
            <a:avLst/>
          </a:prstGeom>
          <a:ln w="63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BA00E69E-CF21-2790-566A-96C38622A985}"/>
              </a:ext>
            </a:extLst>
          </p:cNvPr>
          <p:cNvCxnSpPr>
            <a:cxnSpLocks/>
          </p:cNvCxnSpPr>
          <p:nvPr userDrawn="1"/>
        </p:nvCxnSpPr>
        <p:spPr>
          <a:xfrm>
            <a:off x="4303713" y="657225"/>
            <a:ext cx="7348537" cy="0"/>
          </a:xfrm>
          <a:prstGeom prst="line">
            <a:avLst/>
          </a:prstGeom>
          <a:ln w="63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Footer Placeholder 3">
            <a:extLst>
              <a:ext uri="{FF2B5EF4-FFF2-40B4-BE49-F238E27FC236}">
                <a16:creationId xmlns:a16="http://schemas.microsoft.com/office/drawing/2014/main" id="{4B958C09-E51C-9ADC-E8D0-55316A6E15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186488" y="486888"/>
            <a:ext cx="4525962" cy="149730"/>
          </a:xfrm>
        </p:spPr>
        <p:txBody>
          <a:bodyPr/>
          <a:lstStyle>
            <a:lvl1pPr rtl="0">
              <a:defRPr/>
            </a:lvl1pPr>
          </a:lstStyle>
          <a:p>
            <a:r>
              <a:rPr lang="de-DE"/>
              <a:t>Charting Manual</a:t>
            </a:r>
            <a:endParaRPr lang="de-DE" dirty="0"/>
          </a:p>
        </p:txBody>
      </p:sp>
      <p:sp>
        <p:nvSpPr>
          <p:cNvPr id="20" name="Text Placeholder Eyebrow">
            <a:extLst>
              <a:ext uri="{FF2B5EF4-FFF2-40B4-BE49-F238E27FC236}">
                <a16:creationId xmlns:a16="http://schemas.microsoft.com/office/drawing/2014/main" id="{C3600E4F-8465-362E-461C-84C2AA054502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1300163" y="481818"/>
            <a:ext cx="2642400" cy="154800"/>
          </a:xfrm>
        </p:spPr>
        <p:txBody>
          <a:bodyPr/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1"/>
                </a:solidFill>
              </a:defRPr>
            </a:lvl1pPr>
            <a:lvl2pPr marL="180000" indent="0">
              <a:buNone/>
              <a:defRPr sz="900">
                <a:solidFill>
                  <a:schemeClr val="accent1"/>
                </a:solidFill>
              </a:defRPr>
            </a:lvl2pPr>
            <a:lvl3pPr marL="360000" indent="0">
              <a:buNone/>
              <a:defRPr sz="900">
                <a:solidFill>
                  <a:schemeClr val="accent1"/>
                </a:solidFill>
              </a:defRPr>
            </a:lvl3pPr>
            <a:lvl4pPr>
              <a:buNone/>
              <a:defRPr sz="900">
                <a:solidFill>
                  <a:schemeClr val="accent1"/>
                </a:solidFill>
              </a:defRPr>
            </a:lvl4pPr>
            <a:lvl5pPr>
              <a:buNone/>
              <a:defRPr sz="900">
                <a:solidFill>
                  <a:schemeClr val="accent1"/>
                </a:solidFill>
              </a:defRPr>
            </a:lvl5pPr>
          </a:lstStyle>
          <a:p>
            <a:pPr lvl="0"/>
            <a:r>
              <a:rPr lang="de-DE"/>
              <a:t>Click to add Eyebrow text</a:t>
            </a:r>
            <a:endParaRPr lang="de-DE" dirty="0"/>
          </a:p>
        </p:txBody>
      </p:sp>
      <p:sp>
        <p:nvSpPr>
          <p:cNvPr id="21" name="Slide Number Placeholder 4">
            <a:extLst>
              <a:ext uri="{FF2B5EF4-FFF2-40B4-BE49-F238E27FC236}">
                <a16:creationId xmlns:a16="http://schemas.microsoft.com/office/drawing/2014/main" id="{305B56CF-575D-1BC4-2EE3-0EE6E52A96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39750" y="481818"/>
            <a:ext cx="270000" cy="154800"/>
          </a:xfrm>
        </p:spPr>
        <p:txBody>
          <a:bodyPr/>
          <a:lstStyle>
            <a:lvl1pPr algn="l" rtl="0">
              <a:defRPr/>
            </a:lvl1pPr>
          </a:lstStyle>
          <a:p>
            <a:fld id="{23AA811B-2EBD-4900-905E-5BE206449611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211F4737-78C1-BB03-EB26-F592D510EBF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40000" y="907200"/>
            <a:ext cx="11113200" cy="758088"/>
          </a:xfrm>
        </p:spPr>
        <p:txBody>
          <a:bodyPr vert="horz"/>
          <a:lstStyle>
            <a:lvl1pPr rtl="0">
              <a:lnSpc>
                <a:spcPts val="3300"/>
              </a:lnSpc>
              <a:defRPr sz="3200"/>
            </a:lvl1pPr>
          </a:lstStyle>
          <a:p>
            <a:r>
              <a:rPr lang="de-DE"/>
              <a:t>Click to add title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14642520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49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NTENT Four Content">
    <p:bg>
      <p:bgPr>
        <a:solidFill>
          <a:schemeClr val="bg1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hink-cell data - do not delete" hidden="1">
            <a:extLst>
              <a:ext uri="{FF2B5EF4-FFF2-40B4-BE49-F238E27FC236}">
                <a16:creationId xmlns:a16="http://schemas.microsoft.com/office/drawing/2014/main" id="{1AD04BD4-43A6-315A-C69F-B694509E3B3F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71494764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78" imgH="377" progId="TCLayout.ActiveDocument.1">
                  <p:embed/>
                </p:oleObj>
              </mc:Choice>
              <mc:Fallback>
                <p:oleObj name="think-cell Slide" r:id="rId3" imgW="378" imgH="377" progId="TCLayout.ActiveDocument.1">
                  <p:embed/>
                  <p:pic>
                    <p:nvPicPr>
                      <p:cNvPr id="6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1AD04BD4-43A6-315A-C69F-B694509E3B3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Date Placeholder 4" hidden="1">
            <a:extLst>
              <a:ext uri="{FF2B5EF4-FFF2-40B4-BE49-F238E27FC236}">
                <a16:creationId xmlns:a16="http://schemas.microsoft.com/office/drawing/2014/main" id="{079DB1F0-FCCC-467F-BFF2-5B26ACFFF655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>
            <a:lvl1pPr rtl="0">
              <a:defRPr/>
            </a:lvl1pPr>
          </a:lstStyle>
          <a:p>
            <a:fld id="{345FD0A0-6C0C-432A-A33C-9CA264153023}" type="datetime4">
              <a:rPr lang="en-US" smtClean="0"/>
              <a:t>April 23, 2026</a:t>
            </a:fld>
            <a:endParaRPr lang="de-DE" dirty="0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539999" y="1986600"/>
            <a:ext cx="2642400" cy="4338000"/>
          </a:xfrm>
          <a:prstGeom prst="roundRect">
            <a:avLst>
              <a:gd name="adj" fmla="val 5939"/>
            </a:avLst>
          </a:prstGeom>
          <a:solidFill>
            <a:schemeClr val="bg1">
              <a:alpha val="30000"/>
            </a:schemeClr>
          </a:solidFill>
          <a:effectLst>
            <a:outerShdw blurRad="72662" sx="102000" sy="102000" algn="ctr" rotWithShape="0">
              <a:prstClr val="black">
                <a:alpha val="10000"/>
              </a:prstClr>
            </a:outerShdw>
          </a:effectLst>
        </p:spPr>
        <p:txBody>
          <a:bodyPr lIns="180000" tIns="180000" rIns="180000" bIns="180000"/>
          <a:lstStyle>
            <a:lvl1pPr rtl="0">
              <a:defRPr/>
            </a:lvl1pPr>
            <a:lvl2pPr rtl="0">
              <a:defRPr/>
            </a:lvl2pPr>
            <a:lvl3pPr rtl="0">
              <a:defRPr/>
            </a:lvl3pPr>
            <a:lvl4pPr rtl="0">
              <a:defRPr/>
            </a:lvl4pPr>
            <a:lvl5pPr rtl="0">
              <a:defRPr/>
            </a:lvl5pPr>
            <a:lvl6pPr rtl="0">
              <a:defRPr/>
            </a:lvl6pPr>
            <a:lvl7pPr rtl="0">
              <a:defRPr/>
            </a:lvl7pPr>
            <a:lvl8pPr rtl="0">
              <a:defRPr/>
            </a:lvl8pPr>
            <a:lvl9pPr rtl="0">
              <a:defRPr/>
            </a:lvl9pPr>
          </a:lstStyle>
          <a:p>
            <a:pPr lvl="0"/>
            <a:r>
              <a:rPr lang="de-DE" noProof="0"/>
              <a:t>Click to add text                 Enter &amp; TAB for next text level SHIFT+TAB to go back in levels</a:t>
            </a:r>
            <a:endParaRPr lang="de-DE"/>
          </a:p>
          <a:p>
            <a:pPr lvl="1"/>
            <a:r>
              <a:rPr lang="de-DE"/>
              <a:t>Second level</a:t>
            </a:r>
          </a:p>
          <a:p>
            <a:pPr lvl="2"/>
            <a:r>
              <a:rPr lang="de-DE"/>
              <a:t>Third level</a:t>
            </a:r>
          </a:p>
          <a:p>
            <a:pPr lvl="3"/>
            <a:r>
              <a:rPr lang="de-DE"/>
              <a:t>Fourth level</a:t>
            </a:r>
          </a:p>
          <a:p>
            <a:pPr lvl="4"/>
            <a:r>
              <a:rPr lang="de-DE"/>
              <a:t>Fifth level</a:t>
            </a:r>
          </a:p>
          <a:p>
            <a:pPr lvl="5"/>
            <a:r>
              <a:rPr lang="de-DE" noProof="0"/>
              <a:t>6</a:t>
            </a:r>
          </a:p>
          <a:p>
            <a:pPr lvl="6"/>
            <a:r>
              <a:rPr lang="de-DE" noProof="0"/>
              <a:t>7</a:t>
            </a:r>
          </a:p>
          <a:p>
            <a:pPr lvl="7"/>
            <a:r>
              <a:rPr lang="de-DE" noProof="0"/>
              <a:t>8</a:t>
            </a:r>
          </a:p>
          <a:p>
            <a:pPr lvl="8"/>
            <a:r>
              <a:rPr lang="de-DE" noProof="0"/>
              <a:t>9</a:t>
            </a:r>
            <a:endParaRPr lang="de-DE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CEC16A5B-EB77-4119-661E-C736D1EEF2E4}"/>
              </a:ext>
            </a:extLst>
          </p:cNvPr>
          <p:cNvSpPr>
            <a:spLocks noGrp="1"/>
          </p:cNvSpPr>
          <p:nvPr>
            <p:ph idx="34" hasCustomPrompt="1"/>
          </p:nvPr>
        </p:nvSpPr>
        <p:spPr>
          <a:xfrm>
            <a:off x="3368840" y="1986600"/>
            <a:ext cx="2642400" cy="4338000"/>
          </a:xfrm>
          <a:prstGeom prst="roundRect">
            <a:avLst>
              <a:gd name="adj" fmla="val 5939"/>
            </a:avLst>
          </a:prstGeom>
          <a:solidFill>
            <a:schemeClr val="bg1">
              <a:alpha val="30000"/>
            </a:schemeClr>
          </a:solidFill>
          <a:effectLst>
            <a:outerShdw blurRad="72662" sx="102000" sy="102000" algn="ctr" rotWithShape="0">
              <a:prstClr val="black">
                <a:alpha val="10000"/>
              </a:prstClr>
            </a:outerShdw>
          </a:effectLst>
        </p:spPr>
        <p:txBody>
          <a:bodyPr lIns="180000" tIns="180000" rIns="180000" bIns="180000"/>
          <a:lstStyle>
            <a:lvl1pPr rtl="0">
              <a:defRPr/>
            </a:lvl1pPr>
            <a:lvl2pPr rtl="0">
              <a:defRPr/>
            </a:lvl2pPr>
            <a:lvl3pPr rtl="0">
              <a:defRPr/>
            </a:lvl3pPr>
            <a:lvl4pPr rtl="0">
              <a:defRPr/>
            </a:lvl4pPr>
            <a:lvl5pPr rtl="0">
              <a:defRPr/>
            </a:lvl5pPr>
            <a:lvl6pPr rtl="0">
              <a:defRPr/>
            </a:lvl6pPr>
            <a:lvl7pPr rtl="0">
              <a:defRPr/>
            </a:lvl7pPr>
            <a:lvl8pPr rtl="0">
              <a:defRPr/>
            </a:lvl8pPr>
            <a:lvl9pPr rtl="0">
              <a:defRPr/>
            </a:lvl9pPr>
          </a:lstStyle>
          <a:p>
            <a:pPr lvl="0"/>
            <a:r>
              <a:rPr lang="de-DE" noProof="0"/>
              <a:t>Click to add text                 Enter &amp; TAB for next text level SHIFT+TAB to go back in levels</a:t>
            </a:r>
            <a:endParaRPr lang="de-DE"/>
          </a:p>
          <a:p>
            <a:pPr lvl="1"/>
            <a:r>
              <a:rPr lang="de-DE"/>
              <a:t>Second level</a:t>
            </a:r>
          </a:p>
          <a:p>
            <a:pPr lvl="2"/>
            <a:r>
              <a:rPr lang="de-DE"/>
              <a:t>Third level</a:t>
            </a:r>
          </a:p>
          <a:p>
            <a:pPr lvl="3"/>
            <a:r>
              <a:rPr lang="de-DE"/>
              <a:t>Fourth level</a:t>
            </a:r>
          </a:p>
          <a:p>
            <a:pPr lvl="4"/>
            <a:r>
              <a:rPr lang="de-DE"/>
              <a:t>Fifth level</a:t>
            </a:r>
          </a:p>
          <a:p>
            <a:pPr lvl="5"/>
            <a:r>
              <a:rPr lang="de-DE" noProof="0"/>
              <a:t>6</a:t>
            </a:r>
          </a:p>
          <a:p>
            <a:pPr lvl="6"/>
            <a:r>
              <a:rPr lang="de-DE" noProof="0"/>
              <a:t>7</a:t>
            </a:r>
          </a:p>
          <a:p>
            <a:pPr lvl="7"/>
            <a:r>
              <a:rPr lang="de-DE" noProof="0"/>
              <a:t>8</a:t>
            </a:r>
          </a:p>
          <a:p>
            <a:pPr lvl="8"/>
            <a:r>
              <a:rPr lang="de-DE" noProof="0"/>
              <a:t>9</a:t>
            </a:r>
            <a:endParaRPr lang="de-DE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DC821415-7FC5-D991-1CDE-56780DFB2C8E}"/>
              </a:ext>
            </a:extLst>
          </p:cNvPr>
          <p:cNvSpPr>
            <a:spLocks noGrp="1"/>
          </p:cNvSpPr>
          <p:nvPr>
            <p:ph idx="35" hasCustomPrompt="1"/>
          </p:nvPr>
        </p:nvSpPr>
        <p:spPr>
          <a:xfrm>
            <a:off x="6194296" y="1986600"/>
            <a:ext cx="2642400" cy="4338000"/>
          </a:xfrm>
          <a:prstGeom prst="roundRect">
            <a:avLst>
              <a:gd name="adj" fmla="val 5939"/>
            </a:avLst>
          </a:prstGeom>
          <a:solidFill>
            <a:schemeClr val="bg1">
              <a:alpha val="30000"/>
            </a:schemeClr>
          </a:solidFill>
          <a:effectLst>
            <a:outerShdw blurRad="72662" sx="102000" sy="102000" algn="ctr" rotWithShape="0">
              <a:prstClr val="black">
                <a:alpha val="10000"/>
              </a:prstClr>
            </a:outerShdw>
          </a:effectLst>
        </p:spPr>
        <p:txBody>
          <a:bodyPr lIns="180000" tIns="180000" rIns="180000" bIns="180000"/>
          <a:lstStyle>
            <a:lvl1pPr rtl="0">
              <a:defRPr/>
            </a:lvl1pPr>
            <a:lvl2pPr rtl="0">
              <a:defRPr/>
            </a:lvl2pPr>
            <a:lvl3pPr rtl="0">
              <a:defRPr/>
            </a:lvl3pPr>
            <a:lvl4pPr rtl="0">
              <a:defRPr/>
            </a:lvl4pPr>
            <a:lvl5pPr rtl="0">
              <a:defRPr/>
            </a:lvl5pPr>
            <a:lvl6pPr rtl="0">
              <a:defRPr/>
            </a:lvl6pPr>
            <a:lvl7pPr rtl="0">
              <a:defRPr/>
            </a:lvl7pPr>
            <a:lvl8pPr rtl="0">
              <a:defRPr/>
            </a:lvl8pPr>
            <a:lvl9pPr rtl="0">
              <a:defRPr/>
            </a:lvl9pPr>
          </a:lstStyle>
          <a:p>
            <a:pPr lvl="0"/>
            <a:r>
              <a:rPr lang="de-DE" noProof="0"/>
              <a:t>Click to add text                 Enter &amp; TAB for next text level SHIFT+TAB to go back in levels</a:t>
            </a:r>
            <a:endParaRPr lang="de-DE"/>
          </a:p>
          <a:p>
            <a:pPr lvl="1"/>
            <a:r>
              <a:rPr lang="de-DE"/>
              <a:t>Second level</a:t>
            </a:r>
          </a:p>
          <a:p>
            <a:pPr lvl="2"/>
            <a:r>
              <a:rPr lang="de-DE"/>
              <a:t>Third level</a:t>
            </a:r>
          </a:p>
          <a:p>
            <a:pPr lvl="3"/>
            <a:r>
              <a:rPr lang="de-DE"/>
              <a:t>Fourth level</a:t>
            </a:r>
          </a:p>
          <a:p>
            <a:pPr lvl="4"/>
            <a:r>
              <a:rPr lang="de-DE"/>
              <a:t>Fifth level</a:t>
            </a:r>
          </a:p>
          <a:p>
            <a:pPr lvl="5"/>
            <a:r>
              <a:rPr lang="de-DE" noProof="0"/>
              <a:t>6</a:t>
            </a:r>
          </a:p>
          <a:p>
            <a:pPr lvl="6"/>
            <a:r>
              <a:rPr lang="de-DE" noProof="0"/>
              <a:t>7</a:t>
            </a:r>
          </a:p>
          <a:p>
            <a:pPr lvl="7"/>
            <a:r>
              <a:rPr lang="de-DE" noProof="0"/>
              <a:t>8</a:t>
            </a:r>
          </a:p>
          <a:p>
            <a:pPr lvl="8"/>
            <a:r>
              <a:rPr lang="de-DE" noProof="0"/>
              <a:t>9</a:t>
            </a:r>
            <a:endParaRPr lang="de-DE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3BF6E250-E31D-943A-8412-9BCBDA1AABD8}"/>
              </a:ext>
            </a:extLst>
          </p:cNvPr>
          <p:cNvSpPr>
            <a:spLocks noGrp="1"/>
          </p:cNvSpPr>
          <p:nvPr>
            <p:ph idx="36" hasCustomPrompt="1"/>
          </p:nvPr>
        </p:nvSpPr>
        <p:spPr>
          <a:xfrm>
            <a:off x="9003752" y="1986600"/>
            <a:ext cx="2642400" cy="4338000"/>
          </a:xfrm>
          <a:prstGeom prst="roundRect">
            <a:avLst>
              <a:gd name="adj" fmla="val 5939"/>
            </a:avLst>
          </a:prstGeom>
          <a:solidFill>
            <a:schemeClr val="bg1">
              <a:alpha val="30000"/>
            </a:schemeClr>
          </a:solidFill>
          <a:effectLst>
            <a:outerShdw blurRad="72662" sx="102000" sy="102000" algn="ctr" rotWithShape="0">
              <a:prstClr val="black">
                <a:alpha val="10000"/>
              </a:prstClr>
            </a:outerShdw>
          </a:effectLst>
        </p:spPr>
        <p:txBody>
          <a:bodyPr lIns="180000" tIns="180000" rIns="180000" bIns="180000"/>
          <a:lstStyle>
            <a:lvl1pPr rtl="0">
              <a:defRPr/>
            </a:lvl1pPr>
            <a:lvl2pPr rtl="0">
              <a:defRPr/>
            </a:lvl2pPr>
            <a:lvl3pPr rtl="0">
              <a:defRPr/>
            </a:lvl3pPr>
            <a:lvl4pPr rtl="0">
              <a:defRPr/>
            </a:lvl4pPr>
            <a:lvl5pPr rtl="0">
              <a:defRPr/>
            </a:lvl5pPr>
            <a:lvl6pPr rtl="0">
              <a:defRPr/>
            </a:lvl6pPr>
            <a:lvl7pPr rtl="0">
              <a:defRPr/>
            </a:lvl7pPr>
            <a:lvl8pPr rtl="0">
              <a:defRPr/>
            </a:lvl8pPr>
            <a:lvl9pPr rtl="0">
              <a:defRPr/>
            </a:lvl9pPr>
          </a:lstStyle>
          <a:p>
            <a:pPr lvl="0"/>
            <a:r>
              <a:rPr lang="de-DE" noProof="0"/>
              <a:t>Click to add text                 Enter &amp; TAB for next text level SHIFT+TAB to go back in levels</a:t>
            </a:r>
            <a:endParaRPr lang="de-DE"/>
          </a:p>
          <a:p>
            <a:pPr lvl="1"/>
            <a:r>
              <a:rPr lang="de-DE"/>
              <a:t>Second level</a:t>
            </a:r>
          </a:p>
          <a:p>
            <a:pPr lvl="2"/>
            <a:r>
              <a:rPr lang="de-DE"/>
              <a:t>Third level</a:t>
            </a:r>
          </a:p>
          <a:p>
            <a:pPr lvl="3"/>
            <a:r>
              <a:rPr lang="de-DE"/>
              <a:t>Fourth level</a:t>
            </a:r>
          </a:p>
          <a:p>
            <a:pPr lvl="4"/>
            <a:r>
              <a:rPr lang="de-DE"/>
              <a:t>Fifth level</a:t>
            </a:r>
          </a:p>
          <a:p>
            <a:pPr lvl="5"/>
            <a:r>
              <a:rPr lang="de-DE" noProof="0"/>
              <a:t>6</a:t>
            </a:r>
          </a:p>
          <a:p>
            <a:pPr lvl="6"/>
            <a:r>
              <a:rPr lang="de-DE" noProof="0"/>
              <a:t>7</a:t>
            </a:r>
          </a:p>
          <a:p>
            <a:pPr lvl="7"/>
            <a:r>
              <a:rPr lang="de-DE" noProof="0"/>
              <a:t>8</a:t>
            </a:r>
          </a:p>
          <a:p>
            <a:pPr lvl="8"/>
            <a:r>
              <a:rPr lang="de-DE" noProof="0"/>
              <a:t>9</a:t>
            </a:r>
            <a:endParaRPr lang="de-DE" dirty="0"/>
          </a:p>
        </p:txBody>
      </p:sp>
      <p:sp>
        <p:nvSpPr>
          <p:cNvPr id="13" name="Logo">
            <a:extLst>
              <a:ext uri="{FF2B5EF4-FFF2-40B4-BE49-F238E27FC236}">
                <a16:creationId xmlns:a16="http://schemas.microsoft.com/office/drawing/2014/main" id="{000865C2-AD7C-2154-B560-ED2EF1C7494C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1157045" y="491598"/>
            <a:ext cx="493617" cy="102665"/>
          </a:xfrm>
          <a:custGeom>
            <a:avLst/>
            <a:gdLst>
              <a:gd name="T0" fmla="*/ 3133 w 3201"/>
              <a:gd name="T1" fmla="*/ 97 h 664"/>
              <a:gd name="T2" fmla="*/ 3148 w 3201"/>
              <a:gd name="T3" fmla="*/ 81 h 664"/>
              <a:gd name="T4" fmla="*/ 3120 w 3201"/>
              <a:gd name="T5" fmla="*/ 77 h 664"/>
              <a:gd name="T6" fmla="*/ 3109 w 3201"/>
              <a:gd name="T7" fmla="*/ 135 h 664"/>
              <a:gd name="T8" fmla="*/ 3150 w 3201"/>
              <a:gd name="T9" fmla="*/ 69 h 664"/>
              <a:gd name="T10" fmla="*/ 3156 w 3201"/>
              <a:gd name="T11" fmla="*/ 99 h 664"/>
              <a:gd name="T12" fmla="*/ 3158 w 3201"/>
              <a:gd name="T13" fmla="*/ 122 h 664"/>
              <a:gd name="T14" fmla="*/ 3147 w 3201"/>
              <a:gd name="T15" fmla="*/ 124 h 664"/>
              <a:gd name="T16" fmla="*/ 3120 w 3201"/>
              <a:gd name="T17" fmla="*/ 106 h 664"/>
              <a:gd name="T18" fmla="*/ 2276 w 3201"/>
              <a:gd name="T19" fmla="*/ 420 h 664"/>
              <a:gd name="T20" fmla="*/ 2391 w 3201"/>
              <a:gd name="T21" fmla="*/ 562 h 664"/>
              <a:gd name="T22" fmla="*/ 2473 w 3201"/>
              <a:gd name="T23" fmla="*/ 314 h 664"/>
              <a:gd name="T24" fmla="*/ 2276 w 3201"/>
              <a:gd name="T25" fmla="*/ 420 h 664"/>
              <a:gd name="T26" fmla="*/ 2178 w 3201"/>
              <a:gd name="T27" fmla="*/ 294 h 664"/>
              <a:gd name="T28" fmla="*/ 2567 w 3201"/>
              <a:gd name="T29" fmla="*/ 245 h 664"/>
              <a:gd name="T30" fmla="*/ 2392 w 3201"/>
              <a:gd name="T31" fmla="*/ 662 h 664"/>
              <a:gd name="T32" fmla="*/ 2147 w 3201"/>
              <a:gd name="T33" fmla="*/ 413 h 664"/>
              <a:gd name="T34" fmla="*/ 649 w 3201"/>
              <a:gd name="T35" fmla="*/ 526 h 664"/>
              <a:gd name="T36" fmla="*/ 847 w 3201"/>
              <a:gd name="T37" fmla="*/ 419 h 664"/>
              <a:gd name="T38" fmla="*/ 649 w 3201"/>
              <a:gd name="T39" fmla="*/ 314 h 664"/>
              <a:gd name="T40" fmla="*/ 488 w 3201"/>
              <a:gd name="T41" fmla="*/ 413 h 664"/>
              <a:gd name="T42" fmla="*/ 731 w 3201"/>
              <a:gd name="T43" fmla="*/ 177 h 664"/>
              <a:gd name="T44" fmla="*/ 906 w 3201"/>
              <a:gd name="T45" fmla="*/ 593 h 664"/>
              <a:gd name="T46" fmla="*/ 518 w 3201"/>
              <a:gd name="T47" fmla="*/ 549 h 664"/>
              <a:gd name="T48" fmla="*/ 3137 w 3201"/>
              <a:gd name="T49" fmla="*/ 48 h 664"/>
              <a:gd name="T50" fmla="*/ 3084 w 3201"/>
              <a:gd name="T51" fmla="*/ 100 h 664"/>
              <a:gd name="T52" fmla="*/ 3137 w 3201"/>
              <a:gd name="T53" fmla="*/ 152 h 664"/>
              <a:gd name="T54" fmla="*/ 3190 w 3201"/>
              <a:gd name="T55" fmla="*/ 100 h 664"/>
              <a:gd name="T56" fmla="*/ 3137 w 3201"/>
              <a:gd name="T57" fmla="*/ 48 h 664"/>
              <a:gd name="T58" fmla="*/ 3168 w 3201"/>
              <a:gd name="T59" fmla="*/ 46 h 664"/>
              <a:gd name="T60" fmla="*/ 3192 w 3201"/>
              <a:gd name="T61" fmla="*/ 131 h 664"/>
              <a:gd name="T62" fmla="*/ 3105 w 3201"/>
              <a:gd name="T63" fmla="*/ 154 h 664"/>
              <a:gd name="T64" fmla="*/ 3082 w 3201"/>
              <a:gd name="T65" fmla="*/ 69 h 664"/>
              <a:gd name="T66" fmla="*/ 2809 w 3201"/>
              <a:gd name="T67" fmla="*/ 652 h 664"/>
              <a:gd name="T68" fmla="*/ 2749 w 3201"/>
              <a:gd name="T69" fmla="*/ 187 h 664"/>
              <a:gd name="T70" fmla="*/ 2877 w 3201"/>
              <a:gd name="T71" fmla="*/ 464 h 664"/>
              <a:gd name="T72" fmla="*/ 3109 w 3201"/>
              <a:gd name="T73" fmla="*/ 187 h 664"/>
              <a:gd name="T74" fmla="*/ 1826 w 3201"/>
              <a:gd name="T75" fmla="*/ 416 h 664"/>
              <a:gd name="T76" fmla="*/ 2110 w 3201"/>
              <a:gd name="T77" fmla="*/ 308 h 664"/>
              <a:gd name="T78" fmla="*/ 1831 w 3201"/>
              <a:gd name="T79" fmla="*/ 663 h 664"/>
              <a:gd name="T80" fmla="*/ 1500 w 3201"/>
              <a:gd name="T81" fmla="*/ 329 h 664"/>
              <a:gd name="T82" fmla="*/ 1824 w 3201"/>
              <a:gd name="T83" fmla="*/ 0 h 664"/>
              <a:gd name="T84" fmla="*/ 1971 w 3201"/>
              <a:gd name="T85" fmla="*/ 212 h 664"/>
              <a:gd name="T86" fmla="*/ 1686 w 3201"/>
              <a:gd name="T87" fmla="*/ 164 h 664"/>
              <a:gd name="T88" fmla="*/ 1822 w 3201"/>
              <a:gd name="T89" fmla="*/ 552 h 664"/>
              <a:gd name="T90" fmla="*/ 1977 w 3201"/>
              <a:gd name="T91" fmla="*/ 416 h 664"/>
              <a:gd name="T92" fmla="*/ 1330 w 3201"/>
              <a:gd name="T93" fmla="*/ 652 h 664"/>
              <a:gd name="T94" fmla="*/ 1174 w 3201"/>
              <a:gd name="T95" fmla="*/ 662 h 664"/>
              <a:gd name="T96" fmla="*/ 1016 w 3201"/>
              <a:gd name="T97" fmla="*/ 481 h 664"/>
              <a:gd name="T98" fmla="*/ 1141 w 3201"/>
              <a:gd name="T99" fmla="*/ 401 h 664"/>
              <a:gd name="T100" fmla="*/ 1220 w 3201"/>
              <a:gd name="T101" fmla="*/ 569 h 664"/>
              <a:gd name="T102" fmla="*/ 1321 w 3201"/>
              <a:gd name="T103" fmla="*/ 383 h 664"/>
              <a:gd name="T104" fmla="*/ 1447 w 3201"/>
              <a:gd name="T105" fmla="*/ 652 h 664"/>
              <a:gd name="T106" fmla="*/ 239 w 3201"/>
              <a:gd name="T107" fmla="*/ 382 h 664"/>
              <a:gd name="T108" fmla="*/ 308 w 3201"/>
              <a:gd name="T109" fmla="*/ 264 h 664"/>
              <a:gd name="T110" fmla="*/ 371 w 3201"/>
              <a:gd name="T111" fmla="*/ 383 h 664"/>
              <a:gd name="T112" fmla="*/ 239 w 3201"/>
              <a:gd name="T113" fmla="*/ 382 h 66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</a:cxnLst>
            <a:rect l="0" t="0" r="r" b="b"/>
            <a:pathLst>
              <a:path w="3201" h="664">
                <a:moveTo>
                  <a:pt x="3120" y="97"/>
                </a:moveTo>
                <a:lnTo>
                  <a:pt x="3120" y="97"/>
                </a:lnTo>
                <a:cubicBezTo>
                  <a:pt x="3133" y="97"/>
                  <a:pt x="3133" y="97"/>
                  <a:pt x="3133" y="97"/>
                </a:cubicBezTo>
                <a:cubicBezTo>
                  <a:pt x="3140" y="97"/>
                  <a:pt x="3144" y="96"/>
                  <a:pt x="3146" y="94"/>
                </a:cubicBezTo>
                <a:cubicBezTo>
                  <a:pt x="3149" y="92"/>
                  <a:pt x="3150" y="90"/>
                  <a:pt x="3150" y="87"/>
                </a:cubicBezTo>
                <a:cubicBezTo>
                  <a:pt x="3150" y="85"/>
                  <a:pt x="3149" y="83"/>
                  <a:pt x="3148" y="81"/>
                </a:cubicBezTo>
                <a:cubicBezTo>
                  <a:pt x="3147" y="80"/>
                  <a:pt x="3145" y="79"/>
                  <a:pt x="3143" y="78"/>
                </a:cubicBezTo>
                <a:cubicBezTo>
                  <a:pt x="3141" y="77"/>
                  <a:pt x="3138" y="77"/>
                  <a:pt x="3132" y="77"/>
                </a:cubicBezTo>
                <a:cubicBezTo>
                  <a:pt x="3120" y="77"/>
                  <a:pt x="3120" y="77"/>
                  <a:pt x="3120" y="77"/>
                </a:cubicBezTo>
                <a:lnTo>
                  <a:pt x="3120" y="97"/>
                </a:lnTo>
                <a:close/>
                <a:moveTo>
                  <a:pt x="3109" y="135"/>
                </a:moveTo>
                <a:lnTo>
                  <a:pt x="3109" y="135"/>
                </a:lnTo>
                <a:cubicBezTo>
                  <a:pt x="3109" y="68"/>
                  <a:pt x="3109" y="68"/>
                  <a:pt x="3109" y="68"/>
                </a:cubicBezTo>
                <a:cubicBezTo>
                  <a:pt x="3132" y="68"/>
                  <a:pt x="3132" y="68"/>
                  <a:pt x="3132" y="68"/>
                </a:cubicBezTo>
                <a:cubicBezTo>
                  <a:pt x="3140" y="68"/>
                  <a:pt x="3146" y="68"/>
                  <a:pt x="3150" y="69"/>
                </a:cubicBezTo>
                <a:cubicBezTo>
                  <a:pt x="3153" y="71"/>
                  <a:pt x="3156" y="73"/>
                  <a:pt x="3158" y="76"/>
                </a:cubicBezTo>
                <a:cubicBezTo>
                  <a:pt x="3160" y="79"/>
                  <a:pt x="3161" y="82"/>
                  <a:pt x="3161" y="86"/>
                </a:cubicBezTo>
                <a:cubicBezTo>
                  <a:pt x="3161" y="91"/>
                  <a:pt x="3160" y="95"/>
                  <a:pt x="3156" y="99"/>
                </a:cubicBezTo>
                <a:cubicBezTo>
                  <a:pt x="3153" y="102"/>
                  <a:pt x="3148" y="104"/>
                  <a:pt x="3142" y="105"/>
                </a:cubicBezTo>
                <a:cubicBezTo>
                  <a:pt x="3144" y="106"/>
                  <a:pt x="3146" y="107"/>
                  <a:pt x="3148" y="108"/>
                </a:cubicBezTo>
                <a:cubicBezTo>
                  <a:pt x="3150" y="111"/>
                  <a:pt x="3154" y="115"/>
                  <a:pt x="3158" y="122"/>
                </a:cubicBezTo>
                <a:cubicBezTo>
                  <a:pt x="3166" y="135"/>
                  <a:pt x="3166" y="135"/>
                  <a:pt x="3166" y="135"/>
                </a:cubicBezTo>
                <a:cubicBezTo>
                  <a:pt x="3153" y="135"/>
                  <a:pt x="3153" y="135"/>
                  <a:pt x="3153" y="135"/>
                </a:cubicBezTo>
                <a:cubicBezTo>
                  <a:pt x="3147" y="124"/>
                  <a:pt x="3147" y="124"/>
                  <a:pt x="3147" y="124"/>
                </a:cubicBezTo>
                <a:cubicBezTo>
                  <a:pt x="3142" y="116"/>
                  <a:pt x="3138" y="111"/>
                  <a:pt x="3135" y="109"/>
                </a:cubicBezTo>
                <a:cubicBezTo>
                  <a:pt x="3133" y="107"/>
                  <a:pt x="3130" y="106"/>
                  <a:pt x="3126" y="106"/>
                </a:cubicBezTo>
                <a:cubicBezTo>
                  <a:pt x="3120" y="106"/>
                  <a:pt x="3120" y="106"/>
                  <a:pt x="3120" y="106"/>
                </a:cubicBezTo>
                <a:cubicBezTo>
                  <a:pt x="3120" y="135"/>
                  <a:pt x="3120" y="135"/>
                  <a:pt x="3120" y="135"/>
                </a:cubicBezTo>
                <a:lnTo>
                  <a:pt x="3109" y="135"/>
                </a:lnTo>
                <a:close/>
                <a:moveTo>
                  <a:pt x="2276" y="420"/>
                </a:moveTo>
                <a:lnTo>
                  <a:pt x="2276" y="420"/>
                </a:lnTo>
                <a:cubicBezTo>
                  <a:pt x="2276" y="466"/>
                  <a:pt x="2287" y="501"/>
                  <a:pt x="2309" y="526"/>
                </a:cubicBezTo>
                <a:cubicBezTo>
                  <a:pt x="2331" y="550"/>
                  <a:pt x="2359" y="562"/>
                  <a:pt x="2391" y="562"/>
                </a:cubicBezTo>
                <a:cubicBezTo>
                  <a:pt x="2424" y="562"/>
                  <a:pt x="2451" y="550"/>
                  <a:pt x="2473" y="526"/>
                </a:cubicBezTo>
                <a:cubicBezTo>
                  <a:pt x="2495" y="501"/>
                  <a:pt x="2507" y="465"/>
                  <a:pt x="2507" y="419"/>
                </a:cubicBezTo>
                <a:cubicBezTo>
                  <a:pt x="2507" y="373"/>
                  <a:pt x="2495" y="338"/>
                  <a:pt x="2473" y="314"/>
                </a:cubicBezTo>
                <a:cubicBezTo>
                  <a:pt x="2451" y="289"/>
                  <a:pt x="2424" y="277"/>
                  <a:pt x="2391" y="277"/>
                </a:cubicBezTo>
                <a:cubicBezTo>
                  <a:pt x="2359" y="277"/>
                  <a:pt x="2331" y="289"/>
                  <a:pt x="2309" y="314"/>
                </a:cubicBezTo>
                <a:cubicBezTo>
                  <a:pt x="2287" y="338"/>
                  <a:pt x="2276" y="374"/>
                  <a:pt x="2276" y="420"/>
                </a:cubicBezTo>
                <a:close/>
                <a:moveTo>
                  <a:pt x="2147" y="413"/>
                </a:moveTo>
                <a:lnTo>
                  <a:pt x="2147" y="413"/>
                </a:lnTo>
                <a:cubicBezTo>
                  <a:pt x="2147" y="372"/>
                  <a:pt x="2157" y="333"/>
                  <a:pt x="2178" y="294"/>
                </a:cubicBezTo>
                <a:cubicBezTo>
                  <a:pt x="2198" y="256"/>
                  <a:pt x="2228" y="227"/>
                  <a:pt x="2265" y="207"/>
                </a:cubicBezTo>
                <a:cubicBezTo>
                  <a:pt x="2302" y="187"/>
                  <a:pt x="2344" y="177"/>
                  <a:pt x="2391" y="177"/>
                </a:cubicBezTo>
                <a:cubicBezTo>
                  <a:pt x="2462" y="177"/>
                  <a:pt x="2521" y="200"/>
                  <a:pt x="2567" y="245"/>
                </a:cubicBezTo>
                <a:cubicBezTo>
                  <a:pt x="2613" y="291"/>
                  <a:pt x="2635" y="349"/>
                  <a:pt x="2635" y="418"/>
                </a:cubicBezTo>
                <a:cubicBezTo>
                  <a:pt x="2635" y="489"/>
                  <a:pt x="2612" y="547"/>
                  <a:pt x="2566" y="593"/>
                </a:cubicBezTo>
                <a:cubicBezTo>
                  <a:pt x="2520" y="639"/>
                  <a:pt x="2462" y="662"/>
                  <a:pt x="2392" y="662"/>
                </a:cubicBezTo>
                <a:cubicBezTo>
                  <a:pt x="2348" y="662"/>
                  <a:pt x="2307" y="653"/>
                  <a:pt x="2268" y="634"/>
                </a:cubicBezTo>
                <a:cubicBezTo>
                  <a:pt x="2228" y="614"/>
                  <a:pt x="2198" y="586"/>
                  <a:pt x="2178" y="549"/>
                </a:cubicBezTo>
                <a:cubicBezTo>
                  <a:pt x="2157" y="512"/>
                  <a:pt x="2147" y="466"/>
                  <a:pt x="2147" y="413"/>
                </a:cubicBezTo>
                <a:close/>
                <a:moveTo>
                  <a:pt x="616" y="420"/>
                </a:moveTo>
                <a:lnTo>
                  <a:pt x="616" y="420"/>
                </a:lnTo>
                <a:cubicBezTo>
                  <a:pt x="616" y="466"/>
                  <a:pt x="627" y="501"/>
                  <a:pt x="649" y="526"/>
                </a:cubicBezTo>
                <a:cubicBezTo>
                  <a:pt x="671" y="550"/>
                  <a:pt x="699" y="562"/>
                  <a:pt x="732" y="562"/>
                </a:cubicBezTo>
                <a:cubicBezTo>
                  <a:pt x="764" y="562"/>
                  <a:pt x="792" y="550"/>
                  <a:pt x="814" y="526"/>
                </a:cubicBezTo>
                <a:cubicBezTo>
                  <a:pt x="836" y="501"/>
                  <a:pt x="847" y="465"/>
                  <a:pt x="847" y="419"/>
                </a:cubicBezTo>
                <a:cubicBezTo>
                  <a:pt x="847" y="373"/>
                  <a:pt x="836" y="338"/>
                  <a:pt x="814" y="314"/>
                </a:cubicBezTo>
                <a:cubicBezTo>
                  <a:pt x="792" y="289"/>
                  <a:pt x="764" y="277"/>
                  <a:pt x="732" y="277"/>
                </a:cubicBezTo>
                <a:cubicBezTo>
                  <a:pt x="699" y="277"/>
                  <a:pt x="671" y="289"/>
                  <a:pt x="649" y="314"/>
                </a:cubicBezTo>
                <a:cubicBezTo>
                  <a:pt x="627" y="338"/>
                  <a:pt x="616" y="374"/>
                  <a:pt x="616" y="420"/>
                </a:cubicBezTo>
                <a:close/>
                <a:moveTo>
                  <a:pt x="488" y="413"/>
                </a:moveTo>
                <a:lnTo>
                  <a:pt x="488" y="413"/>
                </a:lnTo>
                <a:cubicBezTo>
                  <a:pt x="488" y="372"/>
                  <a:pt x="498" y="333"/>
                  <a:pt x="518" y="294"/>
                </a:cubicBezTo>
                <a:cubicBezTo>
                  <a:pt x="539" y="256"/>
                  <a:pt x="568" y="227"/>
                  <a:pt x="605" y="207"/>
                </a:cubicBezTo>
                <a:cubicBezTo>
                  <a:pt x="643" y="187"/>
                  <a:pt x="685" y="177"/>
                  <a:pt x="731" y="177"/>
                </a:cubicBezTo>
                <a:cubicBezTo>
                  <a:pt x="803" y="177"/>
                  <a:pt x="861" y="200"/>
                  <a:pt x="907" y="245"/>
                </a:cubicBezTo>
                <a:cubicBezTo>
                  <a:pt x="953" y="291"/>
                  <a:pt x="976" y="349"/>
                  <a:pt x="976" y="418"/>
                </a:cubicBezTo>
                <a:cubicBezTo>
                  <a:pt x="976" y="489"/>
                  <a:pt x="953" y="547"/>
                  <a:pt x="906" y="593"/>
                </a:cubicBezTo>
                <a:cubicBezTo>
                  <a:pt x="860" y="639"/>
                  <a:pt x="802" y="662"/>
                  <a:pt x="732" y="662"/>
                </a:cubicBezTo>
                <a:cubicBezTo>
                  <a:pt x="689" y="662"/>
                  <a:pt x="647" y="653"/>
                  <a:pt x="608" y="634"/>
                </a:cubicBezTo>
                <a:cubicBezTo>
                  <a:pt x="569" y="614"/>
                  <a:pt x="539" y="586"/>
                  <a:pt x="518" y="549"/>
                </a:cubicBezTo>
                <a:cubicBezTo>
                  <a:pt x="498" y="512"/>
                  <a:pt x="488" y="466"/>
                  <a:pt x="488" y="413"/>
                </a:cubicBezTo>
                <a:close/>
                <a:moveTo>
                  <a:pt x="3137" y="48"/>
                </a:moveTo>
                <a:lnTo>
                  <a:pt x="3137" y="48"/>
                </a:lnTo>
                <a:cubicBezTo>
                  <a:pt x="3128" y="48"/>
                  <a:pt x="3119" y="51"/>
                  <a:pt x="3111" y="55"/>
                </a:cubicBezTo>
                <a:cubicBezTo>
                  <a:pt x="3102" y="60"/>
                  <a:pt x="3096" y="66"/>
                  <a:pt x="3091" y="74"/>
                </a:cubicBezTo>
                <a:cubicBezTo>
                  <a:pt x="3086" y="83"/>
                  <a:pt x="3084" y="91"/>
                  <a:pt x="3084" y="100"/>
                </a:cubicBezTo>
                <a:cubicBezTo>
                  <a:pt x="3084" y="109"/>
                  <a:pt x="3086" y="118"/>
                  <a:pt x="3091" y="126"/>
                </a:cubicBezTo>
                <a:cubicBezTo>
                  <a:pt x="3095" y="134"/>
                  <a:pt x="3102" y="141"/>
                  <a:pt x="3110" y="145"/>
                </a:cubicBezTo>
                <a:cubicBezTo>
                  <a:pt x="3119" y="150"/>
                  <a:pt x="3128" y="152"/>
                  <a:pt x="3137" y="152"/>
                </a:cubicBezTo>
                <a:cubicBezTo>
                  <a:pt x="3146" y="152"/>
                  <a:pt x="3155" y="150"/>
                  <a:pt x="3163" y="145"/>
                </a:cubicBezTo>
                <a:cubicBezTo>
                  <a:pt x="3171" y="141"/>
                  <a:pt x="3178" y="134"/>
                  <a:pt x="3182" y="126"/>
                </a:cubicBezTo>
                <a:cubicBezTo>
                  <a:pt x="3187" y="118"/>
                  <a:pt x="3190" y="109"/>
                  <a:pt x="3190" y="100"/>
                </a:cubicBezTo>
                <a:cubicBezTo>
                  <a:pt x="3190" y="91"/>
                  <a:pt x="3187" y="83"/>
                  <a:pt x="3182" y="74"/>
                </a:cubicBezTo>
                <a:cubicBezTo>
                  <a:pt x="3178" y="66"/>
                  <a:pt x="3171" y="60"/>
                  <a:pt x="3163" y="55"/>
                </a:cubicBezTo>
                <a:cubicBezTo>
                  <a:pt x="3154" y="51"/>
                  <a:pt x="3145" y="48"/>
                  <a:pt x="3137" y="48"/>
                </a:cubicBezTo>
                <a:close/>
                <a:moveTo>
                  <a:pt x="3137" y="38"/>
                </a:moveTo>
                <a:lnTo>
                  <a:pt x="3137" y="38"/>
                </a:lnTo>
                <a:cubicBezTo>
                  <a:pt x="3147" y="38"/>
                  <a:pt x="3158" y="41"/>
                  <a:pt x="3168" y="46"/>
                </a:cubicBezTo>
                <a:cubicBezTo>
                  <a:pt x="3178" y="51"/>
                  <a:pt x="3186" y="59"/>
                  <a:pt x="3191" y="69"/>
                </a:cubicBezTo>
                <a:cubicBezTo>
                  <a:pt x="3197" y="79"/>
                  <a:pt x="3200" y="89"/>
                  <a:pt x="3200" y="100"/>
                </a:cubicBezTo>
                <a:cubicBezTo>
                  <a:pt x="3200" y="111"/>
                  <a:pt x="3197" y="121"/>
                  <a:pt x="3192" y="131"/>
                </a:cubicBezTo>
                <a:cubicBezTo>
                  <a:pt x="3186" y="141"/>
                  <a:pt x="3178" y="149"/>
                  <a:pt x="3168" y="154"/>
                </a:cubicBezTo>
                <a:cubicBezTo>
                  <a:pt x="3158" y="160"/>
                  <a:pt x="3148" y="162"/>
                  <a:pt x="3137" y="162"/>
                </a:cubicBezTo>
                <a:cubicBezTo>
                  <a:pt x="3126" y="162"/>
                  <a:pt x="3115" y="160"/>
                  <a:pt x="3105" y="154"/>
                </a:cubicBezTo>
                <a:cubicBezTo>
                  <a:pt x="3095" y="149"/>
                  <a:pt x="3087" y="141"/>
                  <a:pt x="3082" y="131"/>
                </a:cubicBezTo>
                <a:cubicBezTo>
                  <a:pt x="3076" y="121"/>
                  <a:pt x="3073" y="111"/>
                  <a:pt x="3073" y="100"/>
                </a:cubicBezTo>
                <a:cubicBezTo>
                  <a:pt x="3073" y="89"/>
                  <a:pt x="3076" y="79"/>
                  <a:pt x="3082" y="69"/>
                </a:cubicBezTo>
                <a:cubicBezTo>
                  <a:pt x="3087" y="59"/>
                  <a:pt x="3095" y="51"/>
                  <a:pt x="3106" y="46"/>
                </a:cubicBezTo>
                <a:cubicBezTo>
                  <a:pt x="3116" y="41"/>
                  <a:pt x="3126" y="38"/>
                  <a:pt x="3137" y="38"/>
                </a:cubicBezTo>
                <a:close/>
                <a:moveTo>
                  <a:pt x="2809" y="652"/>
                </a:moveTo>
                <a:lnTo>
                  <a:pt x="2809" y="652"/>
                </a:lnTo>
                <a:cubicBezTo>
                  <a:pt x="2618" y="187"/>
                  <a:pt x="2618" y="187"/>
                  <a:pt x="2618" y="187"/>
                </a:cubicBezTo>
                <a:cubicBezTo>
                  <a:pt x="2749" y="187"/>
                  <a:pt x="2749" y="187"/>
                  <a:pt x="2749" y="187"/>
                </a:cubicBezTo>
                <a:cubicBezTo>
                  <a:pt x="2839" y="425"/>
                  <a:pt x="2839" y="425"/>
                  <a:pt x="2839" y="425"/>
                </a:cubicBezTo>
                <a:cubicBezTo>
                  <a:pt x="2864" y="504"/>
                  <a:pt x="2864" y="504"/>
                  <a:pt x="2864" y="504"/>
                </a:cubicBezTo>
                <a:cubicBezTo>
                  <a:pt x="2871" y="483"/>
                  <a:pt x="2875" y="470"/>
                  <a:pt x="2877" y="464"/>
                </a:cubicBezTo>
                <a:cubicBezTo>
                  <a:pt x="2881" y="451"/>
                  <a:pt x="2886" y="438"/>
                  <a:pt x="2891" y="425"/>
                </a:cubicBezTo>
                <a:cubicBezTo>
                  <a:pt x="2981" y="187"/>
                  <a:pt x="2981" y="187"/>
                  <a:pt x="2981" y="187"/>
                </a:cubicBezTo>
                <a:cubicBezTo>
                  <a:pt x="3109" y="187"/>
                  <a:pt x="3109" y="187"/>
                  <a:pt x="3109" y="187"/>
                </a:cubicBezTo>
                <a:cubicBezTo>
                  <a:pt x="2921" y="652"/>
                  <a:pt x="2921" y="652"/>
                  <a:pt x="2921" y="652"/>
                </a:cubicBezTo>
                <a:lnTo>
                  <a:pt x="2809" y="652"/>
                </a:lnTo>
                <a:close/>
                <a:moveTo>
                  <a:pt x="1826" y="416"/>
                </a:moveTo>
                <a:lnTo>
                  <a:pt x="1826" y="416"/>
                </a:lnTo>
                <a:cubicBezTo>
                  <a:pt x="1826" y="308"/>
                  <a:pt x="1826" y="308"/>
                  <a:pt x="1826" y="308"/>
                </a:cubicBezTo>
                <a:cubicBezTo>
                  <a:pt x="2110" y="308"/>
                  <a:pt x="2110" y="308"/>
                  <a:pt x="2110" y="308"/>
                </a:cubicBezTo>
                <a:cubicBezTo>
                  <a:pt x="2110" y="563"/>
                  <a:pt x="2110" y="563"/>
                  <a:pt x="2110" y="563"/>
                </a:cubicBezTo>
                <a:cubicBezTo>
                  <a:pt x="2083" y="590"/>
                  <a:pt x="2043" y="613"/>
                  <a:pt x="1990" y="633"/>
                </a:cubicBezTo>
                <a:cubicBezTo>
                  <a:pt x="1938" y="653"/>
                  <a:pt x="1885" y="663"/>
                  <a:pt x="1831" y="663"/>
                </a:cubicBezTo>
                <a:cubicBezTo>
                  <a:pt x="1763" y="663"/>
                  <a:pt x="1703" y="649"/>
                  <a:pt x="1652" y="621"/>
                </a:cubicBezTo>
                <a:cubicBezTo>
                  <a:pt x="1602" y="593"/>
                  <a:pt x="1563" y="552"/>
                  <a:pt x="1538" y="500"/>
                </a:cubicBezTo>
                <a:cubicBezTo>
                  <a:pt x="1512" y="448"/>
                  <a:pt x="1500" y="391"/>
                  <a:pt x="1500" y="329"/>
                </a:cubicBezTo>
                <a:cubicBezTo>
                  <a:pt x="1500" y="262"/>
                  <a:pt x="1514" y="203"/>
                  <a:pt x="1542" y="151"/>
                </a:cubicBezTo>
                <a:cubicBezTo>
                  <a:pt x="1571" y="99"/>
                  <a:pt x="1613" y="59"/>
                  <a:pt x="1668" y="32"/>
                </a:cubicBezTo>
                <a:cubicBezTo>
                  <a:pt x="1709" y="10"/>
                  <a:pt x="1762" y="0"/>
                  <a:pt x="1824" y="0"/>
                </a:cubicBezTo>
                <a:cubicBezTo>
                  <a:pt x="1905" y="0"/>
                  <a:pt x="1968" y="16"/>
                  <a:pt x="2014" y="50"/>
                </a:cubicBezTo>
                <a:cubicBezTo>
                  <a:pt x="2059" y="83"/>
                  <a:pt x="2089" y="129"/>
                  <a:pt x="2102" y="188"/>
                </a:cubicBezTo>
                <a:cubicBezTo>
                  <a:pt x="1971" y="212"/>
                  <a:pt x="1971" y="212"/>
                  <a:pt x="1971" y="212"/>
                </a:cubicBezTo>
                <a:cubicBezTo>
                  <a:pt x="1961" y="181"/>
                  <a:pt x="1944" y="156"/>
                  <a:pt x="1919" y="138"/>
                </a:cubicBezTo>
                <a:cubicBezTo>
                  <a:pt x="1894" y="119"/>
                  <a:pt x="1862" y="110"/>
                  <a:pt x="1824" y="110"/>
                </a:cubicBezTo>
                <a:cubicBezTo>
                  <a:pt x="1766" y="110"/>
                  <a:pt x="1720" y="128"/>
                  <a:pt x="1686" y="164"/>
                </a:cubicBezTo>
                <a:cubicBezTo>
                  <a:pt x="1652" y="200"/>
                  <a:pt x="1635" y="253"/>
                  <a:pt x="1635" y="324"/>
                </a:cubicBezTo>
                <a:cubicBezTo>
                  <a:pt x="1635" y="400"/>
                  <a:pt x="1653" y="457"/>
                  <a:pt x="1687" y="495"/>
                </a:cubicBezTo>
                <a:cubicBezTo>
                  <a:pt x="1722" y="533"/>
                  <a:pt x="1767" y="552"/>
                  <a:pt x="1822" y="552"/>
                </a:cubicBezTo>
                <a:cubicBezTo>
                  <a:pt x="1850" y="552"/>
                  <a:pt x="1878" y="547"/>
                  <a:pt x="1906" y="536"/>
                </a:cubicBezTo>
                <a:cubicBezTo>
                  <a:pt x="1933" y="526"/>
                  <a:pt x="1957" y="513"/>
                  <a:pt x="1977" y="497"/>
                </a:cubicBezTo>
                <a:cubicBezTo>
                  <a:pt x="1977" y="416"/>
                  <a:pt x="1977" y="416"/>
                  <a:pt x="1977" y="416"/>
                </a:cubicBezTo>
                <a:lnTo>
                  <a:pt x="1826" y="416"/>
                </a:lnTo>
                <a:close/>
                <a:moveTo>
                  <a:pt x="1330" y="652"/>
                </a:moveTo>
                <a:lnTo>
                  <a:pt x="1330" y="652"/>
                </a:lnTo>
                <a:cubicBezTo>
                  <a:pt x="1330" y="583"/>
                  <a:pt x="1330" y="583"/>
                  <a:pt x="1330" y="583"/>
                </a:cubicBezTo>
                <a:cubicBezTo>
                  <a:pt x="1313" y="607"/>
                  <a:pt x="1290" y="627"/>
                  <a:pt x="1262" y="641"/>
                </a:cubicBezTo>
                <a:cubicBezTo>
                  <a:pt x="1234" y="655"/>
                  <a:pt x="1205" y="662"/>
                  <a:pt x="1174" y="662"/>
                </a:cubicBezTo>
                <a:cubicBezTo>
                  <a:pt x="1142" y="662"/>
                  <a:pt x="1113" y="656"/>
                  <a:pt x="1088" y="642"/>
                </a:cubicBezTo>
                <a:cubicBezTo>
                  <a:pt x="1063" y="628"/>
                  <a:pt x="1045" y="609"/>
                  <a:pt x="1033" y="584"/>
                </a:cubicBezTo>
                <a:cubicBezTo>
                  <a:pt x="1022" y="559"/>
                  <a:pt x="1016" y="525"/>
                  <a:pt x="1016" y="481"/>
                </a:cubicBezTo>
                <a:cubicBezTo>
                  <a:pt x="1016" y="187"/>
                  <a:pt x="1016" y="187"/>
                  <a:pt x="1016" y="187"/>
                </a:cubicBezTo>
                <a:cubicBezTo>
                  <a:pt x="1141" y="187"/>
                  <a:pt x="1141" y="187"/>
                  <a:pt x="1141" y="187"/>
                </a:cubicBezTo>
                <a:cubicBezTo>
                  <a:pt x="1141" y="401"/>
                  <a:pt x="1141" y="401"/>
                  <a:pt x="1141" y="401"/>
                </a:cubicBezTo>
                <a:cubicBezTo>
                  <a:pt x="1141" y="466"/>
                  <a:pt x="1144" y="506"/>
                  <a:pt x="1148" y="521"/>
                </a:cubicBezTo>
                <a:cubicBezTo>
                  <a:pt x="1153" y="536"/>
                  <a:pt x="1161" y="547"/>
                  <a:pt x="1174" y="556"/>
                </a:cubicBezTo>
                <a:cubicBezTo>
                  <a:pt x="1186" y="564"/>
                  <a:pt x="1201" y="569"/>
                  <a:pt x="1220" y="569"/>
                </a:cubicBezTo>
                <a:cubicBezTo>
                  <a:pt x="1241" y="569"/>
                  <a:pt x="1260" y="563"/>
                  <a:pt x="1277" y="552"/>
                </a:cubicBezTo>
                <a:cubicBezTo>
                  <a:pt x="1294" y="540"/>
                  <a:pt x="1306" y="526"/>
                  <a:pt x="1312" y="509"/>
                </a:cubicBezTo>
                <a:cubicBezTo>
                  <a:pt x="1318" y="492"/>
                  <a:pt x="1321" y="450"/>
                  <a:pt x="1321" y="383"/>
                </a:cubicBezTo>
                <a:cubicBezTo>
                  <a:pt x="1321" y="187"/>
                  <a:pt x="1321" y="187"/>
                  <a:pt x="1321" y="187"/>
                </a:cubicBezTo>
                <a:cubicBezTo>
                  <a:pt x="1447" y="187"/>
                  <a:pt x="1447" y="187"/>
                  <a:pt x="1447" y="187"/>
                </a:cubicBezTo>
                <a:cubicBezTo>
                  <a:pt x="1447" y="652"/>
                  <a:pt x="1447" y="652"/>
                  <a:pt x="1447" y="652"/>
                </a:cubicBezTo>
                <a:lnTo>
                  <a:pt x="1330" y="652"/>
                </a:lnTo>
                <a:close/>
                <a:moveTo>
                  <a:pt x="239" y="382"/>
                </a:moveTo>
                <a:lnTo>
                  <a:pt x="239" y="382"/>
                </a:lnTo>
                <a:cubicBezTo>
                  <a:pt x="0" y="10"/>
                  <a:pt x="0" y="10"/>
                  <a:pt x="0" y="10"/>
                </a:cubicBezTo>
                <a:cubicBezTo>
                  <a:pt x="154" y="10"/>
                  <a:pt x="154" y="10"/>
                  <a:pt x="154" y="10"/>
                </a:cubicBezTo>
                <a:cubicBezTo>
                  <a:pt x="308" y="264"/>
                  <a:pt x="308" y="264"/>
                  <a:pt x="308" y="264"/>
                </a:cubicBezTo>
                <a:cubicBezTo>
                  <a:pt x="459" y="10"/>
                  <a:pt x="459" y="10"/>
                  <a:pt x="459" y="10"/>
                </a:cubicBezTo>
                <a:cubicBezTo>
                  <a:pt x="611" y="10"/>
                  <a:pt x="611" y="10"/>
                  <a:pt x="611" y="10"/>
                </a:cubicBezTo>
                <a:cubicBezTo>
                  <a:pt x="371" y="383"/>
                  <a:pt x="371" y="383"/>
                  <a:pt x="371" y="383"/>
                </a:cubicBezTo>
                <a:cubicBezTo>
                  <a:pt x="371" y="652"/>
                  <a:pt x="371" y="652"/>
                  <a:pt x="371" y="652"/>
                </a:cubicBezTo>
                <a:cubicBezTo>
                  <a:pt x="239" y="652"/>
                  <a:pt x="239" y="652"/>
                  <a:pt x="239" y="652"/>
                </a:cubicBezTo>
                <a:lnTo>
                  <a:pt x="239" y="382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  <a:effectLst/>
        </p:spPr>
        <p:txBody>
          <a:bodyPr wrap="none" anchor="ctr"/>
          <a:lstStyle/>
          <a:p>
            <a:pPr rtl="0"/>
            <a:endParaRPr lang="de-DE" dirty="0">
              <a:solidFill>
                <a:schemeClr val="bg1"/>
              </a:solidFill>
            </a:endParaRP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37E799C3-CB17-8FF9-7542-E60447DFAEAD}"/>
              </a:ext>
            </a:extLst>
          </p:cNvPr>
          <p:cNvCxnSpPr>
            <a:cxnSpLocks/>
          </p:cNvCxnSpPr>
          <p:nvPr userDrawn="1"/>
        </p:nvCxnSpPr>
        <p:spPr>
          <a:xfrm>
            <a:off x="539750" y="657225"/>
            <a:ext cx="3576638" cy="0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BA00E69E-CF21-2790-566A-96C38622A985}"/>
              </a:ext>
            </a:extLst>
          </p:cNvPr>
          <p:cNvCxnSpPr>
            <a:cxnSpLocks/>
          </p:cNvCxnSpPr>
          <p:nvPr userDrawn="1"/>
        </p:nvCxnSpPr>
        <p:spPr>
          <a:xfrm>
            <a:off x="4303713" y="657225"/>
            <a:ext cx="7348537" cy="0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Footer Placeholder 3">
            <a:extLst>
              <a:ext uri="{FF2B5EF4-FFF2-40B4-BE49-F238E27FC236}">
                <a16:creationId xmlns:a16="http://schemas.microsoft.com/office/drawing/2014/main" id="{4B958C09-E51C-9ADC-E8D0-55316A6E15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186488" y="486888"/>
            <a:ext cx="4525962" cy="149730"/>
          </a:xfrm>
        </p:spPr>
        <p:txBody>
          <a:bodyPr/>
          <a:lstStyle>
            <a:lvl1pPr rtl="0"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Charting Manual</a:t>
            </a:r>
            <a:endParaRPr lang="de-DE" dirty="0"/>
          </a:p>
        </p:txBody>
      </p:sp>
      <p:sp>
        <p:nvSpPr>
          <p:cNvPr id="20" name="Text Placeholder Eyebrow">
            <a:extLst>
              <a:ext uri="{FF2B5EF4-FFF2-40B4-BE49-F238E27FC236}">
                <a16:creationId xmlns:a16="http://schemas.microsoft.com/office/drawing/2014/main" id="{C3600E4F-8465-362E-461C-84C2AA054502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1300163" y="481818"/>
            <a:ext cx="2642400" cy="154800"/>
          </a:xfrm>
        </p:spPr>
        <p:txBody>
          <a:bodyPr/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bg1"/>
                </a:solidFill>
              </a:defRPr>
            </a:lvl1pPr>
            <a:lvl2pPr marL="180000" indent="0">
              <a:buNone/>
              <a:defRPr sz="900">
                <a:solidFill>
                  <a:schemeClr val="accent1"/>
                </a:solidFill>
              </a:defRPr>
            </a:lvl2pPr>
            <a:lvl3pPr marL="360000" indent="0">
              <a:buNone/>
              <a:defRPr sz="900">
                <a:solidFill>
                  <a:schemeClr val="accent1"/>
                </a:solidFill>
              </a:defRPr>
            </a:lvl3pPr>
            <a:lvl4pPr>
              <a:buNone/>
              <a:defRPr sz="900">
                <a:solidFill>
                  <a:schemeClr val="accent1"/>
                </a:solidFill>
              </a:defRPr>
            </a:lvl4pPr>
            <a:lvl5pPr>
              <a:buNone/>
              <a:defRPr sz="900">
                <a:solidFill>
                  <a:schemeClr val="accent1"/>
                </a:solidFill>
              </a:defRPr>
            </a:lvl5pPr>
          </a:lstStyle>
          <a:p>
            <a:pPr lvl="0"/>
            <a:r>
              <a:rPr lang="de-DE"/>
              <a:t>Click to add Eyebrow text</a:t>
            </a:r>
            <a:endParaRPr lang="de-DE" dirty="0"/>
          </a:p>
        </p:txBody>
      </p:sp>
      <p:sp>
        <p:nvSpPr>
          <p:cNvPr id="21" name="Slide Number Placeholder 4">
            <a:extLst>
              <a:ext uri="{FF2B5EF4-FFF2-40B4-BE49-F238E27FC236}">
                <a16:creationId xmlns:a16="http://schemas.microsoft.com/office/drawing/2014/main" id="{305B56CF-575D-1BC4-2EE3-0EE6E52A96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39750" y="481818"/>
            <a:ext cx="270000" cy="154800"/>
          </a:xfrm>
        </p:spPr>
        <p:txBody>
          <a:bodyPr/>
          <a:lstStyle>
            <a:lvl1pPr algn="l" rtl="0">
              <a:defRPr>
                <a:solidFill>
                  <a:schemeClr val="bg1"/>
                </a:solidFill>
              </a:defRPr>
            </a:lvl1pPr>
          </a:lstStyle>
          <a:p>
            <a:fld id="{23AA811B-2EBD-4900-905E-5BE206449611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56C32BFF-892C-AD0F-0004-A3CEB4838AF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40000" y="907200"/>
            <a:ext cx="11113200" cy="758088"/>
          </a:xfrm>
        </p:spPr>
        <p:txBody>
          <a:bodyPr vert="horz"/>
          <a:lstStyle>
            <a:lvl1pPr rtl="0">
              <a:lnSpc>
                <a:spcPts val="3300"/>
              </a:lnSpc>
              <a:defRPr sz="3200">
                <a:solidFill>
                  <a:schemeClr val="bg1"/>
                </a:solidFill>
              </a:defRPr>
            </a:lvl1pPr>
          </a:lstStyle>
          <a:p>
            <a:r>
              <a:rPr lang="de-DE"/>
              <a:t>Click to add title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45318689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49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Header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hink-cell data - do not delete" hidden="1">
            <a:extLst>
              <a:ext uri="{FF2B5EF4-FFF2-40B4-BE49-F238E27FC236}">
                <a16:creationId xmlns:a16="http://schemas.microsoft.com/office/drawing/2014/main" id="{33D92E12-76BF-5392-96FC-A260F7155C0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10750563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78" imgH="377" progId="TCLayout.ActiveDocument.1">
                  <p:embed/>
                </p:oleObj>
              </mc:Choice>
              <mc:Fallback>
                <p:oleObj name="think-cell Slide" r:id="rId3" imgW="378" imgH="377" progId="TCLayout.ActiveDocument.1">
                  <p:embed/>
                  <p:pic>
                    <p:nvPicPr>
                      <p:cNvPr id="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33D92E12-76BF-5392-96FC-A260F7155C0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8" name="Picture Placeholder 17">
            <a:extLst>
              <a:ext uri="{FF2B5EF4-FFF2-40B4-BE49-F238E27FC236}">
                <a16:creationId xmlns:a16="http://schemas.microsoft.com/office/drawing/2014/main" id="{E149A4EF-72D8-39AF-3AD2-866DED10BB52}"/>
              </a:ext>
            </a:extLst>
          </p:cNvPr>
          <p:cNvSpPr>
            <a:spLocks noGrp="1"/>
          </p:cNvSpPr>
          <p:nvPr>
            <p:ph type="pic" sz="quarter" idx="30"/>
          </p:nvPr>
        </p:nvSpPr>
        <p:spPr>
          <a:xfrm>
            <a:off x="0" y="0"/>
            <a:ext cx="4303713" cy="6858000"/>
          </a:xfrm>
          <a:solidFill>
            <a:schemeClr val="bg2"/>
          </a:solidFill>
        </p:spPr>
        <p:txBody>
          <a:bodyPr/>
          <a:lstStyle>
            <a:lvl1pPr marL="0" indent="0">
              <a:buNone/>
              <a:defRPr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r>
              <a:rPr lang="de-DE"/>
              <a:t>Bild durch Klicken auf Symbol hinzufügen</a:t>
            </a:r>
            <a:endParaRPr lang="en-MX" dirty="0"/>
          </a:p>
        </p:txBody>
      </p:sp>
      <p:sp>
        <p:nvSpPr>
          <p:cNvPr id="5" name="Date Placeholder 4" hidden="1">
            <a:extLst>
              <a:ext uri="{FF2B5EF4-FFF2-40B4-BE49-F238E27FC236}">
                <a16:creationId xmlns:a16="http://schemas.microsoft.com/office/drawing/2014/main" id="{D83966FA-DB6B-4EB7-B191-94841F123E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rtl="0">
              <a:defRPr/>
            </a:lvl1pPr>
          </a:lstStyle>
          <a:p>
            <a:fld id="{4D29A219-B416-4A19-A343-A6609F9B0089}" type="datetime4">
              <a:rPr lang="en-US" smtClean="0"/>
              <a:t>April 23, 2026</a:t>
            </a:fld>
            <a:endParaRPr lang="de-DE" dirty="0"/>
          </a:p>
        </p:txBody>
      </p:sp>
      <p:sp>
        <p:nvSpPr>
          <p:cNvPr id="7" name="Logo">
            <a:extLst>
              <a:ext uri="{FF2B5EF4-FFF2-40B4-BE49-F238E27FC236}">
                <a16:creationId xmlns:a16="http://schemas.microsoft.com/office/drawing/2014/main" id="{A725902D-E246-B044-D1BB-CCB46E743421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1157045" y="491598"/>
            <a:ext cx="493617" cy="102665"/>
          </a:xfrm>
          <a:custGeom>
            <a:avLst/>
            <a:gdLst>
              <a:gd name="T0" fmla="*/ 3133 w 3201"/>
              <a:gd name="T1" fmla="*/ 97 h 664"/>
              <a:gd name="T2" fmla="*/ 3148 w 3201"/>
              <a:gd name="T3" fmla="*/ 81 h 664"/>
              <a:gd name="T4" fmla="*/ 3120 w 3201"/>
              <a:gd name="T5" fmla="*/ 77 h 664"/>
              <a:gd name="T6" fmla="*/ 3109 w 3201"/>
              <a:gd name="T7" fmla="*/ 135 h 664"/>
              <a:gd name="T8" fmla="*/ 3150 w 3201"/>
              <a:gd name="T9" fmla="*/ 69 h 664"/>
              <a:gd name="T10" fmla="*/ 3156 w 3201"/>
              <a:gd name="T11" fmla="*/ 99 h 664"/>
              <a:gd name="T12" fmla="*/ 3158 w 3201"/>
              <a:gd name="T13" fmla="*/ 122 h 664"/>
              <a:gd name="T14" fmla="*/ 3147 w 3201"/>
              <a:gd name="T15" fmla="*/ 124 h 664"/>
              <a:gd name="T16" fmla="*/ 3120 w 3201"/>
              <a:gd name="T17" fmla="*/ 106 h 664"/>
              <a:gd name="T18" fmla="*/ 2276 w 3201"/>
              <a:gd name="T19" fmla="*/ 420 h 664"/>
              <a:gd name="T20" fmla="*/ 2391 w 3201"/>
              <a:gd name="T21" fmla="*/ 562 h 664"/>
              <a:gd name="T22" fmla="*/ 2473 w 3201"/>
              <a:gd name="T23" fmla="*/ 314 h 664"/>
              <a:gd name="T24" fmla="*/ 2276 w 3201"/>
              <a:gd name="T25" fmla="*/ 420 h 664"/>
              <a:gd name="T26" fmla="*/ 2178 w 3201"/>
              <a:gd name="T27" fmla="*/ 294 h 664"/>
              <a:gd name="T28" fmla="*/ 2567 w 3201"/>
              <a:gd name="T29" fmla="*/ 245 h 664"/>
              <a:gd name="T30" fmla="*/ 2392 w 3201"/>
              <a:gd name="T31" fmla="*/ 662 h 664"/>
              <a:gd name="T32" fmla="*/ 2147 w 3201"/>
              <a:gd name="T33" fmla="*/ 413 h 664"/>
              <a:gd name="T34" fmla="*/ 649 w 3201"/>
              <a:gd name="T35" fmla="*/ 526 h 664"/>
              <a:gd name="T36" fmla="*/ 847 w 3201"/>
              <a:gd name="T37" fmla="*/ 419 h 664"/>
              <a:gd name="T38" fmla="*/ 649 w 3201"/>
              <a:gd name="T39" fmla="*/ 314 h 664"/>
              <a:gd name="T40" fmla="*/ 488 w 3201"/>
              <a:gd name="T41" fmla="*/ 413 h 664"/>
              <a:gd name="T42" fmla="*/ 731 w 3201"/>
              <a:gd name="T43" fmla="*/ 177 h 664"/>
              <a:gd name="T44" fmla="*/ 906 w 3201"/>
              <a:gd name="T45" fmla="*/ 593 h 664"/>
              <a:gd name="T46" fmla="*/ 518 w 3201"/>
              <a:gd name="T47" fmla="*/ 549 h 664"/>
              <a:gd name="T48" fmla="*/ 3137 w 3201"/>
              <a:gd name="T49" fmla="*/ 48 h 664"/>
              <a:gd name="T50" fmla="*/ 3084 w 3201"/>
              <a:gd name="T51" fmla="*/ 100 h 664"/>
              <a:gd name="T52" fmla="*/ 3137 w 3201"/>
              <a:gd name="T53" fmla="*/ 152 h 664"/>
              <a:gd name="T54" fmla="*/ 3190 w 3201"/>
              <a:gd name="T55" fmla="*/ 100 h 664"/>
              <a:gd name="T56" fmla="*/ 3137 w 3201"/>
              <a:gd name="T57" fmla="*/ 48 h 664"/>
              <a:gd name="T58" fmla="*/ 3168 w 3201"/>
              <a:gd name="T59" fmla="*/ 46 h 664"/>
              <a:gd name="T60" fmla="*/ 3192 w 3201"/>
              <a:gd name="T61" fmla="*/ 131 h 664"/>
              <a:gd name="T62" fmla="*/ 3105 w 3201"/>
              <a:gd name="T63" fmla="*/ 154 h 664"/>
              <a:gd name="T64" fmla="*/ 3082 w 3201"/>
              <a:gd name="T65" fmla="*/ 69 h 664"/>
              <a:gd name="T66" fmla="*/ 2809 w 3201"/>
              <a:gd name="T67" fmla="*/ 652 h 664"/>
              <a:gd name="T68" fmla="*/ 2749 w 3201"/>
              <a:gd name="T69" fmla="*/ 187 h 664"/>
              <a:gd name="T70" fmla="*/ 2877 w 3201"/>
              <a:gd name="T71" fmla="*/ 464 h 664"/>
              <a:gd name="T72" fmla="*/ 3109 w 3201"/>
              <a:gd name="T73" fmla="*/ 187 h 664"/>
              <a:gd name="T74" fmla="*/ 1826 w 3201"/>
              <a:gd name="T75" fmla="*/ 416 h 664"/>
              <a:gd name="T76" fmla="*/ 2110 w 3201"/>
              <a:gd name="T77" fmla="*/ 308 h 664"/>
              <a:gd name="T78" fmla="*/ 1831 w 3201"/>
              <a:gd name="T79" fmla="*/ 663 h 664"/>
              <a:gd name="T80" fmla="*/ 1500 w 3201"/>
              <a:gd name="T81" fmla="*/ 329 h 664"/>
              <a:gd name="T82" fmla="*/ 1824 w 3201"/>
              <a:gd name="T83" fmla="*/ 0 h 664"/>
              <a:gd name="T84" fmla="*/ 1971 w 3201"/>
              <a:gd name="T85" fmla="*/ 212 h 664"/>
              <a:gd name="T86" fmla="*/ 1686 w 3201"/>
              <a:gd name="T87" fmla="*/ 164 h 664"/>
              <a:gd name="T88" fmla="*/ 1822 w 3201"/>
              <a:gd name="T89" fmla="*/ 552 h 664"/>
              <a:gd name="T90" fmla="*/ 1977 w 3201"/>
              <a:gd name="T91" fmla="*/ 416 h 664"/>
              <a:gd name="T92" fmla="*/ 1330 w 3201"/>
              <a:gd name="T93" fmla="*/ 652 h 664"/>
              <a:gd name="T94" fmla="*/ 1174 w 3201"/>
              <a:gd name="T95" fmla="*/ 662 h 664"/>
              <a:gd name="T96" fmla="*/ 1016 w 3201"/>
              <a:gd name="T97" fmla="*/ 481 h 664"/>
              <a:gd name="T98" fmla="*/ 1141 w 3201"/>
              <a:gd name="T99" fmla="*/ 401 h 664"/>
              <a:gd name="T100" fmla="*/ 1220 w 3201"/>
              <a:gd name="T101" fmla="*/ 569 h 664"/>
              <a:gd name="T102" fmla="*/ 1321 w 3201"/>
              <a:gd name="T103" fmla="*/ 383 h 664"/>
              <a:gd name="T104" fmla="*/ 1447 w 3201"/>
              <a:gd name="T105" fmla="*/ 652 h 664"/>
              <a:gd name="T106" fmla="*/ 239 w 3201"/>
              <a:gd name="T107" fmla="*/ 382 h 664"/>
              <a:gd name="T108" fmla="*/ 308 w 3201"/>
              <a:gd name="T109" fmla="*/ 264 h 664"/>
              <a:gd name="T110" fmla="*/ 371 w 3201"/>
              <a:gd name="T111" fmla="*/ 383 h 664"/>
              <a:gd name="T112" fmla="*/ 239 w 3201"/>
              <a:gd name="T113" fmla="*/ 382 h 66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</a:cxnLst>
            <a:rect l="0" t="0" r="r" b="b"/>
            <a:pathLst>
              <a:path w="3201" h="664">
                <a:moveTo>
                  <a:pt x="3120" y="97"/>
                </a:moveTo>
                <a:lnTo>
                  <a:pt x="3120" y="97"/>
                </a:lnTo>
                <a:cubicBezTo>
                  <a:pt x="3133" y="97"/>
                  <a:pt x="3133" y="97"/>
                  <a:pt x="3133" y="97"/>
                </a:cubicBezTo>
                <a:cubicBezTo>
                  <a:pt x="3140" y="97"/>
                  <a:pt x="3144" y="96"/>
                  <a:pt x="3146" y="94"/>
                </a:cubicBezTo>
                <a:cubicBezTo>
                  <a:pt x="3149" y="92"/>
                  <a:pt x="3150" y="90"/>
                  <a:pt x="3150" y="87"/>
                </a:cubicBezTo>
                <a:cubicBezTo>
                  <a:pt x="3150" y="85"/>
                  <a:pt x="3149" y="83"/>
                  <a:pt x="3148" y="81"/>
                </a:cubicBezTo>
                <a:cubicBezTo>
                  <a:pt x="3147" y="80"/>
                  <a:pt x="3145" y="79"/>
                  <a:pt x="3143" y="78"/>
                </a:cubicBezTo>
                <a:cubicBezTo>
                  <a:pt x="3141" y="77"/>
                  <a:pt x="3138" y="77"/>
                  <a:pt x="3132" y="77"/>
                </a:cubicBezTo>
                <a:cubicBezTo>
                  <a:pt x="3120" y="77"/>
                  <a:pt x="3120" y="77"/>
                  <a:pt x="3120" y="77"/>
                </a:cubicBezTo>
                <a:lnTo>
                  <a:pt x="3120" y="97"/>
                </a:lnTo>
                <a:close/>
                <a:moveTo>
                  <a:pt x="3109" y="135"/>
                </a:moveTo>
                <a:lnTo>
                  <a:pt x="3109" y="135"/>
                </a:lnTo>
                <a:cubicBezTo>
                  <a:pt x="3109" y="68"/>
                  <a:pt x="3109" y="68"/>
                  <a:pt x="3109" y="68"/>
                </a:cubicBezTo>
                <a:cubicBezTo>
                  <a:pt x="3132" y="68"/>
                  <a:pt x="3132" y="68"/>
                  <a:pt x="3132" y="68"/>
                </a:cubicBezTo>
                <a:cubicBezTo>
                  <a:pt x="3140" y="68"/>
                  <a:pt x="3146" y="68"/>
                  <a:pt x="3150" y="69"/>
                </a:cubicBezTo>
                <a:cubicBezTo>
                  <a:pt x="3153" y="71"/>
                  <a:pt x="3156" y="73"/>
                  <a:pt x="3158" y="76"/>
                </a:cubicBezTo>
                <a:cubicBezTo>
                  <a:pt x="3160" y="79"/>
                  <a:pt x="3161" y="82"/>
                  <a:pt x="3161" y="86"/>
                </a:cubicBezTo>
                <a:cubicBezTo>
                  <a:pt x="3161" y="91"/>
                  <a:pt x="3160" y="95"/>
                  <a:pt x="3156" y="99"/>
                </a:cubicBezTo>
                <a:cubicBezTo>
                  <a:pt x="3153" y="102"/>
                  <a:pt x="3148" y="104"/>
                  <a:pt x="3142" y="105"/>
                </a:cubicBezTo>
                <a:cubicBezTo>
                  <a:pt x="3144" y="106"/>
                  <a:pt x="3146" y="107"/>
                  <a:pt x="3148" y="108"/>
                </a:cubicBezTo>
                <a:cubicBezTo>
                  <a:pt x="3150" y="111"/>
                  <a:pt x="3154" y="115"/>
                  <a:pt x="3158" y="122"/>
                </a:cubicBezTo>
                <a:cubicBezTo>
                  <a:pt x="3166" y="135"/>
                  <a:pt x="3166" y="135"/>
                  <a:pt x="3166" y="135"/>
                </a:cubicBezTo>
                <a:cubicBezTo>
                  <a:pt x="3153" y="135"/>
                  <a:pt x="3153" y="135"/>
                  <a:pt x="3153" y="135"/>
                </a:cubicBezTo>
                <a:cubicBezTo>
                  <a:pt x="3147" y="124"/>
                  <a:pt x="3147" y="124"/>
                  <a:pt x="3147" y="124"/>
                </a:cubicBezTo>
                <a:cubicBezTo>
                  <a:pt x="3142" y="116"/>
                  <a:pt x="3138" y="111"/>
                  <a:pt x="3135" y="109"/>
                </a:cubicBezTo>
                <a:cubicBezTo>
                  <a:pt x="3133" y="107"/>
                  <a:pt x="3130" y="106"/>
                  <a:pt x="3126" y="106"/>
                </a:cubicBezTo>
                <a:cubicBezTo>
                  <a:pt x="3120" y="106"/>
                  <a:pt x="3120" y="106"/>
                  <a:pt x="3120" y="106"/>
                </a:cubicBezTo>
                <a:cubicBezTo>
                  <a:pt x="3120" y="135"/>
                  <a:pt x="3120" y="135"/>
                  <a:pt x="3120" y="135"/>
                </a:cubicBezTo>
                <a:lnTo>
                  <a:pt x="3109" y="135"/>
                </a:lnTo>
                <a:close/>
                <a:moveTo>
                  <a:pt x="2276" y="420"/>
                </a:moveTo>
                <a:lnTo>
                  <a:pt x="2276" y="420"/>
                </a:lnTo>
                <a:cubicBezTo>
                  <a:pt x="2276" y="466"/>
                  <a:pt x="2287" y="501"/>
                  <a:pt x="2309" y="526"/>
                </a:cubicBezTo>
                <a:cubicBezTo>
                  <a:pt x="2331" y="550"/>
                  <a:pt x="2359" y="562"/>
                  <a:pt x="2391" y="562"/>
                </a:cubicBezTo>
                <a:cubicBezTo>
                  <a:pt x="2424" y="562"/>
                  <a:pt x="2451" y="550"/>
                  <a:pt x="2473" y="526"/>
                </a:cubicBezTo>
                <a:cubicBezTo>
                  <a:pt x="2495" y="501"/>
                  <a:pt x="2507" y="465"/>
                  <a:pt x="2507" y="419"/>
                </a:cubicBezTo>
                <a:cubicBezTo>
                  <a:pt x="2507" y="373"/>
                  <a:pt x="2495" y="338"/>
                  <a:pt x="2473" y="314"/>
                </a:cubicBezTo>
                <a:cubicBezTo>
                  <a:pt x="2451" y="289"/>
                  <a:pt x="2424" y="277"/>
                  <a:pt x="2391" y="277"/>
                </a:cubicBezTo>
                <a:cubicBezTo>
                  <a:pt x="2359" y="277"/>
                  <a:pt x="2331" y="289"/>
                  <a:pt x="2309" y="314"/>
                </a:cubicBezTo>
                <a:cubicBezTo>
                  <a:pt x="2287" y="338"/>
                  <a:pt x="2276" y="374"/>
                  <a:pt x="2276" y="420"/>
                </a:cubicBezTo>
                <a:close/>
                <a:moveTo>
                  <a:pt x="2147" y="413"/>
                </a:moveTo>
                <a:lnTo>
                  <a:pt x="2147" y="413"/>
                </a:lnTo>
                <a:cubicBezTo>
                  <a:pt x="2147" y="372"/>
                  <a:pt x="2157" y="333"/>
                  <a:pt x="2178" y="294"/>
                </a:cubicBezTo>
                <a:cubicBezTo>
                  <a:pt x="2198" y="256"/>
                  <a:pt x="2228" y="227"/>
                  <a:pt x="2265" y="207"/>
                </a:cubicBezTo>
                <a:cubicBezTo>
                  <a:pt x="2302" y="187"/>
                  <a:pt x="2344" y="177"/>
                  <a:pt x="2391" y="177"/>
                </a:cubicBezTo>
                <a:cubicBezTo>
                  <a:pt x="2462" y="177"/>
                  <a:pt x="2521" y="200"/>
                  <a:pt x="2567" y="245"/>
                </a:cubicBezTo>
                <a:cubicBezTo>
                  <a:pt x="2613" y="291"/>
                  <a:pt x="2635" y="349"/>
                  <a:pt x="2635" y="418"/>
                </a:cubicBezTo>
                <a:cubicBezTo>
                  <a:pt x="2635" y="489"/>
                  <a:pt x="2612" y="547"/>
                  <a:pt x="2566" y="593"/>
                </a:cubicBezTo>
                <a:cubicBezTo>
                  <a:pt x="2520" y="639"/>
                  <a:pt x="2462" y="662"/>
                  <a:pt x="2392" y="662"/>
                </a:cubicBezTo>
                <a:cubicBezTo>
                  <a:pt x="2348" y="662"/>
                  <a:pt x="2307" y="653"/>
                  <a:pt x="2268" y="634"/>
                </a:cubicBezTo>
                <a:cubicBezTo>
                  <a:pt x="2228" y="614"/>
                  <a:pt x="2198" y="586"/>
                  <a:pt x="2178" y="549"/>
                </a:cubicBezTo>
                <a:cubicBezTo>
                  <a:pt x="2157" y="512"/>
                  <a:pt x="2147" y="466"/>
                  <a:pt x="2147" y="413"/>
                </a:cubicBezTo>
                <a:close/>
                <a:moveTo>
                  <a:pt x="616" y="420"/>
                </a:moveTo>
                <a:lnTo>
                  <a:pt x="616" y="420"/>
                </a:lnTo>
                <a:cubicBezTo>
                  <a:pt x="616" y="466"/>
                  <a:pt x="627" y="501"/>
                  <a:pt x="649" y="526"/>
                </a:cubicBezTo>
                <a:cubicBezTo>
                  <a:pt x="671" y="550"/>
                  <a:pt x="699" y="562"/>
                  <a:pt x="732" y="562"/>
                </a:cubicBezTo>
                <a:cubicBezTo>
                  <a:pt x="764" y="562"/>
                  <a:pt x="792" y="550"/>
                  <a:pt x="814" y="526"/>
                </a:cubicBezTo>
                <a:cubicBezTo>
                  <a:pt x="836" y="501"/>
                  <a:pt x="847" y="465"/>
                  <a:pt x="847" y="419"/>
                </a:cubicBezTo>
                <a:cubicBezTo>
                  <a:pt x="847" y="373"/>
                  <a:pt x="836" y="338"/>
                  <a:pt x="814" y="314"/>
                </a:cubicBezTo>
                <a:cubicBezTo>
                  <a:pt x="792" y="289"/>
                  <a:pt x="764" y="277"/>
                  <a:pt x="732" y="277"/>
                </a:cubicBezTo>
                <a:cubicBezTo>
                  <a:pt x="699" y="277"/>
                  <a:pt x="671" y="289"/>
                  <a:pt x="649" y="314"/>
                </a:cubicBezTo>
                <a:cubicBezTo>
                  <a:pt x="627" y="338"/>
                  <a:pt x="616" y="374"/>
                  <a:pt x="616" y="420"/>
                </a:cubicBezTo>
                <a:close/>
                <a:moveTo>
                  <a:pt x="488" y="413"/>
                </a:moveTo>
                <a:lnTo>
                  <a:pt x="488" y="413"/>
                </a:lnTo>
                <a:cubicBezTo>
                  <a:pt x="488" y="372"/>
                  <a:pt x="498" y="333"/>
                  <a:pt x="518" y="294"/>
                </a:cubicBezTo>
                <a:cubicBezTo>
                  <a:pt x="539" y="256"/>
                  <a:pt x="568" y="227"/>
                  <a:pt x="605" y="207"/>
                </a:cubicBezTo>
                <a:cubicBezTo>
                  <a:pt x="643" y="187"/>
                  <a:pt x="685" y="177"/>
                  <a:pt x="731" y="177"/>
                </a:cubicBezTo>
                <a:cubicBezTo>
                  <a:pt x="803" y="177"/>
                  <a:pt x="861" y="200"/>
                  <a:pt x="907" y="245"/>
                </a:cubicBezTo>
                <a:cubicBezTo>
                  <a:pt x="953" y="291"/>
                  <a:pt x="976" y="349"/>
                  <a:pt x="976" y="418"/>
                </a:cubicBezTo>
                <a:cubicBezTo>
                  <a:pt x="976" y="489"/>
                  <a:pt x="953" y="547"/>
                  <a:pt x="906" y="593"/>
                </a:cubicBezTo>
                <a:cubicBezTo>
                  <a:pt x="860" y="639"/>
                  <a:pt x="802" y="662"/>
                  <a:pt x="732" y="662"/>
                </a:cubicBezTo>
                <a:cubicBezTo>
                  <a:pt x="689" y="662"/>
                  <a:pt x="647" y="653"/>
                  <a:pt x="608" y="634"/>
                </a:cubicBezTo>
                <a:cubicBezTo>
                  <a:pt x="569" y="614"/>
                  <a:pt x="539" y="586"/>
                  <a:pt x="518" y="549"/>
                </a:cubicBezTo>
                <a:cubicBezTo>
                  <a:pt x="498" y="512"/>
                  <a:pt x="488" y="466"/>
                  <a:pt x="488" y="413"/>
                </a:cubicBezTo>
                <a:close/>
                <a:moveTo>
                  <a:pt x="3137" y="48"/>
                </a:moveTo>
                <a:lnTo>
                  <a:pt x="3137" y="48"/>
                </a:lnTo>
                <a:cubicBezTo>
                  <a:pt x="3128" y="48"/>
                  <a:pt x="3119" y="51"/>
                  <a:pt x="3111" y="55"/>
                </a:cubicBezTo>
                <a:cubicBezTo>
                  <a:pt x="3102" y="60"/>
                  <a:pt x="3096" y="66"/>
                  <a:pt x="3091" y="74"/>
                </a:cubicBezTo>
                <a:cubicBezTo>
                  <a:pt x="3086" y="83"/>
                  <a:pt x="3084" y="91"/>
                  <a:pt x="3084" y="100"/>
                </a:cubicBezTo>
                <a:cubicBezTo>
                  <a:pt x="3084" y="109"/>
                  <a:pt x="3086" y="118"/>
                  <a:pt x="3091" y="126"/>
                </a:cubicBezTo>
                <a:cubicBezTo>
                  <a:pt x="3095" y="134"/>
                  <a:pt x="3102" y="141"/>
                  <a:pt x="3110" y="145"/>
                </a:cubicBezTo>
                <a:cubicBezTo>
                  <a:pt x="3119" y="150"/>
                  <a:pt x="3128" y="152"/>
                  <a:pt x="3137" y="152"/>
                </a:cubicBezTo>
                <a:cubicBezTo>
                  <a:pt x="3146" y="152"/>
                  <a:pt x="3155" y="150"/>
                  <a:pt x="3163" y="145"/>
                </a:cubicBezTo>
                <a:cubicBezTo>
                  <a:pt x="3171" y="141"/>
                  <a:pt x="3178" y="134"/>
                  <a:pt x="3182" y="126"/>
                </a:cubicBezTo>
                <a:cubicBezTo>
                  <a:pt x="3187" y="118"/>
                  <a:pt x="3190" y="109"/>
                  <a:pt x="3190" y="100"/>
                </a:cubicBezTo>
                <a:cubicBezTo>
                  <a:pt x="3190" y="91"/>
                  <a:pt x="3187" y="83"/>
                  <a:pt x="3182" y="74"/>
                </a:cubicBezTo>
                <a:cubicBezTo>
                  <a:pt x="3178" y="66"/>
                  <a:pt x="3171" y="60"/>
                  <a:pt x="3163" y="55"/>
                </a:cubicBezTo>
                <a:cubicBezTo>
                  <a:pt x="3154" y="51"/>
                  <a:pt x="3145" y="48"/>
                  <a:pt x="3137" y="48"/>
                </a:cubicBezTo>
                <a:close/>
                <a:moveTo>
                  <a:pt x="3137" y="38"/>
                </a:moveTo>
                <a:lnTo>
                  <a:pt x="3137" y="38"/>
                </a:lnTo>
                <a:cubicBezTo>
                  <a:pt x="3147" y="38"/>
                  <a:pt x="3158" y="41"/>
                  <a:pt x="3168" y="46"/>
                </a:cubicBezTo>
                <a:cubicBezTo>
                  <a:pt x="3178" y="51"/>
                  <a:pt x="3186" y="59"/>
                  <a:pt x="3191" y="69"/>
                </a:cubicBezTo>
                <a:cubicBezTo>
                  <a:pt x="3197" y="79"/>
                  <a:pt x="3200" y="89"/>
                  <a:pt x="3200" y="100"/>
                </a:cubicBezTo>
                <a:cubicBezTo>
                  <a:pt x="3200" y="111"/>
                  <a:pt x="3197" y="121"/>
                  <a:pt x="3192" y="131"/>
                </a:cubicBezTo>
                <a:cubicBezTo>
                  <a:pt x="3186" y="141"/>
                  <a:pt x="3178" y="149"/>
                  <a:pt x="3168" y="154"/>
                </a:cubicBezTo>
                <a:cubicBezTo>
                  <a:pt x="3158" y="160"/>
                  <a:pt x="3148" y="162"/>
                  <a:pt x="3137" y="162"/>
                </a:cubicBezTo>
                <a:cubicBezTo>
                  <a:pt x="3126" y="162"/>
                  <a:pt x="3115" y="160"/>
                  <a:pt x="3105" y="154"/>
                </a:cubicBezTo>
                <a:cubicBezTo>
                  <a:pt x="3095" y="149"/>
                  <a:pt x="3087" y="141"/>
                  <a:pt x="3082" y="131"/>
                </a:cubicBezTo>
                <a:cubicBezTo>
                  <a:pt x="3076" y="121"/>
                  <a:pt x="3073" y="111"/>
                  <a:pt x="3073" y="100"/>
                </a:cubicBezTo>
                <a:cubicBezTo>
                  <a:pt x="3073" y="89"/>
                  <a:pt x="3076" y="79"/>
                  <a:pt x="3082" y="69"/>
                </a:cubicBezTo>
                <a:cubicBezTo>
                  <a:pt x="3087" y="59"/>
                  <a:pt x="3095" y="51"/>
                  <a:pt x="3106" y="46"/>
                </a:cubicBezTo>
                <a:cubicBezTo>
                  <a:pt x="3116" y="41"/>
                  <a:pt x="3126" y="38"/>
                  <a:pt x="3137" y="38"/>
                </a:cubicBezTo>
                <a:close/>
                <a:moveTo>
                  <a:pt x="2809" y="652"/>
                </a:moveTo>
                <a:lnTo>
                  <a:pt x="2809" y="652"/>
                </a:lnTo>
                <a:cubicBezTo>
                  <a:pt x="2618" y="187"/>
                  <a:pt x="2618" y="187"/>
                  <a:pt x="2618" y="187"/>
                </a:cubicBezTo>
                <a:cubicBezTo>
                  <a:pt x="2749" y="187"/>
                  <a:pt x="2749" y="187"/>
                  <a:pt x="2749" y="187"/>
                </a:cubicBezTo>
                <a:cubicBezTo>
                  <a:pt x="2839" y="425"/>
                  <a:pt x="2839" y="425"/>
                  <a:pt x="2839" y="425"/>
                </a:cubicBezTo>
                <a:cubicBezTo>
                  <a:pt x="2864" y="504"/>
                  <a:pt x="2864" y="504"/>
                  <a:pt x="2864" y="504"/>
                </a:cubicBezTo>
                <a:cubicBezTo>
                  <a:pt x="2871" y="483"/>
                  <a:pt x="2875" y="470"/>
                  <a:pt x="2877" y="464"/>
                </a:cubicBezTo>
                <a:cubicBezTo>
                  <a:pt x="2881" y="451"/>
                  <a:pt x="2886" y="438"/>
                  <a:pt x="2891" y="425"/>
                </a:cubicBezTo>
                <a:cubicBezTo>
                  <a:pt x="2981" y="187"/>
                  <a:pt x="2981" y="187"/>
                  <a:pt x="2981" y="187"/>
                </a:cubicBezTo>
                <a:cubicBezTo>
                  <a:pt x="3109" y="187"/>
                  <a:pt x="3109" y="187"/>
                  <a:pt x="3109" y="187"/>
                </a:cubicBezTo>
                <a:cubicBezTo>
                  <a:pt x="2921" y="652"/>
                  <a:pt x="2921" y="652"/>
                  <a:pt x="2921" y="652"/>
                </a:cubicBezTo>
                <a:lnTo>
                  <a:pt x="2809" y="652"/>
                </a:lnTo>
                <a:close/>
                <a:moveTo>
                  <a:pt x="1826" y="416"/>
                </a:moveTo>
                <a:lnTo>
                  <a:pt x="1826" y="416"/>
                </a:lnTo>
                <a:cubicBezTo>
                  <a:pt x="1826" y="308"/>
                  <a:pt x="1826" y="308"/>
                  <a:pt x="1826" y="308"/>
                </a:cubicBezTo>
                <a:cubicBezTo>
                  <a:pt x="2110" y="308"/>
                  <a:pt x="2110" y="308"/>
                  <a:pt x="2110" y="308"/>
                </a:cubicBezTo>
                <a:cubicBezTo>
                  <a:pt x="2110" y="563"/>
                  <a:pt x="2110" y="563"/>
                  <a:pt x="2110" y="563"/>
                </a:cubicBezTo>
                <a:cubicBezTo>
                  <a:pt x="2083" y="590"/>
                  <a:pt x="2043" y="613"/>
                  <a:pt x="1990" y="633"/>
                </a:cubicBezTo>
                <a:cubicBezTo>
                  <a:pt x="1938" y="653"/>
                  <a:pt x="1885" y="663"/>
                  <a:pt x="1831" y="663"/>
                </a:cubicBezTo>
                <a:cubicBezTo>
                  <a:pt x="1763" y="663"/>
                  <a:pt x="1703" y="649"/>
                  <a:pt x="1652" y="621"/>
                </a:cubicBezTo>
                <a:cubicBezTo>
                  <a:pt x="1602" y="593"/>
                  <a:pt x="1563" y="552"/>
                  <a:pt x="1538" y="500"/>
                </a:cubicBezTo>
                <a:cubicBezTo>
                  <a:pt x="1512" y="448"/>
                  <a:pt x="1500" y="391"/>
                  <a:pt x="1500" y="329"/>
                </a:cubicBezTo>
                <a:cubicBezTo>
                  <a:pt x="1500" y="262"/>
                  <a:pt x="1514" y="203"/>
                  <a:pt x="1542" y="151"/>
                </a:cubicBezTo>
                <a:cubicBezTo>
                  <a:pt x="1571" y="99"/>
                  <a:pt x="1613" y="59"/>
                  <a:pt x="1668" y="32"/>
                </a:cubicBezTo>
                <a:cubicBezTo>
                  <a:pt x="1709" y="10"/>
                  <a:pt x="1762" y="0"/>
                  <a:pt x="1824" y="0"/>
                </a:cubicBezTo>
                <a:cubicBezTo>
                  <a:pt x="1905" y="0"/>
                  <a:pt x="1968" y="16"/>
                  <a:pt x="2014" y="50"/>
                </a:cubicBezTo>
                <a:cubicBezTo>
                  <a:pt x="2059" y="83"/>
                  <a:pt x="2089" y="129"/>
                  <a:pt x="2102" y="188"/>
                </a:cubicBezTo>
                <a:cubicBezTo>
                  <a:pt x="1971" y="212"/>
                  <a:pt x="1971" y="212"/>
                  <a:pt x="1971" y="212"/>
                </a:cubicBezTo>
                <a:cubicBezTo>
                  <a:pt x="1961" y="181"/>
                  <a:pt x="1944" y="156"/>
                  <a:pt x="1919" y="138"/>
                </a:cubicBezTo>
                <a:cubicBezTo>
                  <a:pt x="1894" y="119"/>
                  <a:pt x="1862" y="110"/>
                  <a:pt x="1824" y="110"/>
                </a:cubicBezTo>
                <a:cubicBezTo>
                  <a:pt x="1766" y="110"/>
                  <a:pt x="1720" y="128"/>
                  <a:pt x="1686" y="164"/>
                </a:cubicBezTo>
                <a:cubicBezTo>
                  <a:pt x="1652" y="200"/>
                  <a:pt x="1635" y="253"/>
                  <a:pt x="1635" y="324"/>
                </a:cubicBezTo>
                <a:cubicBezTo>
                  <a:pt x="1635" y="400"/>
                  <a:pt x="1653" y="457"/>
                  <a:pt x="1687" y="495"/>
                </a:cubicBezTo>
                <a:cubicBezTo>
                  <a:pt x="1722" y="533"/>
                  <a:pt x="1767" y="552"/>
                  <a:pt x="1822" y="552"/>
                </a:cubicBezTo>
                <a:cubicBezTo>
                  <a:pt x="1850" y="552"/>
                  <a:pt x="1878" y="547"/>
                  <a:pt x="1906" y="536"/>
                </a:cubicBezTo>
                <a:cubicBezTo>
                  <a:pt x="1933" y="526"/>
                  <a:pt x="1957" y="513"/>
                  <a:pt x="1977" y="497"/>
                </a:cubicBezTo>
                <a:cubicBezTo>
                  <a:pt x="1977" y="416"/>
                  <a:pt x="1977" y="416"/>
                  <a:pt x="1977" y="416"/>
                </a:cubicBezTo>
                <a:lnTo>
                  <a:pt x="1826" y="416"/>
                </a:lnTo>
                <a:close/>
                <a:moveTo>
                  <a:pt x="1330" y="652"/>
                </a:moveTo>
                <a:lnTo>
                  <a:pt x="1330" y="652"/>
                </a:lnTo>
                <a:cubicBezTo>
                  <a:pt x="1330" y="583"/>
                  <a:pt x="1330" y="583"/>
                  <a:pt x="1330" y="583"/>
                </a:cubicBezTo>
                <a:cubicBezTo>
                  <a:pt x="1313" y="607"/>
                  <a:pt x="1290" y="627"/>
                  <a:pt x="1262" y="641"/>
                </a:cubicBezTo>
                <a:cubicBezTo>
                  <a:pt x="1234" y="655"/>
                  <a:pt x="1205" y="662"/>
                  <a:pt x="1174" y="662"/>
                </a:cubicBezTo>
                <a:cubicBezTo>
                  <a:pt x="1142" y="662"/>
                  <a:pt x="1113" y="656"/>
                  <a:pt x="1088" y="642"/>
                </a:cubicBezTo>
                <a:cubicBezTo>
                  <a:pt x="1063" y="628"/>
                  <a:pt x="1045" y="609"/>
                  <a:pt x="1033" y="584"/>
                </a:cubicBezTo>
                <a:cubicBezTo>
                  <a:pt x="1022" y="559"/>
                  <a:pt x="1016" y="525"/>
                  <a:pt x="1016" y="481"/>
                </a:cubicBezTo>
                <a:cubicBezTo>
                  <a:pt x="1016" y="187"/>
                  <a:pt x="1016" y="187"/>
                  <a:pt x="1016" y="187"/>
                </a:cubicBezTo>
                <a:cubicBezTo>
                  <a:pt x="1141" y="187"/>
                  <a:pt x="1141" y="187"/>
                  <a:pt x="1141" y="187"/>
                </a:cubicBezTo>
                <a:cubicBezTo>
                  <a:pt x="1141" y="401"/>
                  <a:pt x="1141" y="401"/>
                  <a:pt x="1141" y="401"/>
                </a:cubicBezTo>
                <a:cubicBezTo>
                  <a:pt x="1141" y="466"/>
                  <a:pt x="1144" y="506"/>
                  <a:pt x="1148" y="521"/>
                </a:cubicBezTo>
                <a:cubicBezTo>
                  <a:pt x="1153" y="536"/>
                  <a:pt x="1161" y="547"/>
                  <a:pt x="1174" y="556"/>
                </a:cubicBezTo>
                <a:cubicBezTo>
                  <a:pt x="1186" y="564"/>
                  <a:pt x="1201" y="569"/>
                  <a:pt x="1220" y="569"/>
                </a:cubicBezTo>
                <a:cubicBezTo>
                  <a:pt x="1241" y="569"/>
                  <a:pt x="1260" y="563"/>
                  <a:pt x="1277" y="552"/>
                </a:cubicBezTo>
                <a:cubicBezTo>
                  <a:pt x="1294" y="540"/>
                  <a:pt x="1306" y="526"/>
                  <a:pt x="1312" y="509"/>
                </a:cubicBezTo>
                <a:cubicBezTo>
                  <a:pt x="1318" y="492"/>
                  <a:pt x="1321" y="450"/>
                  <a:pt x="1321" y="383"/>
                </a:cubicBezTo>
                <a:cubicBezTo>
                  <a:pt x="1321" y="187"/>
                  <a:pt x="1321" y="187"/>
                  <a:pt x="1321" y="187"/>
                </a:cubicBezTo>
                <a:cubicBezTo>
                  <a:pt x="1447" y="187"/>
                  <a:pt x="1447" y="187"/>
                  <a:pt x="1447" y="187"/>
                </a:cubicBezTo>
                <a:cubicBezTo>
                  <a:pt x="1447" y="652"/>
                  <a:pt x="1447" y="652"/>
                  <a:pt x="1447" y="652"/>
                </a:cubicBezTo>
                <a:lnTo>
                  <a:pt x="1330" y="652"/>
                </a:lnTo>
                <a:close/>
                <a:moveTo>
                  <a:pt x="239" y="382"/>
                </a:moveTo>
                <a:lnTo>
                  <a:pt x="239" y="382"/>
                </a:lnTo>
                <a:cubicBezTo>
                  <a:pt x="0" y="10"/>
                  <a:pt x="0" y="10"/>
                  <a:pt x="0" y="10"/>
                </a:cubicBezTo>
                <a:cubicBezTo>
                  <a:pt x="154" y="10"/>
                  <a:pt x="154" y="10"/>
                  <a:pt x="154" y="10"/>
                </a:cubicBezTo>
                <a:cubicBezTo>
                  <a:pt x="308" y="264"/>
                  <a:pt x="308" y="264"/>
                  <a:pt x="308" y="264"/>
                </a:cubicBezTo>
                <a:cubicBezTo>
                  <a:pt x="459" y="10"/>
                  <a:pt x="459" y="10"/>
                  <a:pt x="459" y="10"/>
                </a:cubicBezTo>
                <a:cubicBezTo>
                  <a:pt x="611" y="10"/>
                  <a:pt x="611" y="10"/>
                  <a:pt x="611" y="10"/>
                </a:cubicBezTo>
                <a:cubicBezTo>
                  <a:pt x="371" y="383"/>
                  <a:pt x="371" y="383"/>
                  <a:pt x="371" y="383"/>
                </a:cubicBezTo>
                <a:cubicBezTo>
                  <a:pt x="371" y="652"/>
                  <a:pt x="371" y="652"/>
                  <a:pt x="371" y="652"/>
                </a:cubicBezTo>
                <a:cubicBezTo>
                  <a:pt x="239" y="652"/>
                  <a:pt x="239" y="652"/>
                  <a:pt x="239" y="652"/>
                </a:cubicBezTo>
                <a:lnTo>
                  <a:pt x="239" y="382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  <a:effectLst/>
        </p:spPr>
        <p:txBody>
          <a:bodyPr wrap="none" anchor="ctr"/>
          <a:lstStyle/>
          <a:p>
            <a:pPr rtl="0"/>
            <a:endParaRPr lang="de-DE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D4D20962-EF44-B764-BEF8-AA6D2911FCBF}"/>
              </a:ext>
            </a:extLst>
          </p:cNvPr>
          <p:cNvCxnSpPr>
            <a:cxnSpLocks/>
          </p:cNvCxnSpPr>
          <p:nvPr userDrawn="1"/>
        </p:nvCxnSpPr>
        <p:spPr>
          <a:xfrm>
            <a:off x="539750" y="657225"/>
            <a:ext cx="3576638" cy="0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19969B9C-D38D-A1A3-09C8-340A6B170A98}"/>
              </a:ext>
            </a:extLst>
          </p:cNvPr>
          <p:cNvCxnSpPr>
            <a:cxnSpLocks/>
          </p:cNvCxnSpPr>
          <p:nvPr userDrawn="1"/>
        </p:nvCxnSpPr>
        <p:spPr>
          <a:xfrm>
            <a:off x="4303713" y="657225"/>
            <a:ext cx="7348537" cy="0"/>
          </a:xfrm>
          <a:prstGeom prst="line">
            <a:avLst/>
          </a:prstGeom>
          <a:ln w="63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Footer Placeholder 3">
            <a:extLst>
              <a:ext uri="{FF2B5EF4-FFF2-40B4-BE49-F238E27FC236}">
                <a16:creationId xmlns:a16="http://schemas.microsoft.com/office/drawing/2014/main" id="{8EEB1879-E619-774F-D494-37829007CA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186488" y="486888"/>
            <a:ext cx="4525962" cy="149730"/>
          </a:xfrm>
        </p:spPr>
        <p:txBody>
          <a:bodyPr/>
          <a:lstStyle>
            <a:lvl1pPr rtl="0">
              <a:defRPr/>
            </a:lvl1pPr>
          </a:lstStyle>
          <a:p>
            <a:r>
              <a:rPr lang="de-DE"/>
              <a:t>Charting Manual</a:t>
            </a:r>
            <a:endParaRPr lang="de-DE" dirty="0"/>
          </a:p>
        </p:txBody>
      </p:sp>
      <p:sp>
        <p:nvSpPr>
          <p:cNvPr id="15" name="Text Placeholder Eyebrow">
            <a:extLst>
              <a:ext uri="{FF2B5EF4-FFF2-40B4-BE49-F238E27FC236}">
                <a16:creationId xmlns:a16="http://schemas.microsoft.com/office/drawing/2014/main" id="{83CC1058-102E-6EE0-1171-635D08014784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1300163" y="481818"/>
            <a:ext cx="2642400" cy="154800"/>
          </a:xfrm>
        </p:spPr>
        <p:txBody>
          <a:bodyPr/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bg1"/>
                </a:solidFill>
              </a:defRPr>
            </a:lvl1pPr>
            <a:lvl2pPr marL="180000" indent="0">
              <a:buNone/>
              <a:defRPr sz="900">
                <a:solidFill>
                  <a:schemeClr val="accent1"/>
                </a:solidFill>
              </a:defRPr>
            </a:lvl2pPr>
            <a:lvl3pPr marL="360000" indent="0">
              <a:buNone/>
              <a:defRPr sz="900">
                <a:solidFill>
                  <a:schemeClr val="accent1"/>
                </a:solidFill>
              </a:defRPr>
            </a:lvl3pPr>
            <a:lvl4pPr>
              <a:buNone/>
              <a:defRPr sz="900">
                <a:solidFill>
                  <a:schemeClr val="accent1"/>
                </a:solidFill>
              </a:defRPr>
            </a:lvl4pPr>
            <a:lvl5pPr>
              <a:buNone/>
              <a:defRPr sz="900">
                <a:solidFill>
                  <a:schemeClr val="accent1"/>
                </a:solidFill>
              </a:defRPr>
            </a:lvl5pPr>
          </a:lstStyle>
          <a:p>
            <a:pPr lvl="0"/>
            <a:r>
              <a:rPr lang="de-DE"/>
              <a:t>Click to add Eyebrow text</a:t>
            </a:r>
            <a:endParaRPr lang="de-DE" dirty="0"/>
          </a:p>
        </p:txBody>
      </p:sp>
      <p:sp>
        <p:nvSpPr>
          <p:cNvPr id="16" name="Slide Number Placeholder 4">
            <a:extLst>
              <a:ext uri="{FF2B5EF4-FFF2-40B4-BE49-F238E27FC236}">
                <a16:creationId xmlns:a16="http://schemas.microsoft.com/office/drawing/2014/main" id="{6B641C22-B8F8-FBAB-D502-0EB0931C4B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39750" y="481818"/>
            <a:ext cx="270000" cy="154800"/>
          </a:xfrm>
        </p:spPr>
        <p:txBody>
          <a:bodyPr/>
          <a:lstStyle>
            <a:lvl1pPr algn="l" rtl="0">
              <a:defRPr>
                <a:solidFill>
                  <a:schemeClr val="bg1"/>
                </a:solidFill>
              </a:defRPr>
            </a:lvl1pPr>
          </a:lstStyle>
          <a:p>
            <a:fld id="{23AA811B-2EBD-4900-905E-5BE206449611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42189ADD-ED09-7AA9-50AF-8D820653413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64125" y="907200"/>
            <a:ext cx="6589075" cy="758088"/>
          </a:xfrm>
        </p:spPr>
        <p:txBody>
          <a:bodyPr vert="horz"/>
          <a:lstStyle>
            <a:lvl1pPr rtl="0">
              <a:lnSpc>
                <a:spcPts val="3300"/>
              </a:lnSpc>
              <a:defRPr sz="3200"/>
            </a:lvl1pPr>
          </a:lstStyle>
          <a:p>
            <a:r>
              <a:rPr lang="de-DE"/>
              <a:t>Click to add title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55805959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49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ONTENT Header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hink-cell data - do not delete" hidden="1">
            <a:extLst>
              <a:ext uri="{FF2B5EF4-FFF2-40B4-BE49-F238E27FC236}">
                <a16:creationId xmlns:a16="http://schemas.microsoft.com/office/drawing/2014/main" id="{1ADFBB02-F233-9D5E-C89E-8EBB5B85D09E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58646888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78" imgH="377" progId="TCLayout.ActiveDocument.1">
                  <p:embed/>
                </p:oleObj>
              </mc:Choice>
              <mc:Fallback>
                <p:oleObj name="think-cell Slide" r:id="rId3" imgW="378" imgH="377" progId="TCLayout.ActiveDocument.1">
                  <p:embed/>
                  <p:pic>
                    <p:nvPicPr>
                      <p:cNvPr id="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1ADFBB02-F233-9D5E-C89E-8EBB5B85D09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8" name="Picture Placeholder 17">
            <a:extLst>
              <a:ext uri="{FF2B5EF4-FFF2-40B4-BE49-F238E27FC236}">
                <a16:creationId xmlns:a16="http://schemas.microsoft.com/office/drawing/2014/main" id="{E149A4EF-72D8-39AF-3AD2-866DED10BB52}"/>
              </a:ext>
            </a:extLst>
          </p:cNvPr>
          <p:cNvSpPr>
            <a:spLocks noGrp="1"/>
          </p:cNvSpPr>
          <p:nvPr>
            <p:ph type="pic" sz="quarter" idx="30"/>
          </p:nvPr>
        </p:nvSpPr>
        <p:spPr>
          <a:xfrm>
            <a:off x="4303713" y="0"/>
            <a:ext cx="7888287" cy="6858000"/>
          </a:xfrm>
          <a:solidFill>
            <a:schemeClr val="bg2"/>
          </a:solidFill>
        </p:spPr>
        <p:txBody>
          <a:bodyPr/>
          <a:lstStyle>
            <a:lvl1pPr marL="0" indent="0">
              <a:buNone/>
              <a:defRPr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r>
              <a:rPr lang="de-DE"/>
              <a:t>Bild durch Klicken auf Symbol hinzufügen</a:t>
            </a:r>
            <a:endParaRPr lang="en-MX" dirty="0"/>
          </a:p>
        </p:txBody>
      </p:sp>
      <p:sp>
        <p:nvSpPr>
          <p:cNvPr id="5" name="Date Placeholder 4" hidden="1">
            <a:extLst>
              <a:ext uri="{FF2B5EF4-FFF2-40B4-BE49-F238E27FC236}">
                <a16:creationId xmlns:a16="http://schemas.microsoft.com/office/drawing/2014/main" id="{D83966FA-DB6B-4EB7-B191-94841F123E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rtl="0">
              <a:defRPr/>
            </a:lvl1pPr>
          </a:lstStyle>
          <a:p>
            <a:fld id="{EDA57ABA-4B63-4DA4-8B9E-C976247F9559}" type="datetime4">
              <a:rPr lang="en-US" smtClean="0"/>
              <a:t>April 23, 2026</a:t>
            </a:fld>
            <a:endParaRPr lang="de-DE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D4D20962-EF44-B764-BEF8-AA6D2911FCBF}"/>
              </a:ext>
            </a:extLst>
          </p:cNvPr>
          <p:cNvCxnSpPr>
            <a:cxnSpLocks/>
          </p:cNvCxnSpPr>
          <p:nvPr userDrawn="1"/>
        </p:nvCxnSpPr>
        <p:spPr>
          <a:xfrm>
            <a:off x="539750" y="657225"/>
            <a:ext cx="3576638" cy="0"/>
          </a:xfrm>
          <a:prstGeom prst="line">
            <a:avLst/>
          </a:prstGeom>
          <a:ln w="63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19969B9C-D38D-A1A3-09C8-340A6B170A98}"/>
              </a:ext>
            </a:extLst>
          </p:cNvPr>
          <p:cNvCxnSpPr>
            <a:cxnSpLocks/>
          </p:cNvCxnSpPr>
          <p:nvPr userDrawn="1"/>
        </p:nvCxnSpPr>
        <p:spPr>
          <a:xfrm>
            <a:off x="4303713" y="657225"/>
            <a:ext cx="7348537" cy="0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Footer Placeholder 3">
            <a:extLst>
              <a:ext uri="{FF2B5EF4-FFF2-40B4-BE49-F238E27FC236}">
                <a16:creationId xmlns:a16="http://schemas.microsoft.com/office/drawing/2014/main" id="{8EEB1879-E619-774F-D494-37829007CA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186488" y="486888"/>
            <a:ext cx="4525962" cy="149730"/>
          </a:xfrm>
        </p:spPr>
        <p:txBody>
          <a:bodyPr/>
          <a:lstStyle>
            <a:lvl1pPr rtl="0"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Charting Manual</a:t>
            </a:r>
            <a:endParaRPr lang="de-DE" dirty="0"/>
          </a:p>
        </p:txBody>
      </p:sp>
      <p:sp>
        <p:nvSpPr>
          <p:cNvPr id="15" name="Text Placeholder Eyebrow">
            <a:extLst>
              <a:ext uri="{FF2B5EF4-FFF2-40B4-BE49-F238E27FC236}">
                <a16:creationId xmlns:a16="http://schemas.microsoft.com/office/drawing/2014/main" id="{83CC1058-102E-6EE0-1171-635D08014784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1300163" y="481818"/>
            <a:ext cx="2642400" cy="154800"/>
          </a:xfrm>
        </p:spPr>
        <p:txBody>
          <a:bodyPr/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1"/>
                </a:solidFill>
              </a:defRPr>
            </a:lvl1pPr>
            <a:lvl2pPr marL="180000" indent="0">
              <a:buNone/>
              <a:defRPr sz="900">
                <a:solidFill>
                  <a:schemeClr val="accent1"/>
                </a:solidFill>
              </a:defRPr>
            </a:lvl2pPr>
            <a:lvl3pPr marL="360000" indent="0">
              <a:buNone/>
              <a:defRPr sz="900">
                <a:solidFill>
                  <a:schemeClr val="accent1"/>
                </a:solidFill>
              </a:defRPr>
            </a:lvl3pPr>
            <a:lvl4pPr>
              <a:buNone/>
              <a:defRPr sz="900">
                <a:solidFill>
                  <a:schemeClr val="accent1"/>
                </a:solidFill>
              </a:defRPr>
            </a:lvl4pPr>
            <a:lvl5pPr>
              <a:buNone/>
              <a:defRPr sz="900">
                <a:solidFill>
                  <a:schemeClr val="accent1"/>
                </a:solidFill>
              </a:defRPr>
            </a:lvl5pPr>
          </a:lstStyle>
          <a:p>
            <a:pPr lvl="0"/>
            <a:r>
              <a:rPr lang="de-DE"/>
              <a:t>Click to add Eyebrow text</a:t>
            </a:r>
            <a:endParaRPr lang="de-DE" dirty="0"/>
          </a:p>
        </p:txBody>
      </p:sp>
      <p:sp>
        <p:nvSpPr>
          <p:cNvPr id="16" name="Slide Number Placeholder 4">
            <a:extLst>
              <a:ext uri="{FF2B5EF4-FFF2-40B4-BE49-F238E27FC236}">
                <a16:creationId xmlns:a16="http://schemas.microsoft.com/office/drawing/2014/main" id="{6B641C22-B8F8-FBAB-D502-0EB0931C4B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39750" y="481818"/>
            <a:ext cx="270000" cy="154800"/>
          </a:xfrm>
        </p:spPr>
        <p:txBody>
          <a:bodyPr/>
          <a:lstStyle>
            <a:lvl1pPr algn="l" rtl="0">
              <a:defRPr>
                <a:solidFill>
                  <a:schemeClr val="accent1"/>
                </a:solidFill>
              </a:defRPr>
            </a:lvl1pPr>
          </a:lstStyle>
          <a:p>
            <a:fld id="{23AA811B-2EBD-4900-905E-5BE206449611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D8DEF34D-974F-9E01-4D81-CD4B7943FA7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40000" y="907200"/>
            <a:ext cx="3576388" cy="758088"/>
          </a:xfrm>
        </p:spPr>
        <p:txBody>
          <a:bodyPr vert="horz"/>
          <a:lstStyle>
            <a:lvl1pPr rtl="0">
              <a:lnSpc>
                <a:spcPts val="3300"/>
              </a:lnSpc>
              <a:defRPr sz="3200"/>
            </a:lvl1pPr>
          </a:lstStyle>
          <a:p>
            <a:r>
              <a:rPr lang="de-DE"/>
              <a:t>Click to add title</a:t>
            </a:r>
            <a:endParaRPr lang="de-DE" dirty="0"/>
          </a:p>
        </p:txBody>
      </p:sp>
      <p:sp>
        <p:nvSpPr>
          <p:cNvPr id="7" name="Logo">
            <a:extLst>
              <a:ext uri="{FF2B5EF4-FFF2-40B4-BE49-F238E27FC236}">
                <a16:creationId xmlns:a16="http://schemas.microsoft.com/office/drawing/2014/main" id="{A725902D-E246-B044-D1BB-CCB46E743421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1157045" y="491598"/>
            <a:ext cx="493617" cy="102665"/>
          </a:xfrm>
          <a:custGeom>
            <a:avLst/>
            <a:gdLst>
              <a:gd name="T0" fmla="*/ 3133 w 3201"/>
              <a:gd name="T1" fmla="*/ 97 h 664"/>
              <a:gd name="T2" fmla="*/ 3148 w 3201"/>
              <a:gd name="T3" fmla="*/ 81 h 664"/>
              <a:gd name="T4" fmla="*/ 3120 w 3201"/>
              <a:gd name="T5" fmla="*/ 77 h 664"/>
              <a:gd name="T6" fmla="*/ 3109 w 3201"/>
              <a:gd name="T7" fmla="*/ 135 h 664"/>
              <a:gd name="T8" fmla="*/ 3150 w 3201"/>
              <a:gd name="T9" fmla="*/ 69 h 664"/>
              <a:gd name="T10" fmla="*/ 3156 w 3201"/>
              <a:gd name="T11" fmla="*/ 99 h 664"/>
              <a:gd name="T12" fmla="*/ 3158 w 3201"/>
              <a:gd name="T13" fmla="*/ 122 h 664"/>
              <a:gd name="T14" fmla="*/ 3147 w 3201"/>
              <a:gd name="T15" fmla="*/ 124 h 664"/>
              <a:gd name="T16" fmla="*/ 3120 w 3201"/>
              <a:gd name="T17" fmla="*/ 106 h 664"/>
              <a:gd name="T18" fmla="*/ 2276 w 3201"/>
              <a:gd name="T19" fmla="*/ 420 h 664"/>
              <a:gd name="T20" fmla="*/ 2391 w 3201"/>
              <a:gd name="T21" fmla="*/ 562 h 664"/>
              <a:gd name="T22" fmla="*/ 2473 w 3201"/>
              <a:gd name="T23" fmla="*/ 314 h 664"/>
              <a:gd name="T24" fmla="*/ 2276 w 3201"/>
              <a:gd name="T25" fmla="*/ 420 h 664"/>
              <a:gd name="T26" fmla="*/ 2178 w 3201"/>
              <a:gd name="T27" fmla="*/ 294 h 664"/>
              <a:gd name="T28" fmla="*/ 2567 w 3201"/>
              <a:gd name="T29" fmla="*/ 245 h 664"/>
              <a:gd name="T30" fmla="*/ 2392 w 3201"/>
              <a:gd name="T31" fmla="*/ 662 h 664"/>
              <a:gd name="T32" fmla="*/ 2147 w 3201"/>
              <a:gd name="T33" fmla="*/ 413 h 664"/>
              <a:gd name="T34" fmla="*/ 649 w 3201"/>
              <a:gd name="T35" fmla="*/ 526 h 664"/>
              <a:gd name="T36" fmla="*/ 847 w 3201"/>
              <a:gd name="T37" fmla="*/ 419 h 664"/>
              <a:gd name="T38" fmla="*/ 649 w 3201"/>
              <a:gd name="T39" fmla="*/ 314 h 664"/>
              <a:gd name="T40" fmla="*/ 488 w 3201"/>
              <a:gd name="T41" fmla="*/ 413 h 664"/>
              <a:gd name="T42" fmla="*/ 731 w 3201"/>
              <a:gd name="T43" fmla="*/ 177 h 664"/>
              <a:gd name="T44" fmla="*/ 906 w 3201"/>
              <a:gd name="T45" fmla="*/ 593 h 664"/>
              <a:gd name="T46" fmla="*/ 518 w 3201"/>
              <a:gd name="T47" fmla="*/ 549 h 664"/>
              <a:gd name="T48" fmla="*/ 3137 w 3201"/>
              <a:gd name="T49" fmla="*/ 48 h 664"/>
              <a:gd name="T50" fmla="*/ 3084 w 3201"/>
              <a:gd name="T51" fmla="*/ 100 h 664"/>
              <a:gd name="T52" fmla="*/ 3137 w 3201"/>
              <a:gd name="T53" fmla="*/ 152 h 664"/>
              <a:gd name="T54" fmla="*/ 3190 w 3201"/>
              <a:gd name="T55" fmla="*/ 100 h 664"/>
              <a:gd name="T56" fmla="*/ 3137 w 3201"/>
              <a:gd name="T57" fmla="*/ 48 h 664"/>
              <a:gd name="T58" fmla="*/ 3168 w 3201"/>
              <a:gd name="T59" fmla="*/ 46 h 664"/>
              <a:gd name="T60" fmla="*/ 3192 w 3201"/>
              <a:gd name="T61" fmla="*/ 131 h 664"/>
              <a:gd name="T62" fmla="*/ 3105 w 3201"/>
              <a:gd name="T63" fmla="*/ 154 h 664"/>
              <a:gd name="T64" fmla="*/ 3082 w 3201"/>
              <a:gd name="T65" fmla="*/ 69 h 664"/>
              <a:gd name="T66" fmla="*/ 2809 w 3201"/>
              <a:gd name="T67" fmla="*/ 652 h 664"/>
              <a:gd name="T68" fmla="*/ 2749 w 3201"/>
              <a:gd name="T69" fmla="*/ 187 h 664"/>
              <a:gd name="T70" fmla="*/ 2877 w 3201"/>
              <a:gd name="T71" fmla="*/ 464 h 664"/>
              <a:gd name="T72" fmla="*/ 3109 w 3201"/>
              <a:gd name="T73" fmla="*/ 187 h 664"/>
              <a:gd name="T74" fmla="*/ 1826 w 3201"/>
              <a:gd name="T75" fmla="*/ 416 h 664"/>
              <a:gd name="T76" fmla="*/ 2110 w 3201"/>
              <a:gd name="T77" fmla="*/ 308 h 664"/>
              <a:gd name="T78" fmla="*/ 1831 w 3201"/>
              <a:gd name="T79" fmla="*/ 663 h 664"/>
              <a:gd name="T80" fmla="*/ 1500 w 3201"/>
              <a:gd name="T81" fmla="*/ 329 h 664"/>
              <a:gd name="T82" fmla="*/ 1824 w 3201"/>
              <a:gd name="T83" fmla="*/ 0 h 664"/>
              <a:gd name="T84" fmla="*/ 1971 w 3201"/>
              <a:gd name="T85" fmla="*/ 212 h 664"/>
              <a:gd name="T86" fmla="*/ 1686 w 3201"/>
              <a:gd name="T87" fmla="*/ 164 h 664"/>
              <a:gd name="T88" fmla="*/ 1822 w 3201"/>
              <a:gd name="T89" fmla="*/ 552 h 664"/>
              <a:gd name="T90" fmla="*/ 1977 w 3201"/>
              <a:gd name="T91" fmla="*/ 416 h 664"/>
              <a:gd name="T92" fmla="*/ 1330 w 3201"/>
              <a:gd name="T93" fmla="*/ 652 h 664"/>
              <a:gd name="T94" fmla="*/ 1174 w 3201"/>
              <a:gd name="T95" fmla="*/ 662 h 664"/>
              <a:gd name="T96" fmla="*/ 1016 w 3201"/>
              <a:gd name="T97" fmla="*/ 481 h 664"/>
              <a:gd name="T98" fmla="*/ 1141 w 3201"/>
              <a:gd name="T99" fmla="*/ 401 h 664"/>
              <a:gd name="T100" fmla="*/ 1220 w 3201"/>
              <a:gd name="T101" fmla="*/ 569 h 664"/>
              <a:gd name="T102" fmla="*/ 1321 w 3201"/>
              <a:gd name="T103" fmla="*/ 383 h 664"/>
              <a:gd name="T104" fmla="*/ 1447 w 3201"/>
              <a:gd name="T105" fmla="*/ 652 h 664"/>
              <a:gd name="T106" fmla="*/ 239 w 3201"/>
              <a:gd name="T107" fmla="*/ 382 h 664"/>
              <a:gd name="T108" fmla="*/ 308 w 3201"/>
              <a:gd name="T109" fmla="*/ 264 h 664"/>
              <a:gd name="T110" fmla="*/ 371 w 3201"/>
              <a:gd name="T111" fmla="*/ 383 h 664"/>
              <a:gd name="T112" fmla="*/ 239 w 3201"/>
              <a:gd name="T113" fmla="*/ 382 h 66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</a:cxnLst>
            <a:rect l="0" t="0" r="r" b="b"/>
            <a:pathLst>
              <a:path w="3201" h="664">
                <a:moveTo>
                  <a:pt x="3120" y="97"/>
                </a:moveTo>
                <a:lnTo>
                  <a:pt x="3120" y="97"/>
                </a:lnTo>
                <a:cubicBezTo>
                  <a:pt x="3133" y="97"/>
                  <a:pt x="3133" y="97"/>
                  <a:pt x="3133" y="97"/>
                </a:cubicBezTo>
                <a:cubicBezTo>
                  <a:pt x="3140" y="97"/>
                  <a:pt x="3144" y="96"/>
                  <a:pt x="3146" y="94"/>
                </a:cubicBezTo>
                <a:cubicBezTo>
                  <a:pt x="3149" y="92"/>
                  <a:pt x="3150" y="90"/>
                  <a:pt x="3150" y="87"/>
                </a:cubicBezTo>
                <a:cubicBezTo>
                  <a:pt x="3150" y="85"/>
                  <a:pt x="3149" y="83"/>
                  <a:pt x="3148" y="81"/>
                </a:cubicBezTo>
                <a:cubicBezTo>
                  <a:pt x="3147" y="80"/>
                  <a:pt x="3145" y="79"/>
                  <a:pt x="3143" y="78"/>
                </a:cubicBezTo>
                <a:cubicBezTo>
                  <a:pt x="3141" y="77"/>
                  <a:pt x="3138" y="77"/>
                  <a:pt x="3132" y="77"/>
                </a:cubicBezTo>
                <a:cubicBezTo>
                  <a:pt x="3120" y="77"/>
                  <a:pt x="3120" y="77"/>
                  <a:pt x="3120" y="77"/>
                </a:cubicBezTo>
                <a:lnTo>
                  <a:pt x="3120" y="97"/>
                </a:lnTo>
                <a:close/>
                <a:moveTo>
                  <a:pt x="3109" y="135"/>
                </a:moveTo>
                <a:lnTo>
                  <a:pt x="3109" y="135"/>
                </a:lnTo>
                <a:cubicBezTo>
                  <a:pt x="3109" y="68"/>
                  <a:pt x="3109" y="68"/>
                  <a:pt x="3109" y="68"/>
                </a:cubicBezTo>
                <a:cubicBezTo>
                  <a:pt x="3132" y="68"/>
                  <a:pt x="3132" y="68"/>
                  <a:pt x="3132" y="68"/>
                </a:cubicBezTo>
                <a:cubicBezTo>
                  <a:pt x="3140" y="68"/>
                  <a:pt x="3146" y="68"/>
                  <a:pt x="3150" y="69"/>
                </a:cubicBezTo>
                <a:cubicBezTo>
                  <a:pt x="3153" y="71"/>
                  <a:pt x="3156" y="73"/>
                  <a:pt x="3158" y="76"/>
                </a:cubicBezTo>
                <a:cubicBezTo>
                  <a:pt x="3160" y="79"/>
                  <a:pt x="3161" y="82"/>
                  <a:pt x="3161" y="86"/>
                </a:cubicBezTo>
                <a:cubicBezTo>
                  <a:pt x="3161" y="91"/>
                  <a:pt x="3160" y="95"/>
                  <a:pt x="3156" y="99"/>
                </a:cubicBezTo>
                <a:cubicBezTo>
                  <a:pt x="3153" y="102"/>
                  <a:pt x="3148" y="104"/>
                  <a:pt x="3142" y="105"/>
                </a:cubicBezTo>
                <a:cubicBezTo>
                  <a:pt x="3144" y="106"/>
                  <a:pt x="3146" y="107"/>
                  <a:pt x="3148" y="108"/>
                </a:cubicBezTo>
                <a:cubicBezTo>
                  <a:pt x="3150" y="111"/>
                  <a:pt x="3154" y="115"/>
                  <a:pt x="3158" y="122"/>
                </a:cubicBezTo>
                <a:cubicBezTo>
                  <a:pt x="3166" y="135"/>
                  <a:pt x="3166" y="135"/>
                  <a:pt x="3166" y="135"/>
                </a:cubicBezTo>
                <a:cubicBezTo>
                  <a:pt x="3153" y="135"/>
                  <a:pt x="3153" y="135"/>
                  <a:pt x="3153" y="135"/>
                </a:cubicBezTo>
                <a:cubicBezTo>
                  <a:pt x="3147" y="124"/>
                  <a:pt x="3147" y="124"/>
                  <a:pt x="3147" y="124"/>
                </a:cubicBezTo>
                <a:cubicBezTo>
                  <a:pt x="3142" y="116"/>
                  <a:pt x="3138" y="111"/>
                  <a:pt x="3135" y="109"/>
                </a:cubicBezTo>
                <a:cubicBezTo>
                  <a:pt x="3133" y="107"/>
                  <a:pt x="3130" y="106"/>
                  <a:pt x="3126" y="106"/>
                </a:cubicBezTo>
                <a:cubicBezTo>
                  <a:pt x="3120" y="106"/>
                  <a:pt x="3120" y="106"/>
                  <a:pt x="3120" y="106"/>
                </a:cubicBezTo>
                <a:cubicBezTo>
                  <a:pt x="3120" y="135"/>
                  <a:pt x="3120" y="135"/>
                  <a:pt x="3120" y="135"/>
                </a:cubicBezTo>
                <a:lnTo>
                  <a:pt x="3109" y="135"/>
                </a:lnTo>
                <a:close/>
                <a:moveTo>
                  <a:pt x="2276" y="420"/>
                </a:moveTo>
                <a:lnTo>
                  <a:pt x="2276" y="420"/>
                </a:lnTo>
                <a:cubicBezTo>
                  <a:pt x="2276" y="466"/>
                  <a:pt x="2287" y="501"/>
                  <a:pt x="2309" y="526"/>
                </a:cubicBezTo>
                <a:cubicBezTo>
                  <a:pt x="2331" y="550"/>
                  <a:pt x="2359" y="562"/>
                  <a:pt x="2391" y="562"/>
                </a:cubicBezTo>
                <a:cubicBezTo>
                  <a:pt x="2424" y="562"/>
                  <a:pt x="2451" y="550"/>
                  <a:pt x="2473" y="526"/>
                </a:cubicBezTo>
                <a:cubicBezTo>
                  <a:pt x="2495" y="501"/>
                  <a:pt x="2507" y="465"/>
                  <a:pt x="2507" y="419"/>
                </a:cubicBezTo>
                <a:cubicBezTo>
                  <a:pt x="2507" y="373"/>
                  <a:pt x="2495" y="338"/>
                  <a:pt x="2473" y="314"/>
                </a:cubicBezTo>
                <a:cubicBezTo>
                  <a:pt x="2451" y="289"/>
                  <a:pt x="2424" y="277"/>
                  <a:pt x="2391" y="277"/>
                </a:cubicBezTo>
                <a:cubicBezTo>
                  <a:pt x="2359" y="277"/>
                  <a:pt x="2331" y="289"/>
                  <a:pt x="2309" y="314"/>
                </a:cubicBezTo>
                <a:cubicBezTo>
                  <a:pt x="2287" y="338"/>
                  <a:pt x="2276" y="374"/>
                  <a:pt x="2276" y="420"/>
                </a:cubicBezTo>
                <a:close/>
                <a:moveTo>
                  <a:pt x="2147" y="413"/>
                </a:moveTo>
                <a:lnTo>
                  <a:pt x="2147" y="413"/>
                </a:lnTo>
                <a:cubicBezTo>
                  <a:pt x="2147" y="372"/>
                  <a:pt x="2157" y="333"/>
                  <a:pt x="2178" y="294"/>
                </a:cubicBezTo>
                <a:cubicBezTo>
                  <a:pt x="2198" y="256"/>
                  <a:pt x="2228" y="227"/>
                  <a:pt x="2265" y="207"/>
                </a:cubicBezTo>
                <a:cubicBezTo>
                  <a:pt x="2302" y="187"/>
                  <a:pt x="2344" y="177"/>
                  <a:pt x="2391" y="177"/>
                </a:cubicBezTo>
                <a:cubicBezTo>
                  <a:pt x="2462" y="177"/>
                  <a:pt x="2521" y="200"/>
                  <a:pt x="2567" y="245"/>
                </a:cubicBezTo>
                <a:cubicBezTo>
                  <a:pt x="2613" y="291"/>
                  <a:pt x="2635" y="349"/>
                  <a:pt x="2635" y="418"/>
                </a:cubicBezTo>
                <a:cubicBezTo>
                  <a:pt x="2635" y="489"/>
                  <a:pt x="2612" y="547"/>
                  <a:pt x="2566" y="593"/>
                </a:cubicBezTo>
                <a:cubicBezTo>
                  <a:pt x="2520" y="639"/>
                  <a:pt x="2462" y="662"/>
                  <a:pt x="2392" y="662"/>
                </a:cubicBezTo>
                <a:cubicBezTo>
                  <a:pt x="2348" y="662"/>
                  <a:pt x="2307" y="653"/>
                  <a:pt x="2268" y="634"/>
                </a:cubicBezTo>
                <a:cubicBezTo>
                  <a:pt x="2228" y="614"/>
                  <a:pt x="2198" y="586"/>
                  <a:pt x="2178" y="549"/>
                </a:cubicBezTo>
                <a:cubicBezTo>
                  <a:pt x="2157" y="512"/>
                  <a:pt x="2147" y="466"/>
                  <a:pt x="2147" y="413"/>
                </a:cubicBezTo>
                <a:close/>
                <a:moveTo>
                  <a:pt x="616" y="420"/>
                </a:moveTo>
                <a:lnTo>
                  <a:pt x="616" y="420"/>
                </a:lnTo>
                <a:cubicBezTo>
                  <a:pt x="616" y="466"/>
                  <a:pt x="627" y="501"/>
                  <a:pt x="649" y="526"/>
                </a:cubicBezTo>
                <a:cubicBezTo>
                  <a:pt x="671" y="550"/>
                  <a:pt x="699" y="562"/>
                  <a:pt x="732" y="562"/>
                </a:cubicBezTo>
                <a:cubicBezTo>
                  <a:pt x="764" y="562"/>
                  <a:pt x="792" y="550"/>
                  <a:pt x="814" y="526"/>
                </a:cubicBezTo>
                <a:cubicBezTo>
                  <a:pt x="836" y="501"/>
                  <a:pt x="847" y="465"/>
                  <a:pt x="847" y="419"/>
                </a:cubicBezTo>
                <a:cubicBezTo>
                  <a:pt x="847" y="373"/>
                  <a:pt x="836" y="338"/>
                  <a:pt x="814" y="314"/>
                </a:cubicBezTo>
                <a:cubicBezTo>
                  <a:pt x="792" y="289"/>
                  <a:pt x="764" y="277"/>
                  <a:pt x="732" y="277"/>
                </a:cubicBezTo>
                <a:cubicBezTo>
                  <a:pt x="699" y="277"/>
                  <a:pt x="671" y="289"/>
                  <a:pt x="649" y="314"/>
                </a:cubicBezTo>
                <a:cubicBezTo>
                  <a:pt x="627" y="338"/>
                  <a:pt x="616" y="374"/>
                  <a:pt x="616" y="420"/>
                </a:cubicBezTo>
                <a:close/>
                <a:moveTo>
                  <a:pt x="488" y="413"/>
                </a:moveTo>
                <a:lnTo>
                  <a:pt x="488" y="413"/>
                </a:lnTo>
                <a:cubicBezTo>
                  <a:pt x="488" y="372"/>
                  <a:pt x="498" y="333"/>
                  <a:pt x="518" y="294"/>
                </a:cubicBezTo>
                <a:cubicBezTo>
                  <a:pt x="539" y="256"/>
                  <a:pt x="568" y="227"/>
                  <a:pt x="605" y="207"/>
                </a:cubicBezTo>
                <a:cubicBezTo>
                  <a:pt x="643" y="187"/>
                  <a:pt x="685" y="177"/>
                  <a:pt x="731" y="177"/>
                </a:cubicBezTo>
                <a:cubicBezTo>
                  <a:pt x="803" y="177"/>
                  <a:pt x="861" y="200"/>
                  <a:pt x="907" y="245"/>
                </a:cubicBezTo>
                <a:cubicBezTo>
                  <a:pt x="953" y="291"/>
                  <a:pt x="976" y="349"/>
                  <a:pt x="976" y="418"/>
                </a:cubicBezTo>
                <a:cubicBezTo>
                  <a:pt x="976" y="489"/>
                  <a:pt x="953" y="547"/>
                  <a:pt x="906" y="593"/>
                </a:cubicBezTo>
                <a:cubicBezTo>
                  <a:pt x="860" y="639"/>
                  <a:pt x="802" y="662"/>
                  <a:pt x="732" y="662"/>
                </a:cubicBezTo>
                <a:cubicBezTo>
                  <a:pt x="689" y="662"/>
                  <a:pt x="647" y="653"/>
                  <a:pt x="608" y="634"/>
                </a:cubicBezTo>
                <a:cubicBezTo>
                  <a:pt x="569" y="614"/>
                  <a:pt x="539" y="586"/>
                  <a:pt x="518" y="549"/>
                </a:cubicBezTo>
                <a:cubicBezTo>
                  <a:pt x="498" y="512"/>
                  <a:pt x="488" y="466"/>
                  <a:pt x="488" y="413"/>
                </a:cubicBezTo>
                <a:close/>
                <a:moveTo>
                  <a:pt x="3137" y="48"/>
                </a:moveTo>
                <a:lnTo>
                  <a:pt x="3137" y="48"/>
                </a:lnTo>
                <a:cubicBezTo>
                  <a:pt x="3128" y="48"/>
                  <a:pt x="3119" y="51"/>
                  <a:pt x="3111" y="55"/>
                </a:cubicBezTo>
                <a:cubicBezTo>
                  <a:pt x="3102" y="60"/>
                  <a:pt x="3096" y="66"/>
                  <a:pt x="3091" y="74"/>
                </a:cubicBezTo>
                <a:cubicBezTo>
                  <a:pt x="3086" y="83"/>
                  <a:pt x="3084" y="91"/>
                  <a:pt x="3084" y="100"/>
                </a:cubicBezTo>
                <a:cubicBezTo>
                  <a:pt x="3084" y="109"/>
                  <a:pt x="3086" y="118"/>
                  <a:pt x="3091" y="126"/>
                </a:cubicBezTo>
                <a:cubicBezTo>
                  <a:pt x="3095" y="134"/>
                  <a:pt x="3102" y="141"/>
                  <a:pt x="3110" y="145"/>
                </a:cubicBezTo>
                <a:cubicBezTo>
                  <a:pt x="3119" y="150"/>
                  <a:pt x="3128" y="152"/>
                  <a:pt x="3137" y="152"/>
                </a:cubicBezTo>
                <a:cubicBezTo>
                  <a:pt x="3146" y="152"/>
                  <a:pt x="3155" y="150"/>
                  <a:pt x="3163" y="145"/>
                </a:cubicBezTo>
                <a:cubicBezTo>
                  <a:pt x="3171" y="141"/>
                  <a:pt x="3178" y="134"/>
                  <a:pt x="3182" y="126"/>
                </a:cubicBezTo>
                <a:cubicBezTo>
                  <a:pt x="3187" y="118"/>
                  <a:pt x="3190" y="109"/>
                  <a:pt x="3190" y="100"/>
                </a:cubicBezTo>
                <a:cubicBezTo>
                  <a:pt x="3190" y="91"/>
                  <a:pt x="3187" y="83"/>
                  <a:pt x="3182" y="74"/>
                </a:cubicBezTo>
                <a:cubicBezTo>
                  <a:pt x="3178" y="66"/>
                  <a:pt x="3171" y="60"/>
                  <a:pt x="3163" y="55"/>
                </a:cubicBezTo>
                <a:cubicBezTo>
                  <a:pt x="3154" y="51"/>
                  <a:pt x="3145" y="48"/>
                  <a:pt x="3137" y="48"/>
                </a:cubicBezTo>
                <a:close/>
                <a:moveTo>
                  <a:pt x="3137" y="38"/>
                </a:moveTo>
                <a:lnTo>
                  <a:pt x="3137" y="38"/>
                </a:lnTo>
                <a:cubicBezTo>
                  <a:pt x="3147" y="38"/>
                  <a:pt x="3158" y="41"/>
                  <a:pt x="3168" y="46"/>
                </a:cubicBezTo>
                <a:cubicBezTo>
                  <a:pt x="3178" y="51"/>
                  <a:pt x="3186" y="59"/>
                  <a:pt x="3191" y="69"/>
                </a:cubicBezTo>
                <a:cubicBezTo>
                  <a:pt x="3197" y="79"/>
                  <a:pt x="3200" y="89"/>
                  <a:pt x="3200" y="100"/>
                </a:cubicBezTo>
                <a:cubicBezTo>
                  <a:pt x="3200" y="111"/>
                  <a:pt x="3197" y="121"/>
                  <a:pt x="3192" y="131"/>
                </a:cubicBezTo>
                <a:cubicBezTo>
                  <a:pt x="3186" y="141"/>
                  <a:pt x="3178" y="149"/>
                  <a:pt x="3168" y="154"/>
                </a:cubicBezTo>
                <a:cubicBezTo>
                  <a:pt x="3158" y="160"/>
                  <a:pt x="3148" y="162"/>
                  <a:pt x="3137" y="162"/>
                </a:cubicBezTo>
                <a:cubicBezTo>
                  <a:pt x="3126" y="162"/>
                  <a:pt x="3115" y="160"/>
                  <a:pt x="3105" y="154"/>
                </a:cubicBezTo>
                <a:cubicBezTo>
                  <a:pt x="3095" y="149"/>
                  <a:pt x="3087" y="141"/>
                  <a:pt x="3082" y="131"/>
                </a:cubicBezTo>
                <a:cubicBezTo>
                  <a:pt x="3076" y="121"/>
                  <a:pt x="3073" y="111"/>
                  <a:pt x="3073" y="100"/>
                </a:cubicBezTo>
                <a:cubicBezTo>
                  <a:pt x="3073" y="89"/>
                  <a:pt x="3076" y="79"/>
                  <a:pt x="3082" y="69"/>
                </a:cubicBezTo>
                <a:cubicBezTo>
                  <a:pt x="3087" y="59"/>
                  <a:pt x="3095" y="51"/>
                  <a:pt x="3106" y="46"/>
                </a:cubicBezTo>
                <a:cubicBezTo>
                  <a:pt x="3116" y="41"/>
                  <a:pt x="3126" y="38"/>
                  <a:pt x="3137" y="38"/>
                </a:cubicBezTo>
                <a:close/>
                <a:moveTo>
                  <a:pt x="2809" y="652"/>
                </a:moveTo>
                <a:lnTo>
                  <a:pt x="2809" y="652"/>
                </a:lnTo>
                <a:cubicBezTo>
                  <a:pt x="2618" y="187"/>
                  <a:pt x="2618" y="187"/>
                  <a:pt x="2618" y="187"/>
                </a:cubicBezTo>
                <a:cubicBezTo>
                  <a:pt x="2749" y="187"/>
                  <a:pt x="2749" y="187"/>
                  <a:pt x="2749" y="187"/>
                </a:cubicBezTo>
                <a:cubicBezTo>
                  <a:pt x="2839" y="425"/>
                  <a:pt x="2839" y="425"/>
                  <a:pt x="2839" y="425"/>
                </a:cubicBezTo>
                <a:cubicBezTo>
                  <a:pt x="2864" y="504"/>
                  <a:pt x="2864" y="504"/>
                  <a:pt x="2864" y="504"/>
                </a:cubicBezTo>
                <a:cubicBezTo>
                  <a:pt x="2871" y="483"/>
                  <a:pt x="2875" y="470"/>
                  <a:pt x="2877" y="464"/>
                </a:cubicBezTo>
                <a:cubicBezTo>
                  <a:pt x="2881" y="451"/>
                  <a:pt x="2886" y="438"/>
                  <a:pt x="2891" y="425"/>
                </a:cubicBezTo>
                <a:cubicBezTo>
                  <a:pt x="2981" y="187"/>
                  <a:pt x="2981" y="187"/>
                  <a:pt x="2981" y="187"/>
                </a:cubicBezTo>
                <a:cubicBezTo>
                  <a:pt x="3109" y="187"/>
                  <a:pt x="3109" y="187"/>
                  <a:pt x="3109" y="187"/>
                </a:cubicBezTo>
                <a:cubicBezTo>
                  <a:pt x="2921" y="652"/>
                  <a:pt x="2921" y="652"/>
                  <a:pt x="2921" y="652"/>
                </a:cubicBezTo>
                <a:lnTo>
                  <a:pt x="2809" y="652"/>
                </a:lnTo>
                <a:close/>
                <a:moveTo>
                  <a:pt x="1826" y="416"/>
                </a:moveTo>
                <a:lnTo>
                  <a:pt x="1826" y="416"/>
                </a:lnTo>
                <a:cubicBezTo>
                  <a:pt x="1826" y="308"/>
                  <a:pt x="1826" y="308"/>
                  <a:pt x="1826" y="308"/>
                </a:cubicBezTo>
                <a:cubicBezTo>
                  <a:pt x="2110" y="308"/>
                  <a:pt x="2110" y="308"/>
                  <a:pt x="2110" y="308"/>
                </a:cubicBezTo>
                <a:cubicBezTo>
                  <a:pt x="2110" y="563"/>
                  <a:pt x="2110" y="563"/>
                  <a:pt x="2110" y="563"/>
                </a:cubicBezTo>
                <a:cubicBezTo>
                  <a:pt x="2083" y="590"/>
                  <a:pt x="2043" y="613"/>
                  <a:pt x="1990" y="633"/>
                </a:cubicBezTo>
                <a:cubicBezTo>
                  <a:pt x="1938" y="653"/>
                  <a:pt x="1885" y="663"/>
                  <a:pt x="1831" y="663"/>
                </a:cubicBezTo>
                <a:cubicBezTo>
                  <a:pt x="1763" y="663"/>
                  <a:pt x="1703" y="649"/>
                  <a:pt x="1652" y="621"/>
                </a:cubicBezTo>
                <a:cubicBezTo>
                  <a:pt x="1602" y="593"/>
                  <a:pt x="1563" y="552"/>
                  <a:pt x="1538" y="500"/>
                </a:cubicBezTo>
                <a:cubicBezTo>
                  <a:pt x="1512" y="448"/>
                  <a:pt x="1500" y="391"/>
                  <a:pt x="1500" y="329"/>
                </a:cubicBezTo>
                <a:cubicBezTo>
                  <a:pt x="1500" y="262"/>
                  <a:pt x="1514" y="203"/>
                  <a:pt x="1542" y="151"/>
                </a:cubicBezTo>
                <a:cubicBezTo>
                  <a:pt x="1571" y="99"/>
                  <a:pt x="1613" y="59"/>
                  <a:pt x="1668" y="32"/>
                </a:cubicBezTo>
                <a:cubicBezTo>
                  <a:pt x="1709" y="10"/>
                  <a:pt x="1762" y="0"/>
                  <a:pt x="1824" y="0"/>
                </a:cubicBezTo>
                <a:cubicBezTo>
                  <a:pt x="1905" y="0"/>
                  <a:pt x="1968" y="16"/>
                  <a:pt x="2014" y="50"/>
                </a:cubicBezTo>
                <a:cubicBezTo>
                  <a:pt x="2059" y="83"/>
                  <a:pt x="2089" y="129"/>
                  <a:pt x="2102" y="188"/>
                </a:cubicBezTo>
                <a:cubicBezTo>
                  <a:pt x="1971" y="212"/>
                  <a:pt x="1971" y="212"/>
                  <a:pt x="1971" y="212"/>
                </a:cubicBezTo>
                <a:cubicBezTo>
                  <a:pt x="1961" y="181"/>
                  <a:pt x="1944" y="156"/>
                  <a:pt x="1919" y="138"/>
                </a:cubicBezTo>
                <a:cubicBezTo>
                  <a:pt x="1894" y="119"/>
                  <a:pt x="1862" y="110"/>
                  <a:pt x="1824" y="110"/>
                </a:cubicBezTo>
                <a:cubicBezTo>
                  <a:pt x="1766" y="110"/>
                  <a:pt x="1720" y="128"/>
                  <a:pt x="1686" y="164"/>
                </a:cubicBezTo>
                <a:cubicBezTo>
                  <a:pt x="1652" y="200"/>
                  <a:pt x="1635" y="253"/>
                  <a:pt x="1635" y="324"/>
                </a:cubicBezTo>
                <a:cubicBezTo>
                  <a:pt x="1635" y="400"/>
                  <a:pt x="1653" y="457"/>
                  <a:pt x="1687" y="495"/>
                </a:cubicBezTo>
                <a:cubicBezTo>
                  <a:pt x="1722" y="533"/>
                  <a:pt x="1767" y="552"/>
                  <a:pt x="1822" y="552"/>
                </a:cubicBezTo>
                <a:cubicBezTo>
                  <a:pt x="1850" y="552"/>
                  <a:pt x="1878" y="547"/>
                  <a:pt x="1906" y="536"/>
                </a:cubicBezTo>
                <a:cubicBezTo>
                  <a:pt x="1933" y="526"/>
                  <a:pt x="1957" y="513"/>
                  <a:pt x="1977" y="497"/>
                </a:cubicBezTo>
                <a:cubicBezTo>
                  <a:pt x="1977" y="416"/>
                  <a:pt x="1977" y="416"/>
                  <a:pt x="1977" y="416"/>
                </a:cubicBezTo>
                <a:lnTo>
                  <a:pt x="1826" y="416"/>
                </a:lnTo>
                <a:close/>
                <a:moveTo>
                  <a:pt x="1330" y="652"/>
                </a:moveTo>
                <a:lnTo>
                  <a:pt x="1330" y="652"/>
                </a:lnTo>
                <a:cubicBezTo>
                  <a:pt x="1330" y="583"/>
                  <a:pt x="1330" y="583"/>
                  <a:pt x="1330" y="583"/>
                </a:cubicBezTo>
                <a:cubicBezTo>
                  <a:pt x="1313" y="607"/>
                  <a:pt x="1290" y="627"/>
                  <a:pt x="1262" y="641"/>
                </a:cubicBezTo>
                <a:cubicBezTo>
                  <a:pt x="1234" y="655"/>
                  <a:pt x="1205" y="662"/>
                  <a:pt x="1174" y="662"/>
                </a:cubicBezTo>
                <a:cubicBezTo>
                  <a:pt x="1142" y="662"/>
                  <a:pt x="1113" y="656"/>
                  <a:pt x="1088" y="642"/>
                </a:cubicBezTo>
                <a:cubicBezTo>
                  <a:pt x="1063" y="628"/>
                  <a:pt x="1045" y="609"/>
                  <a:pt x="1033" y="584"/>
                </a:cubicBezTo>
                <a:cubicBezTo>
                  <a:pt x="1022" y="559"/>
                  <a:pt x="1016" y="525"/>
                  <a:pt x="1016" y="481"/>
                </a:cubicBezTo>
                <a:cubicBezTo>
                  <a:pt x="1016" y="187"/>
                  <a:pt x="1016" y="187"/>
                  <a:pt x="1016" y="187"/>
                </a:cubicBezTo>
                <a:cubicBezTo>
                  <a:pt x="1141" y="187"/>
                  <a:pt x="1141" y="187"/>
                  <a:pt x="1141" y="187"/>
                </a:cubicBezTo>
                <a:cubicBezTo>
                  <a:pt x="1141" y="401"/>
                  <a:pt x="1141" y="401"/>
                  <a:pt x="1141" y="401"/>
                </a:cubicBezTo>
                <a:cubicBezTo>
                  <a:pt x="1141" y="466"/>
                  <a:pt x="1144" y="506"/>
                  <a:pt x="1148" y="521"/>
                </a:cubicBezTo>
                <a:cubicBezTo>
                  <a:pt x="1153" y="536"/>
                  <a:pt x="1161" y="547"/>
                  <a:pt x="1174" y="556"/>
                </a:cubicBezTo>
                <a:cubicBezTo>
                  <a:pt x="1186" y="564"/>
                  <a:pt x="1201" y="569"/>
                  <a:pt x="1220" y="569"/>
                </a:cubicBezTo>
                <a:cubicBezTo>
                  <a:pt x="1241" y="569"/>
                  <a:pt x="1260" y="563"/>
                  <a:pt x="1277" y="552"/>
                </a:cubicBezTo>
                <a:cubicBezTo>
                  <a:pt x="1294" y="540"/>
                  <a:pt x="1306" y="526"/>
                  <a:pt x="1312" y="509"/>
                </a:cubicBezTo>
                <a:cubicBezTo>
                  <a:pt x="1318" y="492"/>
                  <a:pt x="1321" y="450"/>
                  <a:pt x="1321" y="383"/>
                </a:cubicBezTo>
                <a:cubicBezTo>
                  <a:pt x="1321" y="187"/>
                  <a:pt x="1321" y="187"/>
                  <a:pt x="1321" y="187"/>
                </a:cubicBezTo>
                <a:cubicBezTo>
                  <a:pt x="1447" y="187"/>
                  <a:pt x="1447" y="187"/>
                  <a:pt x="1447" y="187"/>
                </a:cubicBezTo>
                <a:cubicBezTo>
                  <a:pt x="1447" y="652"/>
                  <a:pt x="1447" y="652"/>
                  <a:pt x="1447" y="652"/>
                </a:cubicBezTo>
                <a:lnTo>
                  <a:pt x="1330" y="652"/>
                </a:lnTo>
                <a:close/>
                <a:moveTo>
                  <a:pt x="239" y="382"/>
                </a:moveTo>
                <a:lnTo>
                  <a:pt x="239" y="382"/>
                </a:lnTo>
                <a:cubicBezTo>
                  <a:pt x="0" y="10"/>
                  <a:pt x="0" y="10"/>
                  <a:pt x="0" y="10"/>
                </a:cubicBezTo>
                <a:cubicBezTo>
                  <a:pt x="154" y="10"/>
                  <a:pt x="154" y="10"/>
                  <a:pt x="154" y="10"/>
                </a:cubicBezTo>
                <a:cubicBezTo>
                  <a:pt x="308" y="264"/>
                  <a:pt x="308" y="264"/>
                  <a:pt x="308" y="264"/>
                </a:cubicBezTo>
                <a:cubicBezTo>
                  <a:pt x="459" y="10"/>
                  <a:pt x="459" y="10"/>
                  <a:pt x="459" y="10"/>
                </a:cubicBezTo>
                <a:cubicBezTo>
                  <a:pt x="611" y="10"/>
                  <a:pt x="611" y="10"/>
                  <a:pt x="611" y="10"/>
                </a:cubicBezTo>
                <a:cubicBezTo>
                  <a:pt x="371" y="383"/>
                  <a:pt x="371" y="383"/>
                  <a:pt x="371" y="383"/>
                </a:cubicBezTo>
                <a:cubicBezTo>
                  <a:pt x="371" y="652"/>
                  <a:pt x="371" y="652"/>
                  <a:pt x="371" y="652"/>
                </a:cubicBezTo>
                <a:cubicBezTo>
                  <a:pt x="239" y="652"/>
                  <a:pt x="239" y="652"/>
                  <a:pt x="239" y="652"/>
                </a:cubicBezTo>
                <a:lnTo>
                  <a:pt x="239" y="382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  <a:effectLst/>
        </p:spPr>
        <p:txBody>
          <a:bodyPr wrap="none" anchor="ctr"/>
          <a:lstStyle/>
          <a:p>
            <a:pPr rt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59698517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49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NTENT Header Only">
    <p:bg>
      <p:bgPr>
        <a:solidFill>
          <a:schemeClr val="bg1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hink-cell data - do not delete" hidden="1">
            <a:extLst>
              <a:ext uri="{FF2B5EF4-FFF2-40B4-BE49-F238E27FC236}">
                <a16:creationId xmlns:a16="http://schemas.microsoft.com/office/drawing/2014/main" id="{088BD3A6-0673-4CBD-5251-CD8F33977D74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46504565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78" imgH="377" progId="TCLayout.ActiveDocument.1">
                  <p:embed/>
                </p:oleObj>
              </mc:Choice>
              <mc:Fallback>
                <p:oleObj name="think-cell Slide" r:id="rId3" imgW="378" imgH="377" progId="TCLayout.ActiveDocument.1">
                  <p:embed/>
                  <p:pic>
                    <p:nvPicPr>
                      <p:cNvPr id="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088BD3A6-0673-4CBD-5251-CD8F33977D7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Date Placeholder 4" hidden="1">
            <a:extLst>
              <a:ext uri="{FF2B5EF4-FFF2-40B4-BE49-F238E27FC236}">
                <a16:creationId xmlns:a16="http://schemas.microsoft.com/office/drawing/2014/main" id="{D83966FA-DB6B-4EB7-B191-94841F123E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rtl="0">
              <a:defRPr/>
            </a:lvl1pPr>
          </a:lstStyle>
          <a:p>
            <a:fld id="{5D3F7BC5-5617-4E17-8782-A2AA0C1EBA93}" type="datetime4">
              <a:rPr lang="en-US" smtClean="0"/>
              <a:t>April 23, 2026</a:t>
            </a:fld>
            <a:endParaRPr lang="de-DE" dirty="0"/>
          </a:p>
        </p:txBody>
      </p:sp>
      <p:sp>
        <p:nvSpPr>
          <p:cNvPr id="7" name="Logo">
            <a:extLst>
              <a:ext uri="{FF2B5EF4-FFF2-40B4-BE49-F238E27FC236}">
                <a16:creationId xmlns:a16="http://schemas.microsoft.com/office/drawing/2014/main" id="{A725902D-E246-B044-D1BB-CCB46E743421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1157045" y="491598"/>
            <a:ext cx="493617" cy="102665"/>
          </a:xfrm>
          <a:custGeom>
            <a:avLst/>
            <a:gdLst>
              <a:gd name="T0" fmla="*/ 3133 w 3201"/>
              <a:gd name="T1" fmla="*/ 97 h 664"/>
              <a:gd name="T2" fmla="*/ 3148 w 3201"/>
              <a:gd name="T3" fmla="*/ 81 h 664"/>
              <a:gd name="T4" fmla="*/ 3120 w 3201"/>
              <a:gd name="T5" fmla="*/ 77 h 664"/>
              <a:gd name="T6" fmla="*/ 3109 w 3201"/>
              <a:gd name="T7" fmla="*/ 135 h 664"/>
              <a:gd name="T8" fmla="*/ 3150 w 3201"/>
              <a:gd name="T9" fmla="*/ 69 h 664"/>
              <a:gd name="T10" fmla="*/ 3156 w 3201"/>
              <a:gd name="T11" fmla="*/ 99 h 664"/>
              <a:gd name="T12" fmla="*/ 3158 w 3201"/>
              <a:gd name="T13" fmla="*/ 122 h 664"/>
              <a:gd name="T14" fmla="*/ 3147 w 3201"/>
              <a:gd name="T15" fmla="*/ 124 h 664"/>
              <a:gd name="T16" fmla="*/ 3120 w 3201"/>
              <a:gd name="T17" fmla="*/ 106 h 664"/>
              <a:gd name="T18" fmla="*/ 2276 w 3201"/>
              <a:gd name="T19" fmla="*/ 420 h 664"/>
              <a:gd name="T20" fmla="*/ 2391 w 3201"/>
              <a:gd name="T21" fmla="*/ 562 h 664"/>
              <a:gd name="T22" fmla="*/ 2473 w 3201"/>
              <a:gd name="T23" fmla="*/ 314 h 664"/>
              <a:gd name="T24" fmla="*/ 2276 w 3201"/>
              <a:gd name="T25" fmla="*/ 420 h 664"/>
              <a:gd name="T26" fmla="*/ 2178 w 3201"/>
              <a:gd name="T27" fmla="*/ 294 h 664"/>
              <a:gd name="T28" fmla="*/ 2567 w 3201"/>
              <a:gd name="T29" fmla="*/ 245 h 664"/>
              <a:gd name="T30" fmla="*/ 2392 w 3201"/>
              <a:gd name="T31" fmla="*/ 662 h 664"/>
              <a:gd name="T32" fmla="*/ 2147 w 3201"/>
              <a:gd name="T33" fmla="*/ 413 h 664"/>
              <a:gd name="T34" fmla="*/ 649 w 3201"/>
              <a:gd name="T35" fmla="*/ 526 h 664"/>
              <a:gd name="T36" fmla="*/ 847 w 3201"/>
              <a:gd name="T37" fmla="*/ 419 h 664"/>
              <a:gd name="T38" fmla="*/ 649 w 3201"/>
              <a:gd name="T39" fmla="*/ 314 h 664"/>
              <a:gd name="T40" fmla="*/ 488 w 3201"/>
              <a:gd name="T41" fmla="*/ 413 h 664"/>
              <a:gd name="T42" fmla="*/ 731 w 3201"/>
              <a:gd name="T43" fmla="*/ 177 h 664"/>
              <a:gd name="T44" fmla="*/ 906 w 3201"/>
              <a:gd name="T45" fmla="*/ 593 h 664"/>
              <a:gd name="T46" fmla="*/ 518 w 3201"/>
              <a:gd name="T47" fmla="*/ 549 h 664"/>
              <a:gd name="T48" fmla="*/ 3137 w 3201"/>
              <a:gd name="T49" fmla="*/ 48 h 664"/>
              <a:gd name="T50" fmla="*/ 3084 w 3201"/>
              <a:gd name="T51" fmla="*/ 100 h 664"/>
              <a:gd name="T52" fmla="*/ 3137 w 3201"/>
              <a:gd name="T53" fmla="*/ 152 h 664"/>
              <a:gd name="T54" fmla="*/ 3190 w 3201"/>
              <a:gd name="T55" fmla="*/ 100 h 664"/>
              <a:gd name="T56" fmla="*/ 3137 w 3201"/>
              <a:gd name="T57" fmla="*/ 48 h 664"/>
              <a:gd name="T58" fmla="*/ 3168 w 3201"/>
              <a:gd name="T59" fmla="*/ 46 h 664"/>
              <a:gd name="T60" fmla="*/ 3192 w 3201"/>
              <a:gd name="T61" fmla="*/ 131 h 664"/>
              <a:gd name="T62" fmla="*/ 3105 w 3201"/>
              <a:gd name="T63" fmla="*/ 154 h 664"/>
              <a:gd name="T64" fmla="*/ 3082 w 3201"/>
              <a:gd name="T65" fmla="*/ 69 h 664"/>
              <a:gd name="T66" fmla="*/ 2809 w 3201"/>
              <a:gd name="T67" fmla="*/ 652 h 664"/>
              <a:gd name="T68" fmla="*/ 2749 w 3201"/>
              <a:gd name="T69" fmla="*/ 187 h 664"/>
              <a:gd name="T70" fmla="*/ 2877 w 3201"/>
              <a:gd name="T71" fmla="*/ 464 h 664"/>
              <a:gd name="T72" fmla="*/ 3109 w 3201"/>
              <a:gd name="T73" fmla="*/ 187 h 664"/>
              <a:gd name="T74" fmla="*/ 1826 w 3201"/>
              <a:gd name="T75" fmla="*/ 416 h 664"/>
              <a:gd name="T76" fmla="*/ 2110 w 3201"/>
              <a:gd name="T77" fmla="*/ 308 h 664"/>
              <a:gd name="T78" fmla="*/ 1831 w 3201"/>
              <a:gd name="T79" fmla="*/ 663 h 664"/>
              <a:gd name="T80" fmla="*/ 1500 w 3201"/>
              <a:gd name="T81" fmla="*/ 329 h 664"/>
              <a:gd name="T82" fmla="*/ 1824 w 3201"/>
              <a:gd name="T83" fmla="*/ 0 h 664"/>
              <a:gd name="T84" fmla="*/ 1971 w 3201"/>
              <a:gd name="T85" fmla="*/ 212 h 664"/>
              <a:gd name="T86" fmla="*/ 1686 w 3201"/>
              <a:gd name="T87" fmla="*/ 164 h 664"/>
              <a:gd name="T88" fmla="*/ 1822 w 3201"/>
              <a:gd name="T89" fmla="*/ 552 h 664"/>
              <a:gd name="T90" fmla="*/ 1977 w 3201"/>
              <a:gd name="T91" fmla="*/ 416 h 664"/>
              <a:gd name="T92" fmla="*/ 1330 w 3201"/>
              <a:gd name="T93" fmla="*/ 652 h 664"/>
              <a:gd name="T94" fmla="*/ 1174 w 3201"/>
              <a:gd name="T95" fmla="*/ 662 h 664"/>
              <a:gd name="T96" fmla="*/ 1016 w 3201"/>
              <a:gd name="T97" fmla="*/ 481 h 664"/>
              <a:gd name="T98" fmla="*/ 1141 w 3201"/>
              <a:gd name="T99" fmla="*/ 401 h 664"/>
              <a:gd name="T100" fmla="*/ 1220 w 3201"/>
              <a:gd name="T101" fmla="*/ 569 h 664"/>
              <a:gd name="T102" fmla="*/ 1321 w 3201"/>
              <a:gd name="T103" fmla="*/ 383 h 664"/>
              <a:gd name="T104" fmla="*/ 1447 w 3201"/>
              <a:gd name="T105" fmla="*/ 652 h 664"/>
              <a:gd name="T106" fmla="*/ 239 w 3201"/>
              <a:gd name="T107" fmla="*/ 382 h 664"/>
              <a:gd name="T108" fmla="*/ 308 w 3201"/>
              <a:gd name="T109" fmla="*/ 264 h 664"/>
              <a:gd name="T110" fmla="*/ 371 w 3201"/>
              <a:gd name="T111" fmla="*/ 383 h 664"/>
              <a:gd name="T112" fmla="*/ 239 w 3201"/>
              <a:gd name="T113" fmla="*/ 382 h 66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</a:cxnLst>
            <a:rect l="0" t="0" r="r" b="b"/>
            <a:pathLst>
              <a:path w="3201" h="664">
                <a:moveTo>
                  <a:pt x="3120" y="97"/>
                </a:moveTo>
                <a:lnTo>
                  <a:pt x="3120" y="97"/>
                </a:lnTo>
                <a:cubicBezTo>
                  <a:pt x="3133" y="97"/>
                  <a:pt x="3133" y="97"/>
                  <a:pt x="3133" y="97"/>
                </a:cubicBezTo>
                <a:cubicBezTo>
                  <a:pt x="3140" y="97"/>
                  <a:pt x="3144" y="96"/>
                  <a:pt x="3146" y="94"/>
                </a:cubicBezTo>
                <a:cubicBezTo>
                  <a:pt x="3149" y="92"/>
                  <a:pt x="3150" y="90"/>
                  <a:pt x="3150" y="87"/>
                </a:cubicBezTo>
                <a:cubicBezTo>
                  <a:pt x="3150" y="85"/>
                  <a:pt x="3149" y="83"/>
                  <a:pt x="3148" y="81"/>
                </a:cubicBezTo>
                <a:cubicBezTo>
                  <a:pt x="3147" y="80"/>
                  <a:pt x="3145" y="79"/>
                  <a:pt x="3143" y="78"/>
                </a:cubicBezTo>
                <a:cubicBezTo>
                  <a:pt x="3141" y="77"/>
                  <a:pt x="3138" y="77"/>
                  <a:pt x="3132" y="77"/>
                </a:cubicBezTo>
                <a:cubicBezTo>
                  <a:pt x="3120" y="77"/>
                  <a:pt x="3120" y="77"/>
                  <a:pt x="3120" y="77"/>
                </a:cubicBezTo>
                <a:lnTo>
                  <a:pt x="3120" y="97"/>
                </a:lnTo>
                <a:close/>
                <a:moveTo>
                  <a:pt x="3109" y="135"/>
                </a:moveTo>
                <a:lnTo>
                  <a:pt x="3109" y="135"/>
                </a:lnTo>
                <a:cubicBezTo>
                  <a:pt x="3109" y="68"/>
                  <a:pt x="3109" y="68"/>
                  <a:pt x="3109" y="68"/>
                </a:cubicBezTo>
                <a:cubicBezTo>
                  <a:pt x="3132" y="68"/>
                  <a:pt x="3132" y="68"/>
                  <a:pt x="3132" y="68"/>
                </a:cubicBezTo>
                <a:cubicBezTo>
                  <a:pt x="3140" y="68"/>
                  <a:pt x="3146" y="68"/>
                  <a:pt x="3150" y="69"/>
                </a:cubicBezTo>
                <a:cubicBezTo>
                  <a:pt x="3153" y="71"/>
                  <a:pt x="3156" y="73"/>
                  <a:pt x="3158" y="76"/>
                </a:cubicBezTo>
                <a:cubicBezTo>
                  <a:pt x="3160" y="79"/>
                  <a:pt x="3161" y="82"/>
                  <a:pt x="3161" y="86"/>
                </a:cubicBezTo>
                <a:cubicBezTo>
                  <a:pt x="3161" y="91"/>
                  <a:pt x="3160" y="95"/>
                  <a:pt x="3156" y="99"/>
                </a:cubicBezTo>
                <a:cubicBezTo>
                  <a:pt x="3153" y="102"/>
                  <a:pt x="3148" y="104"/>
                  <a:pt x="3142" y="105"/>
                </a:cubicBezTo>
                <a:cubicBezTo>
                  <a:pt x="3144" y="106"/>
                  <a:pt x="3146" y="107"/>
                  <a:pt x="3148" y="108"/>
                </a:cubicBezTo>
                <a:cubicBezTo>
                  <a:pt x="3150" y="111"/>
                  <a:pt x="3154" y="115"/>
                  <a:pt x="3158" y="122"/>
                </a:cubicBezTo>
                <a:cubicBezTo>
                  <a:pt x="3166" y="135"/>
                  <a:pt x="3166" y="135"/>
                  <a:pt x="3166" y="135"/>
                </a:cubicBezTo>
                <a:cubicBezTo>
                  <a:pt x="3153" y="135"/>
                  <a:pt x="3153" y="135"/>
                  <a:pt x="3153" y="135"/>
                </a:cubicBezTo>
                <a:cubicBezTo>
                  <a:pt x="3147" y="124"/>
                  <a:pt x="3147" y="124"/>
                  <a:pt x="3147" y="124"/>
                </a:cubicBezTo>
                <a:cubicBezTo>
                  <a:pt x="3142" y="116"/>
                  <a:pt x="3138" y="111"/>
                  <a:pt x="3135" y="109"/>
                </a:cubicBezTo>
                <a:cubicBezTo>
                  <a:pt x="3133" y="107"/>
                  <a:pt x="3130" y="106"/>
                  <a:pt x="3126" y="106"/>
                </a:cubicBezTo>
                <a:cubicBezTo>
                  <a:pt x="3120" y="106"/>
                  <a:pt x="3120" y="106"/>
                  <a:pt x="3120" y="106"/>
                </a:cubicBezTo>
                <a:cubicBezTo>
                  <a:pt x="3120" y="135"/>
                  <a:pt x="3120" y="135"/>
                  <a:pt x="3120" y="135"/>
                </a:cubicBezTo>
                <a:lnTo>
                  <a:pt x="3109" y="135"/>
                </a:lnTo>
                <a:close/>
                <a:moveTo>
                  <a:pt x="2276" y="420"/>
                </a:moveTo>
                <a:lnTo>
                  <a:pt x="2276" y="420"/>
                </a:lnTo>
                <a:cubicBezTo>
                  <a:pt x="2276" y="466"/>
                  <a:pt x="2287" y="501"/>
                  <a:pt x="2309" y="526"/>
                </a:cubicBezTo>
                <a:cubicBezTo>
                  <a:pt x="2331" y="550"/>
                  <a:pt x="2359" y="562"/>
                  <a:pt x="2391" y="562"/>
                </a:cubicBezTo>
                <a:cubicBezTo>
                  <a:pt x="2424" y="562"/>
                  <a:pt x="2451" y="550"/>
                  <a:pt x="2473" y="526"/>
                </a:cubicBezTo>
                <a:cubicBezTo>
                  <a:pt x="2495" y="501"/>
                  <a:pt x="2507" y="465"/>
                  <a:pt x="2507" y="419"/>
                </a:cubicBezTo>
                <a:cubicBezTo>
                  <a:pt x="2507" y="373"/>
                  <a:pt x="2495" y="338"/>
                  <a:pt x="2473" y="314"/>
                </a:cubicBezTo>
                <a:cubicBezTo>
                  <a:pt x="2451" y="289"/>
                  <a:pt x="2424" y="277"/>
                  <a:pt x="2391" y="277"/>
                </a:cubicBezTo>
                <a:cubicBezTo>
                  <a:pt x="2359" y="277"/>
                  <a:pt x="2331" y="289"/>
                  <a:pt x="2309" y="314"/>
                </a:cubicBezTo>
                <a:cubicBezTo>
                  <a:pt x="2287" y="338"/>
                  <a:pt x="2276" y="374"/>
                  <a:pt x="2276" y="420"/>
                </a:cubicBezTo>
                <a:close/>
                <a:moveTo>
                  <a:pt x="2147" y="413"/>
                </a:moveTo>
                <a:lnTo>
                  <a:pt x="2147" y="413"/>
                </a:lnTo>
                <a:cubicBezTo>
                  <a:pt x="2147" y="372"/>
                  <a:pt x="2157" y="333"/>
                  <a:pt x="2178" y="294"/>
                </a:cubicBezTo>
                <a:cubicBezTo>
                  <a:pt x="2198" y="256"/>
                  <a:pt x="2228" y="227"/>
                  <a:pt x="2265" y="207"/>
                </a:cubicBezTo>
                <a:cubicBezTo>
                  <a:pt x="2302" y="187"/>
                  <a:pt x="2344" y="177"/>
                  <a:pt x="2391" y="177"/>
                </a:cubicBezTo>
                <a:cubicBezTo>
                  <a:pt x="2462" y="177"/>
                  <a:pt x="2521" y="200"/>
                  <a:pt x="2567" y="245"/>
                </a:cubicBezTo>
                <a:cubicBezTo>
                  <a:pt x="2613" y="291"/>
                  <a:pt x="2635" y="349"/>
                  <a:pt x="2635" y="418"/>
                </a:cubicBezTo>
                <a:cubicBezTo>
                  <a:pt x="2635" y="489"/>
                  <a:pt x="2612" y="547"/>
                  <a:pt x="2566" y="593"/>
                </a:cubicBezTo>
                <a:cubicBezTo>
                  <a:pt x="2520" y="639"/>
                  <a:pt x="2462" y="662"/>
                  <a:pt x="2392" y="662"/>
                </a:cubicBezTo>
                <a:cubicBezTo>
                  <a:pt x="2348" y="662"/>
                  <a:pt x="2307" y="653"/>
                  <a:pt x="2268" y="634"/>
                </a:cubicBezTo>
                <a:cubicBezTo>
                  <a:pt x="2228" y="614"/>
                  <a:pt x="2198" y="586"/>
                  <a:pt x="2178" y="549"/>
                </a:cubicBezTo>
                <a:cubicBezTo>
                  <a:pt x="2157" y="512"/>
                  <a:pt x="2147" y="466"/>
                  <a:pt x="2147" y="413"/>
                </a:cubicBezTo>
                <a:close/>
                <a:moveTo>
                  <a:pt x="616" y="420"/>
                </a:moveTo>
                <a:lnTo>
                  <a:pt x="616" y="420"/>
                </a:lnTo>
                <a:cubicBezTo>
                  <a:pt x="616" y="466"/>
                  <a:pt x="627" y="501"/>
                  <a:pt x="649" y="526"/>
                </a:cubicBezTo>
                <a:cubicBezTo>
                  <a:pt x="671" y="550"/>
                  <a:pt x="699" y="562"/>
                  <a:pt x="732" y="562"/>
                </a:cubicBezTo>
                <a:cubicBezTo>
                  <a:pt x="764" y="562"/>
                  <a:pt x="792" y="550"/>
                  <a:pt x="814" y="526"/>
                </a:cubicBezTo>
                <a:cubicBezTo>
                  <a:pt x="836" y="501"/>
                  <a:pt x="847" y="465"/>
                  <a:pt x="847" y="419"/>
                </a:cubicBezTo>
                <a:cubicBezTo>
                  <a:pt x="847" y="373"/>
                  <a:pt x="836" y="338"/>
                  <a:pt x="814" y="314"/>
                </a:cubicBezTo>
                <a:cubicBezTo>
                  <a:pt x="792" y="289"/>
                  <a:pt x="764" y="277"/>
                  <a:pt x="732" y="277"/>
                </a:cubicBezTo>
                <a:cubicBezTo>
                  <a:pt x="699" y="277"/>
                  <a:pt x="671" y="289"/>
                  <a:pt x="649" y="314"/>
                </a:cubicBezTo>
                <a:cubicBezTo>
                  <a:pt x="627" y="338"/>
                  <a:pt x="616" y="374"/>
                  <a:pt x="616" y="420"/>
                </a:cubicBezTo>
                <a:close/>
                <a:moveTo>
                  <a:pt x="488" y="413"/>
                </a:moveTo>
                <a:lnTo>
                  <a:pt x="488" y="413"/>
                </a:lnTo>
                <a:cubicBezTo>
                  <a:pt x="488" y="372"/>
                  <a:pt x="498" y="333"/>
                  <a:pt x="518" y="294"/>
                </a:cubicBezTo>
                <a:cubicBezTo>
                  <a:pt x="539" y="256"/>
                  <a:pt x="568" y="227"/>
                  <a:pt x="605" y="207"/>
                </a:cubicBezTo>
                <a:cubicBezTo>
                  <a:pt x="643" y="187"/>
                  <a:pt x="685" y="177"/>
                  <a:pt x="731" y="177"/>
                </a:cubicBezTo>
                <a:cubicBezTo>
                  <a:pt x="803" y="177"/>
                  <a:pt x="861" y="200"/>
                  <a:pt x="907" y="245"/>
                </a:cubicBezTo>
                <a:cubicBezTo>
                  <a:pt x="953" y="291"/>
                  <a:pt x="976" y="349"/>
                  <a:pt x="976" y="418"/>
                </a:cubicBezTo>
                <a:cubicBezTo>
                  <a:pt x="976" y="489"/>
                  <a:pt x="953" y="547"/>
                  <a:pt x="906" y="593"/>
                </a:cubicBezTo>
                <a:cubicBezTo>
                  <a:pt x="860" y="639"/>
                  <a:pt x="802" y="662"/>
                  <a:pt x="732" y="662"/>
                </a:cubicBezTo>
                <a:cubicBezTo>
                  <a:pt x="689" y="662"/>
                  <a:pt x="647" y="653"/>
                  <a:pt x="608" y="634"/>
                </a:cubicBezTo>
                <a:cubicBezTo>
                  <a:pt x="569" y="614"/>
                  <a:pt x="539" y="586"/>
                  <a:pt x="518" y="549"/>
                </a:cubicBezTo>
                <a:cubicBezTo>
                  <a:pt x="498" y="512"/>
                  <a:pt x="488" y="466"/>
                  <a:pt x="488" y="413"/>
                </a:cubicBezTo>
                <a:close/>
                <a:moveTo>
                  <a:pt x="3137" y="48"/>
                </a:moveTo>
                <a:lnTo>
                  <a:pt x="3137" y="48"/>
                </a:lnTo>
                <a:cubicBezTo>
                  <a:pt x="3128" y="48"/>
                  <a:pt x="3119" y="51"/>
                  <a:pt x="3111" y="55"/>
                </a:cubicBezTo>
                <a:cubicBezTo>
                  <a:pt x="3102" y="60"/>
                  <a:pt x="3096" y="66"/>
                  <a:pt x="3091" y="74"/>
                </a:cubicBezTo>
                <a:cubicBezTo>
                  <a:pt x="3086" y="83"/>
                  <a:pt x="3084" y="91"/>
                  <a:pt x="3084" y="100"/>
                </a:cubicBezTo>
                <a:cubicBezTo>
                  <a:pt x="3084" y="109"/>
                  <a:pt x="3086" y="118"/>
                  <a:pt x="3091" y="126"/>
                </a:cubicBezTo>
                <a:cubicBezTo>
                  <a:pt x="3095" y="134"/>
                  <a:pt x="3102" y="141"/>
                  <a:pt x="3110" y="145"/>
                </a:cubicBezTo>
                <a:cubicBezTo>
                  <a:pt x="3119" y="150"/>
                  <a:pt x="3128" y="152"/>
                  <a:pt x="3137" y="152"/>
                </a:cubicBezTo>
                <a:cubicBezTo>
                  <a:pt x="3146" y="152"/>
                  <a:pt x="3155" y="150"/>
                  <a:pt x="3163" y="145"/>
                </a:cubicBezTo>
                <a:cubicBezTo>
                  <a:pt x="3171" y="141"/>
                  <a:pt x="3178" y="134"/>
                  <a:pt x="3182" y="126"/>
                </a:cubicBezTo>
                <a:cubicBezTo>
                  <a:pt x="3187" y="118"/>
                  <a:pt x="3190" y="109"/>
                  <a:pt x="3190" y="100"/>
                </a:cubicBezTo>
                <a:cubicBezTo>
                  <a:pt x="3190" y="91"/>
                  <a:pt x="3187" y="83"/>
                  <a:pt x="3182" y="74"/>
                </a:cubicBezTo>
                <a:cubicBezTo>
                  <a:pt x="3178" y="66"/>
                  <a:pt x="3171" y="60"/>
                  <a:pt x="3163" y="55"/>
                </a:cubicBezTo>
                <a:cubicBezTo>
                  <a:pt x="3154" y="51"/>
                  <a:pt x="3145" y="48"/>
                  <a:pt x="3137" y="48"/>
                </a:cubicBezTo>
                <a:close/>
                <a:moveTo>
                  <a:pt x="3137" y="38"/>
                </a:moveTo>
                <a:lnTo>
                  <a:pt x="3137" y="38"/>
                </a:lnTo>
                <a:cubicBezTo>
                  <a:pt x="3147" y="38"/>
                  <a:pt x="3158" y="41"/>
                  <a:pt x="3168" y="46"/>
                </a:cubicBezTo>
                <a:cubicBezTo>
                  <a:pt x="3178" y="51"/>
                  <a:pt x="3186" y="59"/>
                  <a:pt x="3191" y="69"/>
                </a:cubicBezTo>
                <a:cubicBezTo>
                  <a:pt x="3197" y="79"/>
                  <a:pt x="3200" y="89"/>
                  <a:pt x="3200" y="100"/>
                </a:cubicBezTo>
                <a:cubicBezTo>
                  <a:pt x="3200" y="111"/>
                  <a:pt x="3197" y="121"/>
                  <a:pt x="3192" y="131"/>
                </a:cubicBezTo>
                <a:cubicBezTo>
                  <a:pt x="3186" y="141"/>
                  <a:pt x="3178" y="149"/>
                  <a:pt x="3168" y="154"/>
                </a:cubicBezTo>
                <a:cubicBezTo>
                  <a:pt x="3158" y="160"/>
                  <a:pt x="3148" y="162"/>
                  <a:pt x="3137" y="162"/>
                </a:cubicBezTo>
                <a:cubicBezTo>
                  <a:pt x="3126" y="162"/>
                  <a:pt x="3115" y="160"/>
                  <a:pt x="3105" y="154"/>
                </a:cubicBezTo>
                <a:cubicBezTo>
                  <a:pt x="3095" y="149"/>
                  <a:pt x="3087" y="141"/>
                  <a:pt x="3082" y="131"/>
                </a:cubicBezTo>
                <a:cubicBezTo>
                  <a:pt x="3076" y="121"/>
                  <a:pt x="3073" y="111"/>
                  <a:pt x="3073" y="100"/>
                </a:cubicBezTo>
                <a:cubicBezTo>
                  <a:pt x="3073" y="89"/>
                  <a:pt x="3076" y="79"/>
                  <a:pt x="3082" y="69"/>
                </a:cubicBezTo>
                <a:cubicBezTo>
                  <a:pt x="3087" y="59"/>
                  <a:pt x="3095" y="51"/>
                  <a:pt x="3106" y="46"/>
                </a:cubicBezTo>
                <a:cubicBezTo>
                  <a:pt x="3116" y="41"/>
                  <a:pt x="3126" y="38"/>
                  <a:pt x="3137" y="38"/>
                </a:cubicBezTo>
                <a:close/>
                <a:moveTo>
                  <a:pt x="2809" y="652"/>
                </a:moveTo>
                <a:lnTo>
                  <a:pt x="2809" y="652"/>
                </a:lnTo>
                <a:cubicBezTo>
                  <a:pt x="2618" y="187"/>
                  <a:pt x="2618" y="187"/>
                  <a:pt x="2618" y="187"/>
                </a:cubicBezTo>
                <a:cubicBezTo>
                  <a:pt x="2749" y="187"/>
                  <a:pt x="2749" y="187"/>
                  <a:pt x="2749" y="187"/>
                </a:cubicBezTo>
                <a:cubicBezTo>
                  <a:pt x="2839" y="425"/>
                  <a:pt x="2839" y="425"/>
                  <a:pt x="2839" y="425"/>
                </a:cubicBezTo>
                <a:cubicBezTo>
                  <a:pt x="2864" y="504"/>
                  <a:pt x="2864" y="504"/>
                  <a:pt x="2864" y="504"/>
                </a:cubicBezTo>
                <a:cubicBezTo>
                  <a:pt x="2871" y="483"/>
                  <a:pt x="2875" y="470"/>
                  <a:pt x="2877" y="464"/>
                </a:cubicBezTo>
                <a:cubicBezTo>
                  <a:pt x="2881" y="451"/>
                  <a:pt x="2886" y="438"/>
                  <a:pt x="2891" y="425"/>
                </a:cubicBezTo>
                <a:cubicBezTo>
                  <a:pt x="2981" y="187"/>
                  <a:pt x="2981" y="187"/>
                  <a:pt x="2981" y="187"/>
                </a:cubicBezTo>
                <a:cubicBezTo>
                  <a:pt x="3109" y="187"/>
                  <a:pt x="3109" y="187"/>
                  <a:pt x="3109" y="187"/>
                </a:cubicBezTo>
                <a:cubicBezTo>
                  <a:pt x="2921" y="652"/>
                  <a:pt x="2921" y="652"/>
                  <a:pt x="2921" y="652"/>
                </a:cubicBezTo>
                <a:lnTo>
                  <a:pt x="2809" y="652"/>
                </a:lnTo>
                <a:close/>
                <a:moveTo>
                  <a:pt x="1826" y="416"/>
                </a:moveTo>
                <a:lnTo>
                  <a:pt x="1826" y="416"/>
                </a:lnTo>
                <a:cubicBezTo>
                  <a:pt x="1826" y="308"/>
                  <a:pt x="1826" y="308"/>
                  <a:pt x="1826" y="308"/>
                </a:cubicBezTo>
                <a:cubicBezTo>
                  <a:pt x="2110" y="308"/>
                  <a:pt x="2110" y="308"/>
                  <a:pt x="2110" y="308"/>
                </a:cubicBezTo>
                <a:cubicBezTo>
                  <a:pt x="2110" y="563"/>
                  <a:pt x="2110" y="563"/>
                  <a:pt x="2110" y="563"/>
                </a:cubicBezTo>
                <a:cubicBezTo>
                  <a:pt x="2083" y="590"/>
                  <a:pt x="2043" y="613"/>
                  <a:pt x="1990" y="633"/>
                </a:cubicBezTo>
                <a:cubicBezTo>
                  <a:pt x="1938" y="653"/>
                  <a:pt x="1885" y="663"/>
                  <a:pt x="1831" y="663"/>
                </a:cubicBezTo>
                <a:cubicBezTo>
                  <a:pt x="1763" y="663"/>
                  <a:pt x="1703" y="649"/>
                  <a:pt x="1652" y="621"/>
                </a:cubicBezTo>
                <a:cubicBezTo>
                  <a:pt x="1602" y="593"/>
                  <a:pt x="1563" y="552"/>
                  <a:pt x="1538" y="500"/>
                </a:cubicBezTo>
                <a:cubicBezTo>
                  <a:pt x="1512" y="448"/>
                  <a:pt x="1500" y="391"/>
                  <a:pt x="1500" y="329"/>
                </a:cubicBezTo>
                <a:cubicBezTo>
                  <a:pt x="1500" y="262"/>
                  <a:pt x="1514" y="203"/>
                  <a:pt x="1542" y="151"/>
                </a:cubicBezTo>
                <a:cubicBezTo>
                  <a:pt x="1571" y="99"/>
                  <a:pt x="1613" y="59"/>
                  <a:pt x="1668" y="32"/>
                </a:cubicBezTo>
                <a:cubicBezTo>
                  <a:pt x="1709" y="10"/>
                  <a:pt x="1762" y="0"/>
                  <a:pt x="1824" y="0"/>
                </a:cubicBezTo>
                <a:cubicBezTo>
                  <a:pt x="1905" y="0"/>
                  <a:pt x="1968" y="16"/>
                  <a:pt x="2014" y="50"/>
                </a:cubicBezTo>
                <a:cubicBezTo>
                  <a:pt x="2059" y="83"/>
                  <a:pt x="2089" y="129"/>
                  <a:pt x="2102" y="188"/>
                </a:cubicBezTo>
                <a:cubicBezTo>
                  <a:pt x="1971" y="212"/>
                  <a:pt x="1971" y="212"/>
                  <a:pt x="1971" y="212"/>
                </a:cubicBezTo>
                <a:cubicBezTo>
                  <a:pt x="1961" y="181"/>
                  <a:pt x="1944" y="156"/>
                  <a:pt x="1919" y="138"/>
                </a:cubicBezTo>
                <a:cubicBezTo>
                  <a:pt x="1894" y="119"/>
                  <a:pt x="1862" y="110"/>
                  <a:pt x="1824" y="110"/>
                </a:cubicBezTo>
                <a:cubicBezTo>
                  <a:pt x="1766" y="110"/>
                  <a:pt x="1720" y="128"/>
                  <a:pt x="1686" y="164"/>
                </a:cubicBezTo>
                <a:cubicBezTo>
                  <a:pt x="1652" y="200"/>
                  <a:pt x="1635" y="253"/>
                  <a:pt x="1635" y="324"/>
                </a:cubicBezTo>
                <a:cubicBezTo>
                  <a:pt x="1635" y="400"/>
                  <a:pt x="1653" y="457"/>
                  <a:pt x="1687" y="495"/>
                </a:cubicBezTo>
                <a:cubicBezTo>
                  <a:pt x="1722" y="533"/>
                  <a:pt x="1767" y="552"/>
                  <a:pt x="1822" y="552"/>
                </a:cubicBezTo>
                <a:cubicBezTo>
                  <a:pt x="1850" y="552"/>
                  <a:pt x="1878" y="547"/>
                  <a:pt x="1906" y="536"/>
                </a:cubicBezTo>
                <a:cubicBezTo>
                  <a:pt x="1933" y="526"/>
                  <a:pt x="1957" y="513"/>
                  <a:pt x="1977" y="497"/>
                </a:cubicBezTo>
                <a:cubicBezTo>
                  <a:pt x="1977" y="416"/>
                  <a:pt x="1977" y="416"/>
                  <a:pt x="1977" y="416"/>
                </a:cubicBezTo>
                <a:lnTo>
                  <a:pt x="1826" y="416"/>
                </a:lnTo>
                <a:close/>
                <a:moveTo>
                  <a:pt x="1330" y="652"/>
                </a:moveTo>
                <a:lnTo>
                  <a:pt x="1330" y="652"/>
                </a:lnTo>
                <a:cubicBezTo>
                  <a:pt x="1330" y="583"/>
                  <a:pt x="1330" y="583"/>
                  <a:pt x="1330" y="583"/>
                </a:cubicBezTo>
                <a:cubicBezTo>
                  <a:pt x="1313" y="607"/>
                  <a:pt x="1290" y="627"/>
                  <a:pt x="1262" y="641"/>
                </a:cubicBezTo>
                <a:cubicBezTo>
                  <a:pt x="1234" y="655"/>
                  <a:pt x="1205" y="662"/>
                  <a:pt x="1174" y="662"/>
                </a:cubicBezTo>
                <a:cubicBezTo>
                  <a:pt x="1142" y="662"/>
                  <a:pt x="1113" y="656"/>
                  <a:pt x="1088" y="642"/>
                </a:cubicBezTo>
                <a:cubicBezTo>
                  <a:pt x="1063" y="628"/>
                  <a:pt x="1045" y="609"/>
                  <a:pt x="1033" y="584"/>
                </a:cubicBezTo>
                <a:cubicBezTo>
                  <a:pt x="1022" y="559"/>
                  <a:pt x="1016" y="525"/>
                  <a:pt x="1016" y="481"/>
                </a:cubicBezTo>
                <a:cubicBezTo>
                  <a:pt x="1016" y="187"/>
                  <a:pt x="1016" y="187"/>
                  <a:pt x="1016" y="187"/>
                </a:cubicBezTo>
                <a:cubicBezTo>
                  <a:pt x="1141" y="187"/>
                  <a:pt x="1141" y="187"/>
                  <a:pt x="1141" y="187"/>
                </a:cubicBezTo>
                <a:cubicBezTo>
                  <a:pt x="1141" y="401"/>
                  <a:pt x="1141" y="401"/>
                  <a:pt x="1141" y="401"/>
                </a:cubicBezTo>
                <a:cubicBezTo>
                  <a:pt x="1141" y="466"/>
                  <a:pt x="1144" y="506"/>
                  <a:pt x="1148" y="521"/>
                </a:cubicBezTo>
                <a:cubicBezTo>
                  <a:pt x="1153" y="536"/>
                  <a:pt x="1161" y="547"/>
                  <a:pt x="1174" y="556"/>
                </a:cubicBezTo>
                <a:cubicBezTo>
                  <a:pt x="1186" y="564"/>
                  <a:pt x="1201" y="569"/>
                  <a:pt x="1220" y="569"/>
                </a:cubicBezTo>
                <a:cubicBezTo>
                  <a:pt x="1241" y="569"/>
                  <a:pt x="1260" y="563"/>
                  <a:pt x="1277" y="552"/>
                </a:cubicBezTo>
                <a:cubicBezTo>
                  <a:pt x="1294" y="540"/>
                  <a:pt x="1306" y="526"/>
                  <a:pt x="1312" y="509"/>
                </a:cubicBezTo>
                <a:cubicBezTo>
                  <a:pt x="1318" y="492"/>
                  <a:pt x="1321" y="450"/>
                  <a:pt x="1321" y="383"/>
                </a:cubicBezTo>
                <a:cubicBezTo>
                  <a:pt x="1321" y="187"/>
                  <a:pt x="1321" y="187"/>
                  <a:pt x="1321" y="187"/>
                </a:cubicBezTo>
                <a:cubicBezTo>
                  <a:pt x="1447" y="187"/>
                  <a:pt x="1447" y="187"/>
                  <a:pt x="1447" y="187"/>
                </a:cubicBezTo>
                <a:cubicBezTo>
                  <a:pt x="1447" y="652"/>
                  <a:pt x="1447" y="652"/>
                  <a:pt x="1447" y="652"/>
                </a:cubicBezTo>
                <a:lnTo>
                  <a:pt x="1330" y="652"/>
                </a:lnTo>
                <a:close/>
                <a:moveTo>
                  <a:pt x="239" y="382"/>
                </a:moveTo>
                <a:lnTo>
                  <a:pt x="239" y="382"/>
                </a:lnTo>
                <a:cubicBezTo>
                  <a:pt x="0" y="10"/>
                  <a:pt x="0" y="10"/>
                  <a:pt x="0" y="10"/>
                </a:cubicBezTo>
                <a:cubicBezTo>
                  <a:pt x="154" y="10"/>
                  <a:pt x="154" y="10"/>
                  <a:pt x="154" y="10"/>
                </a:cubicBezTo>
                <a:cubicBezTo>
                  <a:pt x="308" y="264"/>
                  <a:pt x="308" y="264"/>
                  <a:pt x="308" y="264"/>
                </a:cubicBezTo>
                <a:cubicBezTo>
                  <a:pt x="459" y="10"/>
                  <a:pt x="459" y="10"/>
                  <a:pt x="459" y="10"/>
                </a:cubicBezTo>
                <a:cubicBezTo>
                  <a:pt x="611" y="10"/>
                  <a:pt x="611" y="10"/>
                  <a:pt x="611" y="10"/>
                </a:cubicBezTo>
                <a:cubicBezTo>
                  <a:pt x="371" y="383"/>
                  <a:pt x="371" y="383"/>
                  <a:pt x="371" y="383"/>
                </a:cubicBezTo>
                <a:cubicBezTo>
                  <a:pt x="371" y="652"/>
                  <a:pt x="371" y="652"/>
                  <a:pt x="371" y="652"/>
                </a:cubicBezTo>
                <a:cubicBezTo>
                  <a:pt x="239" y="652"/>
                  <a:pt x="239" y="652"/>
                  <a:pt x="239" y="652"/>
                </a:cubicBezTo>
                <a:lnTo>
                  <a:pt x="239" y="382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  <a:effectLst/>
        </p:spPr>
        <p:txBody>
          <a:bodyPr wrap="none" anchor="ctr"/>
          <a:lstStyle/>
          <a:p>
            <a:pPr rtl="0"/>
            <a:endParaRPr lang="de-DE" dirty="0">
              <a:solidFill>
                <a:schemeClr val="bg1"/>
              </a:solidFill>
            </a:endParaRP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D4D20962-EF44-B764-BEF8-AA6D2911FCBF}"/>
              </a:ext>
            </a:extLst>
          </p:cNvPr>
          <p:cNvCxnSpPr>
            <a:cxnSpLocks/>
          </p:cNvCxnSpPr>
          <p:nvPr userDrawn="1"/>
        </p:nvCxnSpPr>
        <p:spPr>
          <a:xfrm>
            <a:off x="539750" y="657225"/>
            <a:ext cx="3576638" cy="0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19969B9C-D38D-A1A3-09C8-340A6B170A98}"/>
              </a:ext>
            </a:extLst>
          </p:cNvPr>
          <p:cNvCxnSpPr>
            <a:cxnSpLocks/>
          </p:cNvCxnSpPr>
          <p:nvPr userDrawn="1"/>
        </p:nvCxnSpPr>
        <p:spPr>
          <a:xfrm>
            <a:off x="4303713" y="657225"/>
            <a:ext cx="7348537" cy="0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Footer Placeholder 3">
            <a:extLst>
              <a:ext uri="{FF2B5EF4-FFF2-40B4-BE49-F238E27FC236}">
                <a16:creationId xmlns:a16="http://schemas.microsoft.com/office/drawing/2014/main" id="{8EEB1879-E619-774F-D494-37829007CA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186488" y="486888"/>
            <a:ext cx="4525962" cy="149730"/>
          </a:xfrm>
        </p:spPr>
        <p:txBody>
          <a:bodyPr/>
          <a:lstStyle>
            <a:lvl1pPr rtl="0"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Charting Manual</a:t>
            </a:r>
            <a:endParaRPr lang="de-DE" dirty="0"/>
          </a:p>
        </p:txBody>
      </p:sp>
      <p:sp>
        <p:nvSpPr>
          <p:cNvPr id="15" name="Text Placeholder Eyebrow">
            <a:extLst>
              <a:ext uri="{FF2B5EF4-FFF2-40B4-BE49-F238E27FC236}">
                <a16:creationId xmlns:a16="http://schemas.microsoft.com/office/drawing/2014/main" id="{83CC1058-102E-6EE0-1171-635D08014784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1300163" y="481818"/>
            <a:ext cx="2642400" cy="154800"/>
          </a:xfrm>
        </p:spPr>
        <p:txBody>
          <a:bodyPr/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bg1"/>
                </a:solidFill>
              </a:defRPr>
            </a:lvl1pPr>
            <a:lvl2pPr marL="180000" indent="0">
              <a:buNone/>
              <a:defRPr sz="900">
                <a:solidFill>
                  <a:schemeClr val="accent1"/>
                </a:solidFill>
              </a:defRPr>
            </a:lvl2pPr>
            <a:lvl3pPr marL="360000" indent="0">
              <a:buNone/>
              <a:defRPr sz="900">
                <a:solidFill>
                  <a:schemeClr val="accent1"/>
                </a:solidFill>
              </a:defRPr>
            </a:lvl3pPr>
            <a:lvl4pPr>
              <a:buNone/>
              <a:defRPr sz="900">
                <a:solidFill>
                  <a:schemeClr val="accent1"/>
                </a:solidFill>
              </a:defRPr>
            </a:lvl4pPr>
            <a:lvl5pPr>
              <a:buNone/>
              <a:defRPr sz="900">
                <a:solidFill>
                  <a:schemeClr val="accent1"/>
                </a:solidFill>
              </a:defRPr>
            </a:lvl5pPr>
          </a:lstStyle>
          <a:p>
            <a:pPr lvl="0"/>
            <a:r>
              <a:rPr lang="de-DE"/>
              <a:t>Click to add Eyebrow text</a:t>
            </a:r>
            <a:endParaRPr lang="de-DE" dirty="0"/>
          </a:p>
        </p:txBody>
      </p:sp>
      <p:sp>
        <p:nvSpPr>
          <p:cNvPr id="16" name="Slide Number Placeholder 4">
            <a:extLst>
              <a:ext uri="{FF2B5EF4-FFF2-40B4-BE49-F238E27FC236}">
                <a16:creationId xmlns:a16="http://schemas.microsoft.com/office/drawing/2014/main" id="{6B641C22-B8F8-FBAB-D502-0EB0931C4B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39750" y="481818"/>
            <a:ext cx="270000" cy="154800"/>
          </a:xfrm>
        </p:spPr>
        <p:txBody>
          <a:bodyPr/>
          <a:lstStyle>
            <a:lvl1pPr algn="l" rtl="0">
              <a:defRPr>
                <a:solidFill>
                  <a:schemeClr val="bg1"/>
                </a:solidFill>
              </a:defRPr>
            </a:lvl1pPr>
          </a:lstStyle>
          <a:p>
            <a:fld id="{23AA811B-2EBD-4900-905E-5BE206449611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8A7FBE67-ACB0-8E5E-D1CB-33ADD56F689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40000" y="907200"/>
            <a:ext cx="11113200" cy="758088"/>
          </a:xfrm>
        </p:spPr>
        <p:txBody>
          <a:bodyPr vert="horz"/>
          <a:lstStyle>
            <a:lvl1pPr rtl="0">
              <a:lnSpc>
                <a:spcPts val="3300"/>
              </a:lnSpc>
              <a:defRPr sz="3200">
                <a:solidFill>
                  <a:schemeClr val="bg1"/>
                </a:solidFill>
              </a:defRPr>
            </a:lvl1pPr>
          </a:lstStyle>
          <a:p>
            <a:r>
              <a:rPr lang="de-DE"/>
              <a:t>Click to add title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36444462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49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CKGROUND Gradient">
    <p:bg>
      <p:bgPr>
        <a:blipFill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hink-cell data - do not delete" hidden="1">
            <a:extLst>
              <a:ext uri="{FF2B5EF4-FFF2-40B4-BE49-F238E27FC236}">
                <a16:creationId xmlns:a16="http://schemas.microsoft.com/office/drawing/2014/main" id="{DBA11D70-CD3C-35B5-EBA7-DF37C8521B14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89689491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78" imgH="377" progId="TCLayout.ActiveDocument.1">
                  <p:embed/>
                </p:oleObj>
              </mc:Choice>
              <mc:Fallback>
                <p:oleObj name="think-cell Slide" r:id="rId4" imgW="378" imgH="377" progId="TCLayout.ActiveDocument.1">
                  <p:embed/>
                  <p:pic>
                    <p:nvPicPr>
                      <p:cNvPr id="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DBA11D70-CD3C-35B5-EBA7-DF37C8521B1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" name="Date Placeholder 3" hidden="1">
            <a:extLst>
              <a:ext uri="{FF2B5EF4-FFF2-40B4-BE49-F238E27FC236}">
                <a16:creationId xmlns:a16="http://schemas.microsoft.com/office/drawing/2014/main" id="{89EF8E2F-AD04-40B6-823D-52E48F4EACC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93200" y="6858000"/>
            <a:ext cx="0" cy="0"/>
          </a:xfrm>
        </p:spPr>
        <p:txBody>
          <a:bodyPr/>
          <a:lstStyle>
            <a:lvl1pPr rtl="0">
              <a:defRPr/>
            </a:lvl1pPr>
          </a:lstStyle>
          <a:p>
            <a:fld id="{0881A0D8-8D76-488C-BEFF-97A5115A22C0}" type="datetime4">
              <a:rPr lang="en-US" smtClean="0"/>
              <a:t>April 23, 2026</a:t>
            </a:fld>
            <a:endParaRPr lang="de-DE" dirty="0"/>
          </a:p>
        </p:txBody>
      </p:sp>
      <p:sp>
        <p:nvSpPr>
          <p:cNvPr id="8" name="Logo">
            <a:extLst>
              <a:ext uri="{FF2B5EF4-FFF2-40B4-BE49-F238E27FC236}">
                <a16:creationId xmlns:a16="http://schemas.microsoft.com/office/drawing/2014/main" id="{B5BE10E3-DE45-E1D7-FBE1-73AC879BB78E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1157045" y="491598"/>
            <a:ext cx="493617" cy="102665"/>
          </a:xfrm>
          <a:custGeom>
            <a:avLst/>
            <a:gdLst>
              <a:gd name="T0" fmla="*/ 3133 w 3201"/>
              <a:gd name="T1" fmla="*/ 97 h 664"/>
              <a:gd name="T2" fmla="*/ 3148 w 3201"/>
              <a:gd name="T3" fmla="*/ 81 h 664"/>
              <a:gd name="T4" fmla="*/ 3120 w 3201"/>
              <a:gd name="T5" fmla="*/ 77 h 664"/>
              <a:gd name="T6" fmla="*/ 3109 w 3201"/>
              <a:gd name="T7" fmla="*/ 135 h 664"/>
              <a:gd name="T8" fmla="*/ 3150 w 3201"/>
              <a:gd name="T9" fmla="*/ 69 h 664"/>
              <a:gd name="T10" fmla="*/ 3156 w 3201"/>
              <a:gd name="T11" fmla="*/ 99 h 664"/>
              <a:gd name="T12" fmla="*/ 3158 w 3201"/>
              <a:gd name="T13" fmla="*/ 122 h 664"/>
              <a:gd name="T14" fmla="*/ 3147 w 3201"/>
              <a:gd name="T15" fmla="*/ 124 h 664"/>
              <a:gd name="T16" fmla="*/ 3120 w 3201"/>
              <a:gd name="T17" fmla="*/ 106 h 664"/>
              <a:gd name="T18" fmla="*/ 2276 w 3201"/>
              <a:gd name="T19" fmla="*/ 420 h 664"/>
              <a:gd name="T20" fmla="*/ 2391 w 3201"/>
              <a:gd name="T21" fmla="*/ 562 h 664"/>
              <a:gd name="T22" fmla="*/ 2473 w 3201"/>
              <a:gd name="T23" fmla="*/ 314 h 664"/>
              <a:gd name="T24" fmla="*/ 2276 w 3201"/>
              <a:gd name="T25" fmla="*/ 420 h 664"/>
              <a:gd name="T26" fmla="*/ 2178 w 3201"/>
              <a:gd name="T27" fmla="*/ 294 h 664"/>
              <a:gd name="T28" fmla="*/ 2567 w 3201"/>
              <a:gd name="T29" fmla="*/ 245 h 664"/>
              <a:gd name="T30" fmla="*/ 2392 w 3201"/>
              <a:gd name="T31" fmla="*/ 662 h 664"/>
              <a:gd name="T32" fmla="*/ 2147 w 3201"/>
              <a:gd name="T33" fmla="*/ 413 h 664"/>
              <a:gd name="T34" fmla="*/ 649 w 3201"/>
              <a:gd name="T35" fmla="*/ 526 h 664"/>
              <a:gd name="T36" fmla="*/ 847 w 3201"/>
              <a:gd name="T37" fmla="*/ 419 h 664"/>
              <a:gd name="T38" fmla="*/ 649 w 3201"/>
              <a:gd name="T39" fmla="*/ 314 h 664"/>
              <a:gd name="T40" fmla="*/ 488 w 3201"/>
              <a:gd name="T41" fmla="*/ 413 h 664"/>
              <a:gd name="T42" fmla="*/ 731 w 3201"/>
              <a:gd name="T43" fmla="*/ 177 h 664"/>
              <a:gd name="T44" fmla="*/ 906 w 3201"/>
              <a:gd name="T45" fmla="*/ 593 h 664"/>
              <a:gd name="T46" fmla="*/ 518 w 3201"/>
              <a:gd name="T47" fmla="*/ 549 h 664"/>
              <a:gd name="T48" fmla="*/ 3137 w 3201"/>
              <a:gd name="T49" fmla="*/ 48 h 664"/>
              <a:gd name="T50" fmla="*/ 3084 w 3201"/>
              <a:gd name="T51" fmla="*/ 100 h 664"/>
              <a:gd name="T52" fmla="*/ 3137 w 3201"/>
              <a:gd name="T53" fmla="*/ 152 h 664"/>
              <a:gd name="T54" fmla="*/ 3190 w 3201"/>
              <a:gd name="T55" fmla="*/ 100 h 664"/>
              <a:gd name="T56" fmla="*/ 3137 w 3201"/>
              <a:gd name="T57" fmla="*/ 48 h 664"/>
              <a:gd name="T58" fmla="*/ 3168 w 3201"/>
              <a:gd name="T59" fmla="*/ 46 h 664"/>
              <a:gd name="T60" fmla="*/ 3192 w 3201"/>
              <a:gd name="T61" fmla="*/ 131 h 664"/>
              <a:gd name="T62" fmla="*/ 3105 w 3201"/>
              <a:gd name="T63" fmla="*/ 154 h 664"/>
              <a:gd name="T64" fmla="*/ 3082 w 3201"/>
              <a:gd name="T65" fmla="*/ 69 h 664"/>
              <a:gd name="T66" fmla="*/ 2809 w 3201"/>
              <a:gd name="T67" fmla="*/ 652 h 664"/>
              <a:gd name="T68" fmla="*/ 2749 w 3201"/>
              <a:gd name="T69" fmla="*/ 187 h 664"/>
              <a:gd name="T70" fmla="*/ 2877 w 3201"/>
              <a:gd name="T71" fmla="*/ 464 h 664"/>
              <a:gd name="T72" fmla="*/ 3109 w 3201"/>
              <a:gd name="T73" fmla="*/ 187 h 664"/>
              <a:gd name="T74" fmla="*/ 1826 w 3201"/>
              <a:gd name="T75" fmla="*/ 416 h 664"/>
              <a:gd name="T76" fmla="*/ 2110 w 3201"/>
              <a:gd name="T77" fmla="*/ 308 h 664"/>
              <a:gd name="T78" fmla="*/ 1831 w 3201"/>
              <a:gd name="T79" fmla="*/ 663 h 664"/>
              <a:gd name="T80" fmla="*/ 1500 w 3201"/>
              <a:gd name="T81" fmla="*/ 329 h 664"/>
              <a:gd name="T82" fmla="*/ 1824 w 3201"/>
              <a:gd name="T83" fmla="*/ 0 h 664"/>
              <a:gd name="T84" fmla="*/ 1971 w 3201"/>
              <a:gd name="T85" fmla="*/ 212 h 664"/>
              <a:gd name="T86" fmla="*/ 1686 w 3201"/>
              <a:gd name="T87" fmla="*/ 164 h 664"/>
              <a:gd name="T88" fmla="*/ 1822 w 3201"/>
              <a:gd name="T89" fmla="*/ 552 h 664"/>
              <a:gd name="T90" fmla="*/ 1977 w 3201"/>
              <a:gd name="T91" fmla="*/ 416 h 664"/>
              <a:gd name="T92" fmla="*/ 1330 w 3201"/>
              <a:gd name="T93" fmla="*/ 652 h 664"/>
              <a:gd name="T94" fmla="*/ 1174 w 3201"/>
              <a:gd name="T95" fmla="*/ 662 h 664"/>
              <a:gd name="T96" fmla="*/ 1016 w 3201"/>
              <a:gd name="T97" fmla="*/ 481 h 664"/>
              <a:gd name="T98" fmla="*/ 1141 w 3201"/>
              <a:gd name="T99" fmla="*/ 401 h 664"/>
              <a:gd name="T100" fmla="*/ 1220 w 3201"/>
              <a:gd name="T101" fmla="*/ 569 h 664"/>
              <a:gd name="T102" fmla="*/ 1321 w 3201"/>
              <a:gd name="T103" fmla="*/ 383 h 664"/>
              <a:gd name="T104" fmla="*/ 1447 w 3201"/>
              <a:gd name="T105" fmla="*/ 652 h 664"/>
              <a:gd name="T106" fmla="*/ 239 w 3201"/>
              <a:gd name="T107" fmla="*/ 382 h 664"/>
              <a:gd name="T108" fmla="*/ 308 w 3201"/>
              <a:gd name="T109" fmla="*/ 264 h 664"/>
              <a:gd name="T110" fmla="*/ 371 w 3201"/>
              <a:gd name="T111" fmla="*/ 383 h 664"/>
              <a:gd name="T112" fmla="*/ 239 w 3201"/>
              <a:gd name="T113" fmla="*/ 382 h 66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</a:cxnLst>
            <a:rect l="0" t="0" r="r" b="b"/>
            <a:pathLst>
              <a:path w="3201" h="664">
                <a:moveTo>
                  <a:pt x="3120" y="97"/>
                </a:moveTo>
                <a:lnTo>
                  <a:pt x="3120" y="97"/>
                </a:lnTo>
                <a:cubicBezTo>
                  <a:pt x="3133" y="97"/>
                  <a:pt x="3133" y="97"/>
                  <a:pt x="3133" y="97"/>
                </a:cubicBezTo>
                <a:cubicBezTo>
                  <a:pt x="3140" y="97"/>
                  <a:pt x="3144" y="96"/>
                  <a:pt x="3146" y="94"/>
                </a:cubicBezTo>
                <a:cubicBezTo>
                  <a:pt x="3149" y="92"/>
                  <a:pt x="3150" y="90"/>
                  <a:pt x="3150" y="87"/>
                </a:cubicBezTo>
                <a:cubicBezTo>
                  <a:pt x="3150" y="85"/>
                  <a:pt x="3149" y="83"/>
                  <a:pt x="3148" y="81"/>
                </a:cubicBezTo>
                <a:cubicBezTo>
                  <a:pt x="3147" y="80"/>
                  <a:pt x="3145" y="79"/>
                  <a:pt x="3143" y="78"/>
                </a:cubicBezTo>
                <a:cubicBezTo>
                  <a:pt x="3141" y="77"/>
                  <a:pt x="3138" y="77"/>
                  <a:pt x="3132" y="77"/>
                </a:cubicBezTo>
                <a:cubicBezTo>
                  <a:pt x="3120" y="77"/>
                  <a:pt x="3120" y="77"/>
                  <a:pt x="3120" y="77"/>
                </a:cubicBezTo>
                <a:lnTo>
                  <a:pt x="3120" y="97"/>
                </a:lnTo>
                <a:close/>
                <a:moveTo>
                  <a:pt x="3109" y="135"/>
                </a:moveTo>
                <a:lnTo>
                  <a:pt x="3109" y="135"/>
                </a:lnTo>
                <a:cubicBezTo>
                  <a:pt x="3109" y="68"/>
                  <a:pt x="3109" y="68"/>
                  <a:pt x="3109" y="68"/>
                </a:cubicBezTo>
                <a:cubicBezTo>
                  <a:pt x="3132" y="68"/>
                  <a:pt x="3132" y="68"/>
                  <a:pt x="3132" y="68"/>
                </a:cubicBezTo>
                <a:cubicBezTo>
                  <a:pt x="3140" y="68"/>
                  <a:pt x="3146" y="68"/>
                  <a:pt x="3150" y="69"/>
                </a:cubicBezTo>
                <a:cubicBezTo>
                  <a:pt x="3153" y="71"/>
                  <a:pt x="3156" y="73"/>
                  <a:pt x="3158" y="76"/>
                </a:cubicBezTo>
                <a:cubicBezTo>
                  <a:pt x="3160" y="79"/>
                  <a:pt x="3161" y="82"/>
                  <a:pt x="3161" y="86"/>
                </a:cubicBezTo>
                <a:cubicBezTo>
                  <a:pt x="3161" y="91"/>
                  <a:pt x="3160" y="95"/>
                  <a:pt x="3156" y="99"/>
                </a:cubicBezTo>
                <a:cubicBezTo>
                  <a:pt x="3153" y="102"/>
                  <a:pt x="3148" y="104"/>
                  <a:pt x="3142" y="105"/>
                </a:cubicBezTo>
                <a:cubicBezTo>
                  <a:pt x="3144" y="106"/>
                  <a:pt x="3146" y="107"/>
                  <a:pt x="3148" y="108"/>
                </a:cubicBezTo>
                <a:cubicBezTo>
                  <a:pt x="3150" y="111"/>
                  <a:pt x="3154" y="115"/>
                  <a:pt x="3158" y="122"/>
                </a:cubicBezTo>
                <a:cubicBezTo>
                  <a:pt x="3166" y="135"/>
                  <a:pt x="3166" y="135"/>
                  <a:pt x="3166" y="135"/>
                </a:cubicBezTo>
                <a:cubicBezTo>
                  <a:pt x="3153" y="135"/>
                  <a:pt x="3153" y="135"/>
                  <a:pt x="3153" y="135"/>
                </a:cubicBezTo>
                <a:cubicBezTo>
                  <a:pt x="3147" y="124"/>
                  <a:pt x="3147" y="124"/>
                  <a:pt x="3147" y="124"/>
                </a:cubicBezTo>
                <a:cubicBezTo>
                  <a:pt x="3142" y="116"/>
                  <a:pt x="3138" y="111"/>
                  <a:pt x="3135" y="109"/>
                </a:cubicBezTo>
                <a:cubicBezTo>
                  <a:pt x="3133" y="107"/>
                  <a:pt x="3130" y="106"/>
                  <a:pt x="3126" y="106"/>
                </a:cubicBezTo>
                <a:cubicBezTo>
                  <a:pt x="3120" y="106"/>
                  <a:pt x="3120" y="106"/>
                  <a:pt x="3120" y="106"/>
                </a:cubicBezTo>
                <a:cubicBezTo>
                  <a:pt x="3120" y="135"/>
                  <a:pt x="3120" y="135"/>
                  <a:pt x="3120" y="135"/>
                </a:cubicBezTo>
                <a:lnTo>
                  <a:pt x="3109" y="135"/>
                </a:lnTo>
                <a:close/>
                <a:moveTo>
                  <a:pt x="2276" y="420"/>
                </a:moveTo>
                <a:lnTo>
                  <a:pt x="2276" y="420"/>
                </a:lnTo>
                <a:cubicBezTo>
                  <a:pt x="2276" y="466"/>
                  <a:pt x="2287" y="501"/>
                  <a:pt x="2309" y="526"/>
                </a:cubicBezTo>
                <a:cubicBezTo>
                  <a:pt x="2331" y="550"/>
                  <a:pt x="2359" y="562"/>
                  <a:pt x="2391" y="562"/>
                </a:cubicBezTo>
                <a:cubicBezTo>
                  <a:pt x="2424" y="562"/>
                  <a:pt x="2451" y="550"/>
                  <a:pt x="2473" y="526"/>
                </a:cubicBezTo>
                <a:cubicBezTo>
                  <a:pt x="2495" y="501"/>
                  <a:pt x="2507" y="465"/>
                  <a:pt x="2507" y="419"/>
                </a:cubicBezTo>
                <a:cubicBezTo>
                  <a:pt x="2507" y="373"/>
                  <a:pt x="2495" y="338"/>
                  <a:pt x="2473" y="314"/>
                </a:cubicBezTo>
                <a:cubicBezTo>
                  <a:pt x="2451" y="289"/>
                  <a:pt x="2424" y="277"/>
                  <a:pt x="2391" y="277"/>
                </a:cubicBezTo>
                <a:cubicBezTo>
                  <a:pt x="2359" y="277"/>
                  <a:pt x="2331" y="289"/>
                  <a:pt x="2309" y="314"/>
                </a:cubicBezTo>
                <a:cubicBezTo>
                  <a:pt x="2287" y="338"/>
                  <a:pt x="2276" y="374"/>
                  <a:pt x="2276" y="420"/>
                </a:cubicBezTo>
                <a:close/>
                <a:moveTo>
                  <a:pt x="2147" y="413"/>
                </a:moveTo>
                <a:lnTo>
                  <a:pt x="2147" y="413"/>
                </a:lnTo>
                <a:cubicBezTo>
                  <a:pt x="2147" y="372"/>
                  <a:pt x="2157" y="333"/>
                  <a:pt x="2178" y="294"/>
                </a:cubicBezTo>
                <a:cubicBezTo>
                  <a:pt x="2198" y="256"/>
                  <a:pt x="2228" y="227"/>
                  <a:pt x="2265" y="207"/>
                </a:cubicBezTo>
                <a:cubicBezTo>
                  <a:pt x="2302" y="187"/>
                  <a:pt x="2344" y="177"/>
                  <a:pt x="2391" y="177"/>
                </a:cubicBezTo>
                <a:cubicBezTo>
                  <a:pt x="2462" y="177"/>
                  <a:pt x="2521" y="200"/>
                  <a:pt x="2567" y="245"/>
                </a:cubicBezTo>
                <a:cubicBezTo>
                  <a:pt x="2613" y="291"/>
                  <a:pt x="2635" y="349"/>
                  <a:pt x="2635" y="418"/>
                </a:cubicBezTo>
                <a:cubicBezTo>
                  <a:pt x="2635" y="489"/>
                  <a:pt x="2612" y="547"/>
                  <a:pt x="2566" y="593"/>
                </a:cubicBezTo>
                <a:cubicBezTo>
                  <a:pt x="2520" y="639"/>
                  <a:pt x="2462" y="662"/>
                  <a:pt x="2392" y="662"/>
                </a:cubicBezTo>
                <a:cubicBezTo>
                  <a:pt x="2348" y="662"/>
                  <a:pt x="2307" y="653"/>
                  <a:pt x="2268" y="634"/>
                </a:cubicBezTo>
                <a:cubicBezTo>
                  <a:pt x="2228" y="614"/>
                  <a:pt x="2198" y="586"/>
                  <a:pt x="2178" y="549"/>
                </a:cubicBezTo>
                <a:cubicBezTo>
                  <a:pt x="2157" y="512"/>
                  <a:pt x="2147" y="466"/>
                  <a:pt x="2147" y="413"/>
                </a:cubicBezTo>
                <a:close/>
                <a:moveTo>
                  <a:pt x="616" y="420"/>
                </a:moveTo>
                <a:lnTo>
                  <a:pt x="616" y="420"/>
                </a:lnTo>
                <a:cubicBezTo>
                  <a:pt x="616" y="466"/>
                  <a:pt x="627" y="501"/>
                  <a:pt x="649" y="526"/>
                </a:cubicBezTo>
                <a:cubicBezTo>
                  <a:pt x="671" y="550"/>
                  <a:pt x="699" y="562"/>
                  <a:pt x="732" y="562"/>
                </a:cubicBezTo>
                <a:cubicBezTo>
                  <a:pt x="764" y="562"/>
                  <a:pt x="792" y="550"/>
                  <a:pt x="814" y="526"/>
                </a:cubicBezTo>
                <a:cubicBezTo>
                  <a:pt x="836" y="501"/>
                  <a:pt x="847" y="465"/>
                  <a:pt x="847" y="419"/>
                </a:cubicBezTo>
                <a:cubicBezTo>
                  <a:pt x="847" y="373"/>
                  <a:pt x="836" y="338"/>
                  <a:pt x="814" y="314"/>
                </a:cubicBezTo>
                <a:cubicBezTo>
                  <a:pt x="792" y="289"/>
                  <a:pt x="764" y="277"/>
                  <a:pt x="732" y="277"/>
                </a:cubicBezTo>
                <a:cubicBezTo>
                  <a:pt x="699" y="277"/>
                  <a:pt x="671" y="289"/>
                  <a:pt x="649" y="314"/>
                </a:cubicBezTo>
                <a:cubicBezTo>
                  <a:pt x="627" y="338"/>
                  <a:pt x="616" y="374"/>
                  <a:pt x="616" y="420"/>
                </a:cubicBezTo>
                <a:close/>
                <a:moveTo>
                  <a:pt x="488" y="413"/>
                </a:moveTo>
                <a:lnTo>
                  <a:pt x="488" y="413"/>
                </a:lnTo>
                <a:cubicBezTo>
                  <a:pt x="488" y="372"/>
                  <a:pt x="498" y="333"/>
                  <a:pt x="518" y="294"/>
                </a:cubicBezTo>
                <a:cubicBezTo>
                  <a:pt x="539" y="256"/>
                  <a:pt x="568" y="227"/>
                  <a:pt x="605" y="207"/>
                </a:cubicBezTo>
                <a:cubicBezTo>
                  <a:pt x="643" y="187"/>
                  <a:pt x="685" y="177"/>
                  <a:pt x="731" y="177"/>
                </a:cubicBezTo>
                <a:cubicBezTo>
                  <a:pt x="803" y="177"/>
                  <a:pt x="861" y="200"/>
                  <a:pt x="907" y="245"/>
                </a:cubicBezTo>
                <a:cubicBezTo>
                  <a:pt x="953" y="291"/>
                  <a:pt x="976" y="349"/>
                  <a:pt x="976" y="418"/>
                </a:cubicBezTo>
                <a:cubicBezTo>
                  <a:pt x="976" y="489"/>
                  <a:pt x="953" y="547"/>
                  <a:pt x="906" y="593"/>
                </a:cubicBezTo>
                <a:cubicBezTo>
                  <a:pt x="860" y="639"/>
                  <a:pt x="802" y="662"/>
                  <a:pt x="732" y="662"/>
                </a:cubicBezTo>
                <a:cubicBezTo>
                  <a:pt x="689" y="662"/>
                  <a:pt x="647" y="653"/>
                  <a:pt x="608" y="634"/>
                </a:cubicBezTo>
                <a:cubicBezTo>
                  <a:pt x="569" y="614"/>
                  <a:pt x="539" y="586"/>
                  <a:pt x="518" y="549"/>
                </a:cubicBezTo>
                <a:cubicBezTo>
                  <a:pt x="498" y="512"/>
                  <a:pt x="488" y="466"/>
                  <a:pt x="488" y="413"/>
                </a:cubicBezTo>
                <a:close/>
                <a:moveTo>
                  <a:pt x="3137" y="48"/>
                </a:moveTo>
                <a:lnTo>
                  <a:pt x="3137" y="48"/>
                </a:lnTo>
                <a:cubicBezTo>
                  <a:pt x="3128" y="48"/>
                  <a:pt x="3119" y="51"/>
                  <a:pt x="3111" y="55"/>
                </a:cubicBezTo>
                <a:cubicBezTo>
                  <a:pt x="3102" y="60"/>
                  <a:pt x="3096" y="66"/>
                  <a:pt x="3091" y="74"/>
                </a:cubicBezTo>
                <a:cubicBezTo>
                  <a:pt x="3086" y="83"/>
                  <a:pt x="3084" y="91"/>
                  <a:pt x="3084" y="100"/>
                </a:cubicBezTo>
                <a:cubicBezTo>
                  <a:pt x="3084" y="109"/>
                  <a:pt x="3086" y="118"/>
                  <a:pt x="3091" y="126"/>
                </a:cubicBezTo>
                <a:cubicBezTo>
                  <a:pt x="3095" y="134"/>
                  <a:pt x="3102" y="141"/>
                  <a:pt x="3110" y="145"/>
                </a:cubicBezTo>
                <a:cubicBezTo>
                  <a:pt x="3119" y="150"/>
                  <a:pt x="3128" y="152"/>
                  <a:pt x="3137" y="152"/>
                </a:cubicBezTo>
                <a:cubicBezTo>
                  <a:pt x="3146" y="152"/>
                  <a:pt x="3155" y="150"/>
                  <a:pt x="3163" y="145"/>
                </a:cubicBezTo>
                <a:cubicBezTo>
                  <a:pt x="3171" y="141"/>
                  <a:pt x="3178" y="134"/>
                  <a:pt x="3182" y="126"/>
                </a:cubicBezTo>
                <a:cubicBezTo>
                  <a:pt x="3187" y="118"/>
                  <a:pt x="3190" y="109"/>
                  <a:pt x="3190" y="100"/>
                </a:cubicBezTo>
                <a:cubicBezTo>
                  <a:pt x="3190" y="91"/>
                  <a:pt x="3187" y="83"/>
                  <a:pt x="3182" y="74"/>
                </a:cubicBezTo>
                <a:cubicBezTo>
                  <a:pt x="3178" y="66"/>
                  <a:pt x="3171" y="60"/>
                  <a:pt x="3163" y="55"/>
                </a:cubicBezTo>
                <a:cubicBezTo>
                  <a:pt x="3154" y="51"/>
                  <a:pt x="3145" y="48"/>
                  <a:pt x="3137" y="48"/>
                </a:cubicBezTo>
                <a:close/>
                <a:moveTo>
                  <a:pt x="3137" y="38"/>
                </a:moveTo>
                <a:lnTo>
                  <a:pt x="3137" y="38"/>
                </a:lnTo>
                <a:cubicBezTo>
                  <a:pt x="3147" y="38"/>
                  <a:pt x="3158" y="41"/>
                  <a:pt x="3168" y="46"/>
                </a:cubicBezTo>
                <a:cubicBezTo>
                  <a:pt x="3178" y="51"/>
                  <a:pt x="3186" y="59"/>
                  <a:pt x="3191" y="69"/>
                </a:cubicBezTo>
                <a:cubicBezTo>
                  <a:pt x="3197" y="79"/>
                  <a:pt x="3200" y="89"/>
                  <a:pt x="3200" y="100"/>
                </a:cubicBezTo>
                <a:cubicBezTo>
                  <a:pt x="3200" y="111"/>
                  <a:pt x="3197" y="121"/>
                  <a:pt x="3192" y="131"/>
                </a:cubicBezTo>
                <a:cubicBezTo>
                  <a:pt x="3186" y="141"/>
                  <a:pt x="3178" y="149"/>
                  <a:pt x="3168" y="154"/>
                </a:cubicBezTo>
                <a:cubicBezTo>
                  <a:pt x="3158" y="160"/>
                  <a:pt x="3148" y="162"/>
                  <a:pt x="3137" y="162"/>
                </a:cubicBezTo>
                <a:cubicBezTo>
                  <a:pt x="3126" y="162"/>
                  <a:pt x="3115" y="160"/>
                  <a:pt x="3105" y="154"/>
                </a:cubicBezTo>
                <a:cubicBezTo>
                  <a:pt x="3095" y="149"/>
                  <a:pt x="3087" y="141"/>
                  <a:pt x="3082" y="131"/>
                </a:cubicBezTo>
                <a:cubicBezTo>
                  <a:pt x="3076" y="121"/>
                  <a:pt x="3073" y="111"/>
                  <a:pt x="3073" y="100"/>
                </a:cubicBezTo>
                <a:cubicBezTo>
                  <a:pt x="3073" y="89"/>
                  <a:pt x="3076" y="79"/>
                  <a:pt x="3082" y="69"/>
                </a:cubicBezTo>
                <a:cubicBezTo>
                  <a:pt x="3087" y="59"/>
                  <a:pt x="3095" y="51"/>
                  <a:pt x="3106" y="46"/>
                </a:cubicBezTo>
                <a:cubicBezTo>
                  <a:pt x="3116" y="41"/>
                  <a:pt x="3126" y="38"/>
                  <a:pt x="3137" y="38"/>
                </a:cubicBezTo>
                <a:close/>
                <a:moveTo>
                  <a:pt x="2809" y="652"/>
                </a:moveTo>
                <a:lnTo>
                  <a:pt x="2809" y="652"/>
                </a:lnTo>
                <a:cubicBezTo>
                  <a:pt x="2618" y="187"/>
                  <a:pt x="2618" y="187"/>
                  <a:pt x="2618" y="187"/>
                </a:cubicBezTo>
                <a:cubicBezTo>
                  <a:pt x="2749" y="187"/>
                  <a:pt x="2749" y="187"/>
                  <a:pt x="2749" y="187"/>
                </a:cubicBezTo>
                <a:cubicBezTo>
                  <a:pt x="2839" y="425"/>
                  <a:pt x="2839" y="425"/>
                  <a:pt x="2839" y="425"/>
                </a:cubicBezTo>
                <a:cubicBezTo>
                  <a:pt x="2864" y="504"/>
                  <a:pt x="2864" y="504"/>
                  <a:pt x="2864" y="504"/>
                </a:cubicBezTo>
                <a:cubicBezTo>
                  <a:pt x="2871" y="483"/>
                  <a:pt x="2875" y="470"/>
                  <a:pt x="2877" y="464"/>
                </a:cubicBezTo>
                <a:cubicBezTo>
                  <a:pt x="2881" y="451"/>
                  <a:pt x="2886" y="438"/>
                  <a:pt x="2891" y="425"/>
                </a:cubicBezTo>
                <a:cubicBezTo>
                  <a:pt x="2981" y="187"/>
                  <a:pt x="2981" y="187"/>
                  <a:pt x="2981" y="187"/>
                </a:cubicBezTo>
                <a:cubicBezTo>
                  <a:pt x="3109" y="187"/>
                  <a:pt x="3109" y="187"/>
                  <a:pt x="3109" y="187"/>
                </a:cubicBezTo>
                <a:cubicBezTo>
                  <a:pt x="2921" y="652"/>
                  <a:pt x="2921" y="652"/>
                  <a:pt x="2921" y="652"/>
                </a:cubicBezTo>
                <a:lnTo>
                  <a:pt x="2809" y="652"/>
                </a:lnTo>
                <a:close/>
                <a:moveTo>
                  <a:pt x="1826" y="416"/>
                </a:moveTo>
                <a:lnTo>
                  <a:pt x="1826" y="416"/>
                </a:lnTo>
                <a:cubicBezTo>
                  <a:pt x="1826" y="308"/>
                  <a:pt x="1826" y="308"/>
                  <a:pt x="1826" y="308"/>
                </a:cubicBezTo>
                <a:cubicBezTo>
                  <a:pt x="2110" y="308"/>
                  <a:pt x="2110" y="308"/>
                  <a:pt x="2110" y="308"/>
                </a:cubicBezTo>
                <a:cubicBezTo>
                  <a:pt x="2110" y="563"/>
                  <a:pt x="2110" y="563"/>
                  <a:pt x="2110" y="563"/>
                </a:cubicBezTo>
                <a:cubicBezTo>
                  <a:pt x="2083" y="590"/>
                  <a:pt x="2043" y="613"/>
                  <a:pt x="1990" y="633"/>
                </a:cubicBezTo>
                <a:cubicBezTo>
                  <a:pt x="1938" y="653"/>
                  <a:pt x="1885" y="663"/>
                  <a:pt x="1831" y="663"/>
                </a:cubicBezTo>
                <a:cubicBezTo>
                  <a:pt x="1763" y="663"/>
                  <a:pt x="1703" y="649"/>
                  <a:pt x="1652" y="621"/>
                </a:cubicBezTo>
                <a:cubicBezTo>
                  <a:pt x="1602" y="593"/>
                  <a:pt x="1563" y="552"/>
                  <a:pt x="1538" y="500"/>
                </a:cubicBezTo>
                <a:cubicBezTo>
                  <a:pt x="1512" y="448"/>
                  <a:pt x="1500" y="391"/>
                  <a:pt x="1500" y="329"/>
                </a:cubicBezTo>
                <a:cubicBezTo>
                  <a:pt x="1500" y="262"/>
                  <a:pt x="1514" y="203"/>
                  <a:pt x="1542" y="151"/>
                </a:cubicBezTo>
                <a:cubicBezTo>
                  <a:pt x="1571" y="99"/>
                  <a:pt x="1613" y="59"/>
                  <a:pt x="1668" y="32"/>
                </a:cubicBezTo>
                <a:cubicBezTo>
                  <a:pt x="1709" y="10"/>
                  <a:pt x="1762" y="0"/>
                  <a:pt x="1824" y="0"/>
                </a:cubicBezTo>
                <a:cubicBezTo>
                  <a:pt x="1905" y="0"/>
                  <a:pt x="1968" y="16"/>
                  <a:pt x="2014" y="50"/>
                </a:cubicBezTo>
                <a:cubicBezTo>
                  <a:pt x="2059" y="83"/>
                  <a:pt x="2089" y="129"/>
                  <a:pt x="2102" y="188"/>
                </a:cubicBezTo>
                <a:cubicBezTo>
                  <a:pt x="1971" y="212"/>
                  <a:pt x="1971" y="212"/>
                  <a:pt x="1971" y="212"/>
                </a:cubicBezTo>
                <a:cubicBezTo>
                  <a:pt x="1961" y="181"/>
                  <a:pt x="1944" y="156"/>
                  <a:pt x="1919" y="138"/>
                </a:cubicBezTo>
                <a:cubicBezTo>
                  <a:pt x="1894" y="119"/>
                  <a:pt x="1862" y="110"/>
                  <a:pt x="1824" y="110"/>
                </a:cubicBezTo>
                <a:cubicBezTo>
                  <a:pt x="1766" y="110"/>
                  <a:pt x="1720" y="128"/>
                  <a:pt x="1686" y="164"/>
                </a:cubicBezTo>
                <a:cubicBezTo>
                  <a:pt x="1652" y="200"/>
                  <a:pt x="1635" y="253"/>
                  <a:pt x="1635" y="324"/>
                </a:cubicBezTo>
                <a:cubicBezTo>
                  <a:pt x="1635" y="400"/>
                  <a:pt x="1653" y="457"/>
                  <a:pt x="1687" y="495"/>
                </a:cubicBezTo>
                <a:cubicBezTo>
                  <a:pt x="1722" y="533"/>
                  <a:pt x="1767" y="552"/>
                  <a:pt x="1822" y="552"/>
                </a:cubicBezTo>
                <a:cubicBezTo>
                  <a:pt x="1850" y="552"/>
                  <a:pt x="1878" y="547"/>
                  <a:pt x="1906" y="536"/>
                </a:cubicBezTo>
                <a:cubicBezTo>
                  <a:pt x="1933" y="526"/>
                  <a:pt x="1957" y="513"/>
                  <a:pt x="1977" y="497"/>
                </a:cubicBezTo>
                <a:cubicBezTo>
                  <a:pt x="1977" y="416"/>
                  <a:pt x="1977" y="416"/>
                  <a:pt x="1977" y="416"/>
                </a:cubicBezTo>
                <a:lnTo>
                  <a:pt x="1826" y="416"/>
                </a:lnTo>
                <a:close/>
                <a:moveTo>
                  <a:pt x="1330" y="652"/>
                </a:moveTo>
                <a:lnTo>
                  <a:pt x="1330" y="652"/>
                </a:lnTo>
                <a:cubicBezTo>
                  <a:pt x="1330" y="583"/>
                  <a:pt x="1330" y="583"/>
                  <a:pt x="1330" y="583"/>
                </a:cubicBezTo>
                <a:cubicBezTo>
                  <a:pt x="1313" y="607"/>
                  <a:pt x="1290" y="627"/>
                  <a:pt x="1262" y="641"/>
                </a:cubicBezTo>
                <a:cubicBezTo>
                  <a:pt x="1234" y="655"/>
                  <a:pt x="1205" y="662"/>
                  <a:pt x="1174" y="662"/>
                </a:cubicBezTo>
                <a:cubicBezTo>
                  <a:pt x="1142" y="662"/>
                  <a:pt x="1113" y="656"/>
                  <a:pt x="1088" y="642"/>
                </a:cubicBezTo>
                <a:cubicBezTo>
                  <a:pt x="1063" y="628"/>
                  <a:pt x="1045" y="609"/>
                  <a:pt x="1033" y="584"/>
                </a:cubicBezTo>
                <a:cubicBezTo>
                  <a:pt x="1022" y="559"/>
                  <a:pt x="1016" y="525"/>
                  <a:pt x="1016" y="481"/>
                </a:cubicBezTo>
                <a:cubicBezTo>
                  <a:pt x="1016" y="187"/>
                  <a:pt x="1016" y="187"/>
                  <a:pt x="1016" y="187"/>
                </a:cubicBezTo>
                <a:cubicBezTo>
                  <a:pt x="1141" y="187"/>
                  <a:pt x="1141" y="187"/>
                  <a:pt x="1141" y="187"/>
                </a:cubicBezTo>
                <a:cubicBezTo>
                  <a:pt x="1141" y="401"/>
                  <a:pt x="1141" y="401"/>
                  <a:pt x="1141" y="401"/>
                </a:cubicBezTo>
                <a:cubicBezTo>
                  <a:pt x="1141" y="466"/>
                  <a:pt x="1144" y="506"/>
                  <a:pt x="1148" y="521"/>
                </a:cubicBezTo>
                <a:cubicBezTo>
                  <a:pt x="1153" y="536"/>
                  <a:pt x="1161" y="547"/>
                  <a:pt x="1174" y="556"/>
                </a:cubicBezTo>
                <a:cubicBezTo>
                  <a:pt x="1186" y="564"/>
                  <a:pt x="1201" y="569"/>
                  <a:pt x="1220" y="569"/>
                </a:cubicBezTo>
                <a:cubicBezTo>
                  <a:pt x="1241" y="569"/>
                  <a:pt x="1260" y="563"/>
                  <a:pt x="1277" y="552"/>
                </a:cubicBezTo>
                <a:cubicBezTo>
                  <a:pt x="1294" y="540"/>
                  <a:pt x="1306" y="526"/>
                  <a:pt x="1312" y="509"/>
                </a:cubicBezTo>
                <a:cubicBezTo>
                  <a:pt x="1318" y="492"/>
                  <a:pt x="1321" y="450"/>
                  <a:pt x="1321" y="383"/>
                </a:cubicBezTo>
                <a:cubicBezTo>
                  <a:pt x="1321" y="187"/>
                  <a:pt x="1321" y="187"/>
                  <a:pt x="1321" y="187"/>
                </a:cubicBezTo>
                <a:cubicBezTo>
                  <a:pt x="1447" y="187"/>
                  <a:pt x="1447" y="187"/>
                  <a:pt x="1447" y="187"/>
                </a:cubicBezTo>
                <a:cubicBezTo>
                  <a:pt x="1447" y="652"/>
                  <a:pt x="1447" y="652"/>
                  <a:pt x="1447" y="652"/>
                </a:cubicBezTo>
                <a:lnTo>
                  <a:pt x="1330" y="652"/>
                </a:lnTo>
                <a:close/>
                <a:moveTo>
                  <a:pt x="239" y="382"/>
                </a:moveTo>
                <a:lnTo>
                  <a:pt x="239" y="382"/>
                </a:lnTo>
                <a:cubicBezTo>
                  <a:pt x="0" y="10"/>
                  <a:pt x="0" y="10"/>
                  <a:pt x="0" y="10"/>
                </a:cubicBezTo>
                <a:cubicBezTo>
                  <a:pt x="154" y="10"/>
                  <a:pt x="154" y="10"/>
                  <a:pt x="154" y="10"/>
                </a:cubicBezTo>
                <a:cubicBezTo>
                  <a:pt x="308" y="264"/>
                  <a:pt x="308" y="264"/>
                  <a:pt x="308" y="264"/>
                </a:cubicBezTo>
                <a:cubicBezTo>
                  <a:pt x="459" y="10"/>
                  <a:pt x="459" y="10"/>
                  <a:pt x="459" y="10"/>
                </a:cubicBezTo>
                <a:cubicBezTo>
                  <a:pt x="611" y="10"/>
                  <a:pt x="611" y="10"/>
                  <a:pt x="611" y="10"/>
                </a:cubicBezTo>
                <a:cubicBezTo>
                  <a:pt x="371" y="383"/>
                  <a:pt x="371" y="383"/>
                  <a:pt x="371" y="383"/>
                </a:cubicBezTo>
                <a:cubicBezTo>
                  <a:pt x="371" y="652"/>
                  <a:pt x="371" y="652"/>
                  <a:pt x="371" y="652"/>
                </a:cubicBezTo>
                <a:cubicBezTo>
                  <a:pt x="239" y="652"/>
                  <a:pt x="239" y="652"/>
                  <a:pt x="239" y="652"/>
                </a:cubicBezTo>
                <a:lnTo>
                  <a:pt x="239" y="382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  <a:effectLst/>
        </p:spPr>
        <p:txBody>
          <a:bodyPr wrap="none" anchor="ctr"/>
          <a:lstStyle/>
          <a:p>
            <a:pPr rtl="0"/>
            <a:endParaRPr lang="de-DE" dirty="0">
              <a:solidFill>
                <a:schemeClr val="tx1"/>
              </a:solidFill>
            </a:endParaRP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F82CB72-8E85-6E2E-E155-D5A0055B4A4E}"/>
              </a:ext>
            </a:extLst>
          </p:cNvPr>
          <p:cNvCxnSpPr>
            <a:cxnSpLocks/>
          </p:cNvCxnSpPr>
          <p:nvPr userDrawn="1"/>
        </p:nvCxnSpPr>
        <p:spPr>
          <a:xfrm>
            <a:off x="539750" y="657225"/>
            <a:ext cx="3576638" cy="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6086ADD-2B30-6338-A723-67BAA91E2882}"/>
              </a:ext>
            </a:extLst>
          </p:cNvPr>
          <p:cNvCxnSpPr>
            <a:cxnSpLocks/>
          </p:cNvCxnSpPr>
          <p:nvPr userDrawn="1"/>
        </p:nvCxnSpPr>
        <p:spPr>
          <a:xfrm>
            <a:off x="4303713" y="657225"/>
            <a:ext cx="7348537" cy="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Footer Placeholder 3">
            <a:extLst>
              <a:ext uri="{FF2B5EF4-FFF2-40B4-BE49-F238E27FC236}">
                <a16:creationId xmlns:a16="http://schemas.microsoft.com/office/drawing/2014/main" id="{CE3FEFBC-78F1-FD60-BB89-883E76EA5B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186488" y="486888"/>
            <a:ext cx="4525962" cy="149730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</a:lstStyle>
          <a:p>
            <a:r>
              <a:rPr lang="de-DE"/>
              <a:t>Charting Manual</a:t>
            </a:r>
            <a:endParaRPr lang="de-DE" dirty="0"/>
          </a:p>
        </p:txBody>
      </p:sp>
      <p:sp>
        <p:nvSpPr>
          <p:cNvPr id="15" name="Text Placeholder Eyebrow">
            <a:extLst>
              <a:ext uri="{FF2B5EF4-FFF2-40B4-BE49-F238E27FC236}">
                <a16:creationId xmlns:a16="http://schemas.microsoft.com/office/drawing/2014/main" id="{EAE862ED-8BD7-7184-068F-71809A5D1DA8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1300163" y="481818"/>
            <a:ext cx="2642400" cy="154800"/>
          </a:xfrm>
        </p:spPr>
        <p:txBody>
          <a:bodyPr/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tx1"/>
                </a:solidFill>
              </a:defRPr>
            </a:lvl1pPr>
            <a:lvl2pPr marL="180000" indent="0">
              <a:buNone/>
              <a:defRPr sz="900">
                <a:solidFill>
                  <a:schemeClr val="accent1"/>
                </a:solidFill>
              </a:defRPr>
            </a:lvl2pPr>
            <a:lvl3pPr marL="360000" indent="0">
              <a:buNone/>
              <a:defRPr sz="900">
                <a:solidFill>
                  <a:schemeClr val="accent1"/>
                </a:solidFill>
              </a:defRPr>
            </a:lvl3pPr>
            <a:lvl4pPr>
              <a:buNone/>
              <a:defRPr sz="900">
                <a:solidFill>
                  <a:schemeClr val="accent1"/>
                </a:solidFill>
              </a:defRPr>
            </a:lvl4pPr>
            <a:lvl5pPr>
              <a:buNone/>
              <a:defRPr sz="900">
                <a:solidFill>
                  <a:schemeClr val="accent1"/>
                </a:solidFill>
              </a:defRPr>
            </a:lvl5pPr>
          </a:lstStyle>
          <a:p>
            <a:pPr lvl="0"/>
            <a:r>
              <a:rPr lang="de-DE"/>
              <a:t>Click to add Eyebrow text</a:t>
            </a:r>
            <a:endParaRPr lang="de-DE" dirty="0"/>
          </a:p>
        </p:txBody>
      </p:sp>
      <p:sp>
        <p:nvSpPr>
          <p:cNvPr id="16" name="Slide Number Placeholder 4">
            <a:extLst>
              <a:ext uri="{FF2B5EF4-FFF2-40B4-BE49-F238E27FC236}">
                <a16:creationId xmlns:a16="http://schemas.microsoft.com/office/drawing/2014/main" id="{B2082DEF-609A-2ADB-2E6B-59D0EEEBD7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39750" y="481818"/>
            <a:ext cx="270000" cy="154800"/>
          </a:xfrm>
        </p:spPr>
        <p:txBody>
          <a:bodyPr/>
          <a:lstStyle>
            <a:lvl1pPr algn="l" rtl="0">
              <a:defRPr>
                <a:solidFill>
                  <a:schemeClr val="tx1"/>
                </a:solidFill>
              </a:defRPr>
            </a:lvl1pPr>
          </a:lstStyle>
          <a:p>
            <a:fld id="{23AA811B-2EBD-4900-905E-5BE206449611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2260B914-BB7D-D137-EC5C-F9EDF1607D4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40000" y="907200"/>
            <a:ext cx="11113200" cy="758088"/>
          </a:xfrm>
        </p:spPr>
        <p:txBody>
          <a:bodyPr vert="horz"/>
          <a:lstStyle>
            <a:lvl1pPr rtl="0">
              <a:lnSpc>
                <a:spcPts val="3300"/>
              </a:lnSpc>
              <a:defRPr sz="3200"/>
            </a:lvl1pPr>
          </a:lstStyle>
          <a:p>
            <a:r>
              <a:rPr lang="de-DE"/>
              <a:t>Click to add title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578370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049" userDrawn="1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BAR Gradient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think-cell data - do not delete" hidden="1">
            <a:extLst>
              <a:ext uri="{FF2B5EF4-FFF2-40B4-BE49-F238E27FC236}">
                <a16:creationId xmlns:a16="http://schemas.microsoft.com/office/drawing/2014/main" id="{EF543161-8B9B-BA81-B85A-ED50D187184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75149102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78" imgH="377" progId="TCLayout.ActiveDocument.1">
                  <p:embed/>
                </p:oleObj>
              </mc:Choice>
              <mc:Fallback>
                <p:oleObj name="think-cell Slide" r:id="rId4" imgW="378" imgH="377" progId="TCLayout.ActiveDocument.1">
                  <p:embed/>
                  <p:pic>
                    <p:nvPicPr>
                      <p:cNvPr id="1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EF543161-8B9B-BA81-B85A-ED50D187184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Date Placeholder 1" hidden="1">
            <a:extLst>
              <a:ext uri="{FF2B5EF4-FFF2-40B4-BE49-F238E27FC236}">
                <a16:creationId xmlns:a16="http://schemas.microsoft.com/office/drawing/2014/main" id="{305BCBE0-A72F-44F9-B907-61C45B8CE45F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>
            <a:lvl1pPr rtl="0">
              <a:defRPr/>
            </a:lvl1pPr>
          </a:lstStyle>
          <a:p>
            <a:fld id="{E418063C-60BE-44C6-B24E-0C881C081004}" type="datetime4">
              <a:rPr lang="en-US" smtClean="0"/>
              <a:t>April 23, 2026</a:t>
            </a:fld>
            <a:endParaRPr lang="de-DE" dirty="0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783B00A4-20D6-495F-906F-445B9363312B}"/>
              </a:ext>
            </a:extLst>
          </p:cNvPr>
          <p:cNvSpPr/>
          <p:nvPr userDrawn="1"/>
        </p:nvSpPr>
        <p:spPr bwMode="white">
          <a:xfrm>
            <a:off x="4303713" y="0"/>
            <a:ext cx="7888287" cy="6858000"/>
          </a:xfrm>
          <a:custGeom>
            <a:avLst/>
            <a:gdLst>
              <a:gd name="connsiteX0" fmla="*/ 2 w 9007473"/>
              <a:gd name="connsiteY0" fmla="*/ 1865314 h 6858000"/>
              <a:gd name="connsiteX1" fmla="*/ 2 w 9007473"/>
              <a:gd name="connsiteY1" fmla="*/ 2093913 h 6858000"/>
              <a:gd name="connsiteX2" fmla="*/ 179926 w 9007473"/>
              <a:gd name="connsiteY2" fmla="*/ 1979614 h 6858000"/>
              <a:gd name="connsiteX3" fmla="*/ 0 w 9007473"/>
              <a:gd name="connsiteY3" fmla="*/ 0 h 6858000"/>
              <a:gd name="connsiteX4" fmla="*/ 9007473 w 9007473"/>
              <a:gd name="connsiteY4" fmla="*/ 0 h 6858000"/>
              <a:gd name="connsiteX5" fmla="*/ 9007473 w 9007473"/>
              <a:gd name="connsiteY5" fmla="*/ 6858000 h 6858000"/>
              <a:gd name="connsiteX6" fmla="*/ 0 w 9007473"/>
              <a:gd name="connsiteY6" fmla="*/ 6858000 h 6858000"/>
              <a:gd name="connsiteX0" fmla="*/ 2 w 9007473"/>
              <a:gd name="connsiteY0" fmla="*/ 1865314 h 6858000"/>
              <a:gd name="connsiteX1" fmla="*/ 2 w 9007473"/>
              <a:gd name="connsiteY1" fmla="*/ 2093913 h 6858000"/>
              <a:gd name="connsiteX2" fmla="*/ 228721 w 9007473"/>
              <a:gd name="connsiteY2" fmla="*/ 1985630 h 6858000"/>
              <a:gd name="connsiteX3" fmla="*/ 2 w 9007473"/>
              <a:gd name="connsiteY3" fmla="*/ 1865314 h 6858000"/>
              <a:gd name="connsiteX4" fmla="*/ 0 w 9007473"/>
              <a:gd name="connsiteY4" fmla="*/ 0 h 6858000"/>
              <a:gd name="connsiteX5" fmla="*/ 9007473 w 9007473"/>
              <a:gd name="connsiteY5" fmla="*/ 0 h 6858000"/>
              <a:gd name="connsiteX6" fmla="*/ 9007473 w 9007473"/>
              <a:gd name="connsiteY6" fmla="*/ 6858000 h 6858000"/>
              <a:gd name="connsiteX7" fmla="*/ 0 w 9007473"/>
              <a:gd name="connsiteY7" fmla="*/ 6858000 h 6858000"/>
              <a:gd name="connsiteX8" fmla="*/ 0 w 9007473"/>
              <a:gd name="connsiteY8" fmla="*/ 0 h 6858000"/>
              <a:gd name="connsiteX0" fmla="*/ 2 w 9007473"/>
              <a:gd name="connsiteY0" fmla="*/ 1865314 h 6858000"/>
              <a:gd name="connsiteX1" fmla="*/ 2 w 9007473"/>
              <a:gd name="connsiteY1" fmla="*/ 2093913 h 6858000"/>
              <a:gd name="connsiteX2" fmla="*/ 2 w 9007473"/>
              <a:gd name="connsiteY2" fmla="*/ 1865314 h 6858000"/>
              <a:gd name="connsiteX3" fmla="*/ 0 w 9007473"/>
              <a:gd name="connsiteY3" fmla="*/ 0 h 6858000"/>
              <a:gd name="connsiteX4" fmla="*/ 9007473 w 9007473"/>
              <a:gd name="connsiteY4" fmla="*/ 0 h 6858000"/>
              <a:gd name="connsiteX5" fmla="*/ 9007473 w 9007473"/>
              <a:gd name="connsiteY5" fmla="*/ 6858000 h 6858000"/>
              <a:gd name="connsiteX6" fmla="*/ 0 w 9007473"/>
              <a:gd name="connsiteY6" fmla="*/ 6858000 h 6858000"/>
              <a:gd name="connsiteX7" fmla="*/ 0 w 9007473"/>
              <a:gd name="connsiteY7" fmla="*/ 0 h 6858000"/>
              <a:gd name="connsiteX0" fmla="*/ 0 w 9007473"/>
              <a:gd name="connsiteY0" fmla="*/ 0 h 6858000"/>
              <a:gd name="connsiteX1" fmla="*/ 9007473 w 9007473"/>
              <a:gd name="connsiteY1" fmla="*/ 0 h 6858000"/>
              <a:gd name="connsiteX2" fmla="*/ 9007473 w 9007473"/>
              <a:gd name="connsiteY2" fmla="*/ 6858000 h 6858000"/>
              <a:gd name="connsiteX3" fmla="*/ 0 w 9007473"/>
              <a:gd name="connsiteY3" fmla="*/ 6858000 h 6858000"/>
              <a:gd name="connsiteX4" fmla="*/ 0 w 9007473"/>
              <a:gd name="connsiteY4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007473" h="6858000">
                <a:moveTo>
                  <a:pt x="0" y="0"/>
                </a:moveTo>
                <a:lnTo>
                  <a:pt x="9007473" y="0"/>
                </a:lnTo>
                <a:lnTo>
                  <a:pt x="9007473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rtl="0"/>
            <a:endParaRPr lang="de-DE" dirty="0"/>
          </a:p>
        </p:txBody>
      </p:sp>
      <p:sp>
        <p:nvSpPr>
          <p:cNvPr id="23" name="Logo">
            <a:extLst>
              <a:ext uri="{FF2B5EF4-FFF2-40B4-BE49-F238E27FC236}">
                <a16:creationId xmlns:a16="http://schemas.microsoft.com/office/drawing/2014/main" id="{E4355A66-8151-441E-ACDA-BF23348F00F5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1157045" y="491598"/>
            <a:ext cx="493617" cy="102665"/>
          </a:xfrm>
          <a:custGeom>
            <a:avLst/>
            <a:gdLst>
              <a:gd name="T0" fmla="*/ 3133 w 3201"/>
              <a:gd name="T1" fmla="*/ 97 h 664"/>
              <a:gd name="T2" fmla="*/ 3148 w 3201"/>
              <a:gd name="T3" fmla="*/ 81 h 664"/>
              <a:gd name="T4" fmla="*/ 3120 w 3201"/>
              <a:gd name="T5" fmla="*/ 77 h 664"/>
              <a:gd name="T6" fmla="*/ 3109 w 3201"/>
              <a:gd name="T7" fmla="*/ 135 h 664"/>
              <a:gd name="T8" fmla="*/ 3150 w 3201"/>
              <a:gd name="T9" fmla="*/ 69 h 664"/>
              <a:gd name="T10" fmla="*/ 3156 w 3201"/>
              <a:gd name="T11" fmla="*/ 99 h 664"/>
              <a:gd name="T12" fmla="*/ 3158 w 3201"/>
              <a:gd name="T13" fmla="*/ 122 h 664"/>
              <a:gd name="T14" fmla="*/ 3147 w 3201"/>
              <a:gd name="T15" fmla="*/ 124 h 664"/>
              <a:gd name="T16" fmla="*/ 3120 w 3201"/>
              <a:gd name="T17" fmla="*/ 106 h 664"/>
              <a:gd name="T18" fmla="*/ 2276 w 3201"/>
              <a:gd name="T19" fmla="*/ 420 h 664"/>
              <a:gd name="T20" fmla="*/ 2391 w 3201"/>
              <a:gd name="T21" fmla="*/ 562 h 664"/>
              <a:gd name="T22" fmla="*/ 2473 w 3201"/>
              <a:gd name="T23" fmla="*/ 314 h 664"/>
              <a:gd name="T24" fmla="*/ 2276 w 3201"/>
              <a:gd name="T25" fmla="*/ 420 h 664"/>
              <a:gd name="T26" fmla="*/ 2178 w 3201"/>
              <a:gd name="T27" fmla="*/ 294 h 664"/>
              <a:gd name="T28" fmla="*/ 2567 w 3201"/>
              <a:gd name="T29" fmla="*/ 245 h 664"/>
              <a:gd name="T30" fmla="*/ 2392 w 3201"/>
              <a:gd name="T31" fmla="*/ 662 h 664"/>
              <a:gd name="T32" fmla="*/ 2147 w 3201"/>
              <a:gd name="T33" fmla="*/ 413 h 664"/>
              <a:gd name="T34" fmla="*/ 649 w 3201"/>
              <a:gd name="T35" fmla="*/ 526 h 664"/>
              <a:gd name="T36" fmla="*/ 847 w 3201"/>
              <a:gd name="T37" fmla="*/ 419 h 664"/>
              <a:gd name="T38" fmla="*/ 649 w 3201"/>
              <a:gd name="T39" fmla="*/ 314 h 664"/>
              <a:gd name="T40" fmla="*/ 488 w 3201"/>
              <a:gd name="T41" fmla="*/ 413 h 664"/>
              <a:gd name="T42" fmla="*/ 731 w 3201"/>
              <a:gd name="T43" fmla="*/ 177 h 664"/>
              <a:gd name="T44" fmla="*/ 906 w 3201"/>
              <a:gd name="T45" fmla="*/ 593 h 664"/>
              <a:gd name="T46" fmla="*/ 518 w 3201"/>
              <a:gd name="T47" fmla="*/ 549 h 664"/>
              <a:gd name="T48" fmla="*/ 3137 w 3201"/>
              <a:gd name="T49" fmla="*/ 48 h 664"/>
              <a:gd name="T50" fmla="*/ 3084 w 3201"/>
              <a:gd name="T51" fmla="*/ 100 h 664"/>
              <a:gd name="T52" fmla="*/ 3137 w 3201"/>
              <a:gd name="T53" fmla="*/ 152 h 664"/>
              <a:gd name="T54" fmla="*/ 3190 w 3201"/>
              <a:gd name="T55" fmla="*/ 100 h 664"/>
              <a:gd name="T56" fmla="*/ 3137 w 3201"/>
              <a:gd name="T57" fmla="*/ 48 h 664"/>
              <a:gd name="T58" fmla="*/ 3168 w 3201"/>
              <a:gd name="T59" fmla="*/ 46 h 664"/>
              <a:gd name="T60" fmla="*/ 3192 w 3201"/>
              <a:gd name="T61" fmla="*/ 131 h 664"/>
              <a:gd name="T62" fmla="*/ 3105 w 3201"/>
              <a:gd name="T63" fmla="*/ 154 h 664"/>
              <a:gd name="T64" fmla="*/ 3082 w 3201"/>
              <a:gd name="T65" fmla="*/ 69 h 664"/>
              <a:gd name="T66" fmla="*/ 2809 w 3201"/>
              <a:gd name="T67" fmla="*/ 652 h 664"/>
              <a:gd name="T68" fmla="*/ 2749 w 3201"/>
              <a:gd name="T69" fmla="*/ 187 h 664"/>
              <a:gd name="T70" fmla="*/ 2877 w 3201"/>
              <a:gd name="T71" fmla="*/ 464 h 664"/>
              <a:gd name="T72" fmla="*/ 3109 w 3201"/>
              <a:gd name="T73" fmla="*/ 187 h 664"/>
              <a:gd name="T74" fmla="*/ 1826 w 3201"/>
              <a:gd name="T75" fmla="*/ 416 h 664"/>
              <a:gd name="T76" fmla="*/ 2110 w 3201"/>
              <a:gd name="T77" fmla="*/ 308 h 664"/>
              <a:gd name="T78" fmla="*/ 1831 w 3201"/>
              <a:gd name="T79" fmla="*/ 663 h 664"/>
              <a:gd name="T80" fmla="*/ 1500 w 3201"/>
              <a:gd name="T81" fmla="*/ 329 h 664"/>
              <a:gd name="T82" fmla="*/ 1824 w 3201"/>
              <a:gd name="T83" fmla="*/ 0 h 664"/>
              <a:gd name="T84" fmla="*/ 1971 w 3201"/>
              <a:gd name="T85" fmla="*/ 212 h 664"/>
              <a:gd name="T86" fmla="*/ 1686 w 3201"/>
              <a:gd name="T87" fmla="*/ 164 h 664"/>
              <a:gd name="T88" fmla="*/ 1822 w 3201"/>
              <a:gd name="T89" fmla="*/ 552 h 664"/>
              <a:gd name="T90" fmla="*/ 1977 w 3201"/>
              <a:gd name="T91" fmla="*/ 416 h 664"/>
              <a:gd name="T92" fmla="*/ 1330 w 3201"/>
              <a:gd name="T93" fmla="*/ 652 h 664"/>
              <a:gd name="T94" fmla="*/ 1174 w 3201"/>
              <a:gd name="T95" fmla="*/ 662 h 664"/>
              <a:gd name="T96" fmla="*/ 1016 w 3201"/>
              <a:gd name="T97" fmla="*/ 481 h 664"/>
              <a:gd name="T98" fmla="*/ 1141 w 3201"/>
              <a:gd name="T99" fmla="*/ 401 h 664"/>
              <a:gd name="T100" fmla="*/ 1220 w 3201"/>
              <a:gd name="T101" fmla="*/ 569 h 664"/>
              <a:gd name="T102" fmla="*/ 1321 w 3201"/>
              <a:gd name="T103" fmla="*/ 383 h 664"/>
              <a:gd name="T104" fmla="*/ 1447 w 3201"/>
              <a:gd name="T105" fmla="*/ 652 h 664"/>
              <a:gd name="T106" fmla="*/ 239 w 3201"/>
              <a:gd name="T107" fmla="*/ 382 h 664"/>
              <a:gd name="T108" fmla="*/ 308 w 3201"/>
              <a:gd name="T109" fmla="*/ 264 h 664"/>
              <a:gd name="T110" fmla="*/ 371 w 3201"/>
              <a:gd name="T111" fmla="*/ 383 h 664"/>
              <a:gd name="T112" fmla="*/ 239 w 3201"/>
              <a:gd name="T113" fmla="*/ 382 h 66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</a:cxnLst>
            <a:rect l="0" t="0" r="r" b="b"/>
            <a:pathLst>
              <a:path w="3201" h="664">
                <a:moveTo>
                  <a:pt x="3120" y="97"/>
                </a:moveTo>
                <a:lnTo>
                  <a:pt x="3120" y="97"/>
                </a:lnTo>
                <a:cubicBezTo>
                  <a:pt x="3133" y="97"/>
                  <a:pt x="3133" y="97"/>
                  <a:pt x="3133" y="97"/>
                </a:cubicBezTo>
                <a:cubicBezTo>
                  <a:pt x="3140" y="97"/>
                  <a:pt x="3144" y="96"/>
                  <a:pt x="3146" y="94"/>
                </a:cubicBezTo>
                <a:cubicBezTo>
                  <a:pt x="3149" y="92"/>
                  <a:pt x="3150" y="90"/>
                  <a:pt x="3150" y="87"/>
                </a:cubicBezTo>
                <a:cubicBezTo>
                  <a:pt x="3150" y="85"/>
                  <a:pt x="3149" y="83"/>
                  <a:pt x="3148" y="81"/>
                </a:cubicBezTo>
                <a:cubicBezTo>
                  <a:pt x="3147" y="80"/>
                  <a:pt x="3145" y="79"/>
                  <a:pt x="3143" y="78"/>
                </a:cubicBezTo>
                <a:cubicBezTo>
                  <a:pt x="3141" y="77"/>
                  <a:pt x="3138" y="77"/>
                  <a:pt x="3132" y="77"/>
                </a:cubicBezTo>
                <a:cubicBezTo>
                  <a:pt x="3120" y="77"/>
                  <a:pt x="3120" y="77"/>
                  <a:pt x="3120" y="77"/>
                </a:cubicBezTo>
                <a:lnTo>
                  <a:pt x="3120" y="97"/>
                </a:lnTo>
                <a:close/>
                <a:moveTo>
                  <a:pt x="3109" y="135"/>
                </a:moveTo>
                <a:lnTo>
                  <a:pt x="3109" y="135"/>
                </a:lnTo>
                <a:cubicBezTo>
                  <a:pt x="3109" y="68"/>
                  <a:pt x="3109" y="68"/>
                  <a:pt x="3109" y="68"/>
                </a:cubicBezTo>
                <a:cubicBezTo>
                  <a:pt x="3132" y="68"/>
                  <a:pt x="3132" y="68"/>
                  <a:pt x="3132" y="68"/>
                </a:cubicBezTo>
                <a:cubicBezTo>
                  <a:pt x="3140" y="68"/>
                  <a:pt x="3146" y="68"/>
                  <a:pt x="3150" y="69"/>
                </a:cubicBezTo>
                <a:cubicBezTo>
                  <a:pt x="3153" y="71"/>
                  <a:pt x="3156" y="73"/>
                  <a:pt x="3158" y="76"/>
                </a:cubicBezTo>
                <a:cubicBezTo>
                  <a:pt x="3160" y="79"/>
                  <a:pt x="3161" y="82"/>
                  <a:pt x="3161" y="86"/>
                </a:cubicBezTo>
                <a:cubicBezTo>
                  <a:pt x="3161" y="91"/>
                  <a:pt x="3160" y="95"/>
                  <a:pt x="3156" y="99"/>
                </a:cubicBezTo>
                <a:cubicBezTo>
                  <a:pt x="3153" y="102"/>
                  <a:pt x="3148" y="104"/>
                  <a:pt x="3142" y="105"/>
                </a:cubicBezTo>
                <a:cubicBezTo>
                  <a:pt x="3144" y="106"/>
                  <a:pt x="3146" y="107"/>
                  <a:pt x="3148" y="108"/>
                </a:cubicBezTo>
                <a:cubicBezTo>
                  <a:pt x="3150" y="111"/>
                  <a:pt x="3154" y="115"/>
                  <a:pt x="3158" y="122"/>
                </a:cubicBezTo>
                <a:cubicBezTo>
                  <a:pt x="3166" y="135"/>
                  <a:pt x="3166" y="135"/>
                  <a:pt x="3166" y="135"/>
                </a:cubicBezTo>
                <a:cubicBezTo>
                  <a:pt x="3153" y="135"/>
                  <a:pt x="3153" y="135"/>
                  <a:pt x="3153" y="135"/>
                </a:cubicBezTo>
                <a:cubicBezTo>
                  <a:pt x="3147" y="124"/>
                  <a:pt x="3147" y="124"/>
                  <a:pt x="3147" y="124"/>
                </a:cubicBezTo>
                <a:cubicBezTo>
                  <a:pt x="3142" y="116"/>
                  <a:pt x="3138" y="111"/>
                  <a:pt x="3135" y="109"/>
                </a:cubicBezTo>
                <a:cubicBezTo>
                  <a:pt x="3133" y="107"/>
                  <a:pt x="3130" y="106"/>
                  <a:pt x="3126" y="106"/>
                </a:cubicBezTo>
                <a:cubicBezTo>
                  <a:pt x="3120" y="106"/>
                  <a:pt x="3120" y="106"/>
                  <a:pt x="3120" y="106"/>
                </a:cubicBezTo>
                <a:cubicBezTo>
                  <a:pt x="3120" y="135"/>
                  <a:pt x="3120" y="135"/>
                  <a:pt x="3120" y="135"/>
                </a:cubicBezTo>
                <a:lnTo>
                  <a:pt x="3109" y="135"/>
                </a:lnTo>
                <a:close/>
                <a:moveTo>
                  <a:pt x="2276" y="420"/>
                </a:moveTo>
                <a:lnTo>
                  <a:pt x="2276" y="420"/>
                </a:lnTo>
                <a:cubicBezTo>
                  <a:pt x="2276" y="466"/>
                  <a:pt x="2287" y="501"/>
                  <a:pt x="2309" y="526"/>
                </a:cubicBezTo>
                <a:cubicBezTo>
                  <a:pt x="2331" y="550"/>
                  <a:pt x="2359" y="562"/>
                  <a:pt x="2391" y="562"/>
                </a:cubicBezTo>
                <a:cubicBezTo>
                  <a:pt x="2424" y="562"/>
                  <a:pt x="2451" y="550"/>
                  <a:pt x="2473" y="526"/>
                </a:cubicBezTo>
                <a:cubicBezTo>
                  <a:pt x="2495" y="501"/>
                  <a:pt x="2507" y="465"/>
                  <a:pt x="2507" y="419"/>
                </a:cubicBezTo>
                <a:cubicBezTo>
                  <a:pt x="2507" y="373"/>
                  <a:pt x="2495" y="338"/>
                  <a:pt x="2473" y="314"/>
                </a:cubicBezTo>
                <a:cubicBezTo>
                  <a:pt x="2451" y="289"/>
                  <a:pt x="2424" y="277"/>
                  <a:pt x="2391" y="277"/>
                </a:cubicBezTo>
                <a:cubicBezTo>
                  <a:pt x="2359" y="277"/>
                  <a:pt x="2331" y="289"/>
                  <a:pt x="2309" y="314"/>
                </a:cubicBezTo>
                <a:cubicBezTo>
                  <a:pt x="2287" y="338"/>
                  <a:pt x="2276" y="374"/>
                  <a:pt x="2276" y="420"/>
                </a:cubicBezTo>
                <a:close/>
                <a:moveTo>
                  <a:pt x="2147" y="413"/>
                </a:moveTo>
                <a:lnTo>
                  <a:pt x="2147" y="413"/>
                </a:lnTo>
                <a:cubicBezTo>
                  <a:pt x="2147" y="372"/>
                  <a:pt x="2157" y="333"/>
                  <a:pt x="2178" y="294"/>
                </a:cubicBezTo>
                <a:cubicBezTo>
                  <a:pt x="2198" y="256"/>
                  <a:pt x="2228" y="227"/>
                  <a:pt x="2265" y="207"/>
                </a:cubicBezTo>
                <a:cubicBezTo>
                  <a:pt x="2302" y="187"/>
                  <a:pt x="2344" y="177"/>
                  <a:pt x="2391" y="177"/>
                </a:cubicBezTo>
                <a:cubicBezTo>
                  <a:pt x="2462" y="177"/>
                  <a:pt x="2521" y="200"/>
                  <a:pt x="2567" y="245"/>
                </a:cubicBezTo>
                <a:cubicBezTo>
                  <a:pt x="2613" y="291"/>
                  <a:pt x="2635" y="349"/>
                  <a:pt x="2635" y="418"/>
                </a:cubicBezTo>
                <a:cubicBezTo>
                  <a:pt x="2635" y="489"/>
                  <a:pt x="2612" y="547"/>
                  <a:pt x="2566" y="593"/>
                </a:cubicBezTo>
                <a:cubicBezTo>
                  <a:pt x="2520" y="639"/>
                  <a:pt x="2462" y="662"/>
                  <a:pt x="2392" y="662"/>
                </a:cubicBezTo>
                <a:cubicBezTo>
                  <a:pt x="2348" y="662"/>
                  <a:pt x="2307" y="653"/>
                  <a:pt x="2268" y="634"/>
                </a:cubicBezTo>
                <a:cubicBezTo>
                  <a:pt x="2228" y="614"/>
                  <a:pt x="2198" y="586"/>
                  <a:pt x="2178" y="549"/>
                </a:cubicBezTo>
                <a:cubicBezTo>
                  <a:pt x="2157" y="512"/>
                  <a:pt x="2147" y="466"/>
                  <a:pt x="2147" y="413"/>
                </a:cubicBezTo>
                <a:close/>
                <a:moveTo>
                  <a:pt x="616" y="420"/>
                </a:moveTo>
                <a:lnTo>
                  <a:pt x="616" y="420"/>
                </a:lnTo>
                <a:cubicBezTo>
                  <a:pt x="616" y="466"/>
                  <a:pt x="627" y="501"/>
                  <a:pt x="649" y="526"/>
                </a:cubicBezTo>
                <a:cubicBezTo>
                  <a:pt x="671" y="550"/>
                  <a:pt x="699" y="562"/>
                  <a:pt x="732" y="562"/>
                </a:cubicBezTo>
                <a:cubicBezTo>
                  <a:pt x="764" y="562"/>
                  <a:pt x="792" y="550"/>
                  <a:pt x="814" y="526"/>
                </a:cubicBezTo>
                <a:cubicBezTo>
                  <a:pt x="836" y="501"/>
                  <a:pt x="847" y="465"/>
                  <a:pt x="847" y="419"/>
                </a:cubicBezTo>
                <a:cubicBezTo>
                  <a:pt x="847" y="373"/>
                  <a:pt x="836" y="338"/>
                  <a:pt x="814" y="314"/>
                </a:cubicBezTo>
                <a:cubicBezTo>
                  <a:pt x="792" y="289"/>
                  <a:pt x="764" y="277"/>
                  <a:pt x="732" y="277"/>
                </a:cubicBezTo>
                <a:cubicBezTo>
                  <a:pt x="699" y="277"/>
                  <a:pt x="671" y="289"/>
                  <a:pt x="649" y="314"/>
                </a:cubicBezTo>
                <a:cubicBezTo>
                  <a:pt x="627" y="338"/>
                  <a:pt x="616" y="374"/>
                  <a:pt x="616" y="420"/>
                </a:cubicBezTo>
                <a:close/>
                <a:moveTo>
                  <a:pt x="488" y="413"/>
                </a:moveTo>
                <a:lnTo>
                  <a:pt x="488" y="413"/>
                </a:lnTo>
                <a:cubicBezTo>
                  <a:pt x="488" y="372"/>
                  <a:pt x="498" y="333"/>
                  <a:pt x="518" y="294"/>
                </a:cubicBezTo>
                <a:cubicBezTo>
                  <a:pt x="539" y="256"/>
                  <a:pt x="568" y="227"/>
                  <a:pt x="605" y="207"/>
                </a:cubicBezTo>
                <a:cubicBezTo>
                  <a:pt x="643" y="187"/>
                  <a:pt x="685" y="177"/>
                  <a:pt x="731" y="177"/>
                </a:cubicBezTo>
                <a:cubicBezTo>
                  <a:pt x="803" y="177"/>
                  <a:pt x="861" y="200"/>
                  <a:pt x="907" y="245"/>
                </a:cubicBezTo>
                <a:cubicBezTo>
                  <a:pt x="953" y="291"/>
                  <a:pt x="976" y="349"/>
                  <a:pt x="976" y="418"/>
                </a:cubicBezTo>
                <a:cubicBezTo>
                  <a:pt x="976" y="489"/>
                  <a:pt x="953" y="547"/>
                  <a:pt x="906" y="593"/>
                </a:cubicBezTo>
                <a:cubicBezTo>
                  <a:pt x="860" y="639"/>
                  <a:pt x="802" y="662"/>
                  <a:pt x="732" y="662"/>
                </a:cubicBezTo>
                <a:cubicBezTo>
                  <a:pt x="689" y="662"/>
                  <a:pt x="647" y="653"/>
                  <a:pt x="608" y="634"/>
                </a:cubicBezTo>
                <a:cubicBezTo>
                  <a:pt x="569" y="614"/>
                  <a:pt x="539" y="586"/>
                  <a:pt x="518" y="549"/>
                </a:cubicBezTo>
                <a:cubicBezTo>
                  <a:pt x="498" y="512"/>
                  <a:pt x="488" y="466"/>
                  <a:pt x="488" y="413"/>
                </a:cubicBezTo>
                <a:close/>
                <a:moveTo>
                  <a:pt x="3137" y="48"/>
                </a:moveTo>
                <a:lnTo>
                  <a:pt x="3137" y="48"/>
                </a:lnTo>
                <a:cubicBezTo>
                  <a:pt x="3128" y="48"/>
                  <a:pt x="3119" y="51"/>
                  <a:pt x="3111" y="55"/>
                </a:cubicBezTo>
                <a:cubicBezTo>
                  <a:pt x="3102" y="60"/>
                  <a:pt x="3096" y="66"/>
                  <a:pt x="3091" y="74"/>
                </a:cubicBezTo>
                <a:cubicBezTo>
                  <a:pt x="3086" y="83"/>
                  <a:pt x="3084" y="91"/>
                  <a:pt x="3084" y="100"/>
                </a:cubicBezTo>
                <a:cubicBezTo>
                  <a:pt x="3084" y="109"/>
                  <a:pt x="3086" y="118"/>
                  <a:pt x="3091" y="126"/>
                </a:cubicBezTo>
                <a:cubicBezTo>
                  <a:pt x="3095" y="134"/>
                  <a:pt x="3102" y="141"/>
                  <a:pt x="3110" y="145"/>
                </a:cubicBezTo>
                <a:cubicBezTo>
                  <a:pt x="3119" y="150"/>
                  <a:pt x="3128" y="152"/>
                  <a:pt x="3137" y="152"/>
                </a:cubicBezTo>
                <a:cubicBezTo>
                  <a:pt x="3146" y="152"/>
                  <a:pt x="3155" y="150"/>
                  <a:pt x="3163" y="145"/>
                </a:cubicBezTo>
                <a:cubicBezTo>
                  <a:pt x="3171" y="141"/>
                  <a:pt x="3178" y="134"/>
                  <a:pt x="3182" y="126"/>
                </a:cubicBezTo>
                <a:cubicBezTo>
                  <a:pt x="3187" y="118"/>
                  <a:pt x="3190" y="109"/>
                  <a:pt x="3190" y="100"/>
                </a:cubicBezTo>
                <a:cubicBezTo>
                  <a:pt x="3190" y="91"/>
                  <a:pt x="3187" y="83"/>
                  <a:pt x="3182" y="74"/>
                </a:cubicBezTo>
                <a:cubicBezTo>
                  <a:pt x="3178" y="66"/>
                  <a:pt x="3171" y="60"/>
                  <a:pt x="3163" y="55"/>
                </a:cubicBezTo>
                <a:cubicBezTo>
                  <a:pt x="3154" y="51"/>
                  <a:pt x="3145" y="48"/>
                  <a:pt x="3137" y="48"/>
                </a:cubicBezTo>
                <a:close/>
                <a:moveTo>
                  <a:pt x="3137" y="38"/>
                </a:moveTo>
                <a:lnTo>
                  <a:pt x="3137" y="38"/>
                </a:lnTo>
                <a:cubicBezTo>
                  <a:pt x="3147" y="38"/>
                  <a:pt x="3158" y="41"/>
                  <a:pt x="3168" y="46"/>
                </a:cubicBezTo>
                <a:cubicBezTo>
                  <a:pt x="3178" y="51"/>
                  <a:pt x="3186" y="59"/>
                  <a:pt x="3191" y="69"/>
                </a:cubicBezTo>
                <a:cubicBezTo>
                  <a:pt x="3197" y="79"/>
                  <a:pt x="3200" y="89"/>
                  <a:pt x="3200" y="100"/>
                </a:cubicBezTo>
                <a:cubicBezTo>
                  <a:pt x="3200" y="111"/>
                  <a:pt x="3197" y="121"/>
                  <a:pt x="3192" y="131"/>
                </a:cubicBezTo>
                <a:cubicBezTo>
                  <a:pt x="3186" y="141"/>
                  <a:pt x="3178" y="149"/>
                  <a:pt x="3168" y="154"/>
                </a:cubicBezTo>
                <a:cubicBezTo>
                  <a:pt x="3158" y="160"/>
                  <a:pt x="3148" y="162"/>
                  <a:pt x="3137" y="162"/>
                </a:cubicBezTo>
                <a:cubicBezTo>
                  <a:pt x="3126" y="162"/>
                  <a:pt x="3115" y="160"/>
                  <a:pt x="3105" y="154"/>
                </a:cubicBezTo>
                <a:cubicBezTo>
                  <a:pt x="3095" y="149"/>
                  <a:pt x="3087" y="141"/>
                  <a:pt x="3082" y="131"/>
                </a:cubicBezTo>
                <a:cubicBezTo>
                  <a:pt x="3076" y="121"/>
                  <a:pt x="3073" y="111"/>
                  <a:pt x="3073" y="100"/>
                </a:cubicBezTo>
                <a:cubicBezTo>
                  <a:pt x="3073" y="89"/>
                  <a:pt x="3076" y="79"/>
                  <a:pt x="3082" y="69"/>
                </a:cubicBezTo>
                <a:cubicBezTo>
                  <a:pt x="3087" y="59"/>
                  <a:pt x="3095" y="51"/>
                  <a:pt x="3106" y="46"/>
                </a:cubicBezTo>
                <a:cubicBezTo>
                  <a:pt x="3116" y="41"/>
                  <a:pt x="3126" y="38"/>
                  <a:pt x="3137" y="38"/>
                </a:cubicBezTo>
                <a:close/>
                <a:moveTo>
                  <a:pt x="2809" y="652"/>
                </a:moveTo>
                <a:lnTo>
                  <a:pt x="2809" y="652"/>
                </a:lnTo>
                <a:cubicBezTo>
                  <a:pt x="2618" y="187"/>
                  <a:pt x="2618" y="187"/>
                  <a:pt x="2618" y="187"/>
                </a:cubicBezTo>
                <a:cubicBezTo>
                  <a:pt x="2749" y="187"/>
                  <a:pt x="2749" y="187"/>
                  <a:pt x="2749" y="187"/>
                </a:cubicBezTo>
                <a:cubicBezTo>
                  <a:pt x="2839" y="425"/>
                  <a:pt x="2839" y="425"/>
                  <a:pt x="2839" y="425"/>
                </a:cubicBezTo>
                <a:cubicBezTo>
                  <a:pt x="2864" y="504"/>
                  <a:pt x="2864" y="504"/>
                  <a:pt x="2864" y="504"/>
                </a:cubicBezTo>
                <a:cubicBezTo>
                  <a:pt x="2871" y="483"/>
                  <a:pt x="2875" y="470"/>
                  <a:pt x="2877" y="464"/>
                </a:cubicBezTo>
                <a:cubicBezTo>
                  <a:pt x="2881" y="451"/>
                  <a:pt x="2886" y="438"/>
                  <a:pt x="2891" y="425"/>
                </a:cubicBezTo>
                <a:cubicBezTo>
                  <a:pt x="2981" y="187"/>
                  <a:pt x="2981" y="187"/>
                  <a:pt x="2981" y="187"/>
                </a:cubicBezTo>
                <a:cubicBezTo>
                  <a:pt x="3109" y="187"/>
                  <a:pt x="3109" y="187"/>
                  <a:pt x="3109" y="187"/>
                </a:cubicBezTo>
                <a:cubicBezTo>
                  <a:pt x="2921" y="652"/>
                  <a:pt x="2921" y="652"/>
                  <a:pt x="2921" y="652"/>
                </a:cubicBezTo>
                <a:lnTo>
                  <a:pt x="2809" y="652"/>
                </a:lnTo>
                <a:close/>
                <a:moveTo>
                  <a:pt x="1826" y="416"/>
                </a:moveTo>
                <a:lnTo>
                  <a:pt x="1826" y="416"/>
                </a:lnTo>
                <a:cubicBezTo>
                  <a:pt x="1826" y="308"/>
                  <a:pt x="1826" y="308"/>
                  <a:pt x="1826" y="308"/>
                </a:cubicBezTo>
                <a:cubicBezTo>
                  <a:pt x="2110" y="308"/>
                  <a:pt x="2110" y="308"/>
                  <a:pt x="2110" y="308"/>
                </a:cubicBezTo>
                <a:cubicBezTo>
                  <a:pt x="2110" y="563"/>
                  <a:pt x="2110" y="563"/>
                  <a:pt x="2110" y="563"/>
                </a:cubicBezTo>
                <a:cubicBezTo>
                  <a:pt x="2083" y="590"/>
                  <a:pt x="2043" y="613"/>
                  <a:pt x="1990" y="633"/>
                </a:cubicBezTo>
                <a:cubicBezTo>
                  <a:pt x="1938" y="653"/>
                  <a:pt x="1885" y="663"/>
                  <a:pt x="1831" y="663"/>
                </a:cubicBezTo>
                <a:cubicBezTo>
                  <a:pt x="1763" y="663"/>
                  <a:pt x="1703" y="649"/>
                  <a:pt x="1652" y="621"/>
                </a:cubicBezTo>
                <a:cubicBezTo>
                  <a:pt x="1602" y="593"/>
                  <a:pt x="1563" y="552"/>
                  <a:pt x="1538" y="500"/>
                </a:cubicBezTo>
                <a:cubicBezTo>
                  <a:pt x="1512" y="448"/>
                  <a:pt x="1500" y="391"/>
                  <a:pt x="1500" y="329"/>
                </a:cubicBezTo>
                <a:cubicBezTo>
                  <a:pt x="1500" y="262"/>
                  <a:pt x="1514" y="203"/>
                  <a:pt x="1542" y="151"/>
                </a:cubicBezTo>
                <a:cubicBezTo>
                  <a:pt x="1571" y="99"/>
                  <a:pt x="1613" y="59"/>
                  <a:pt x="1668" y="32"/>
                </a:cubicBezTo>
                <a:cubicBezTo>
                  <a:pt x="1709" y="10"/>
                  <a:pt x="1762" y="0"/>
                  <a:pt x="1824" y="0"/>
                </a:cubicBezTo>
                <a:cubicBezTo>
                  <a:pt x="1905" y="0"/>
                  <a:pt x="1968" y="16"/>
                  <a:pt x="2014" y="50"/>
                </a:cubicBezTo>
                <a:cubicBezTo>
                  <a:pt x="2059" y="83"/>
                  <a:pt x="2089" y="129"/>
                  <a:pt x="2102" y="188"/>
                </a:cubicBezTo>
                <a:cubicBezTo>
                  <a:pt x="1971" y="212"/>
                  <a:pt x="1971" y="212"/>
                  <a:pt x="1971" y="212"/>
                </a:cubicBezTo>
                <a:cubicBezTo>
                  <a:pt x="1961" y="181"/>
                  <a:pt x="1944" y="156"/>
                  <a:pt x="1919" y="138"/>
                </a:cubicBezTo>
                <a:cubicBezTo>
                  <a:pt x="1894" y="119"/>
                  <a:pt x="1862" y="110"/>
                  <a:pt x="1824" y="110"/>
                </a:cubicBezTo>
                <a:cubicBezTo>
                  <a:pt x="1766" y="110"/>
                  <a:pt x="1720" y="128"/>
                  <a:pt x="1686" y="164"/>
                </a:cubicBezTo>
                <a:cubicBezTo>
                  <a:pt x="1652" y="200"/>
                  <a:pt x="1635" y="253"/>
                  <a:pt x="1635" y="324"/>
                </a:cubicBezTo>
                <a:cubicBezTo>
                  <a:pt x="1635" y="400"/>
                  <a:pt x="1653" y="457"/>
                  <a:pt x="1687" y="495"/>
                </a:cubicBezTo>
                <a:cubicBezTo>
                  <a:pt x="1722" y="533"/>
                  <a:pt x="1767" y="552"/>
                  <a:pt x="1822" y="552"/>
                </a:cubicBezTo>
                <a:cubicBezTo>
                  <a:pt x="1850" y="552"/>
                  <a:pt x="1878" y="547"/>
                  <a:pt x="1906" y="536"/>
                </a:cubicBezTo>
                <a:cubicBezTo>
                  <a:pt x="1933" y="526"/>
                  <a:pt x="1957" y="513"/>
                  <a:pt x="1977" y="497"/>
                </a:cubicBezTo>
                <a:cubicBezTo>
                  <a:pt x="1977" y="416"/>
                  <a:pt x="1977" y="416"/>
                  <a:pt x="1977" y="416"/>
                </a:cubicBezTo>
                <a:lnTo>
                  <a:pt x="1826" y="416"/>
                </a:lnTo>
                <a:close/>
                <a:moveTo>
                  <a:pt x="1330" y="652"/>
                </a:moveTo>
                <a:lnTo>
                  <a:pt x="1330" y="652"/>
                </a:lnTo>
                <a:cubicBezTo>
                  <a:pt x="1330" y="583"/>
                  <a:pt x="1330" y="583"/>
                  <a:pt x="1330" y="583"/>
                </a:cubicBezTo>
                <a:cubicBezTo>
                  <a:pt x="1313" y="607"/>
                  <a:pt x="1290" y="627"/>
                  <a:pt x="1262" y="641"/>
                </a:cubicBezTo>
                <a:cubicBezTo>
                  <a:pt x="1234" y="655"/>
                  <a:pt x="1205" y="662"/>
                  <a:pt x="1174" y="662"/>
                </a:cubicBezTo>
                <a:cubicBezTo>
                  <a:pt x="1142" y="662"/>
                  <a:pt x="1113" y="656"/>
                  <a:pt x="1088" y="642"/>
                </a:cubicBezTo>
                <a:cubicBezTo>
                  <a:pt x="1063" y="628"/>
                  <a:pt x="1045" y="609"/>
                  <a:pt x="1033" y="584"/>
                </a:cubicBezTo>
                <a:cubicBezTo>
                  <a:pt x="1022" y="559"/>
                  <a:pt x="1016" y="525"/>
                  <a:pt x="1016" y="481"/>
                </a:cubicBezTo>
                <a:cubicBezTo>
                  <a:pt x="1016" y="187"/>
                  <a:pt x="1016" y="187"/>
                  <a:pt x="1016" y="187"/>
                </a:cubicBezTo>
                <a:cubicBezTo>
                  <a:pt x="1141" y="187"/>
                  <a:pt x="1141" y="187"/>
                  <a:pt x="1141" y="187"/>
                </a:cubicBezTo>
                <a:cubicBezTo>
                  <a:pt x="1141" y="401"/>
                  <a:pt x="1141" y="401"/>
                  <a:pt x="1141" y="401"/>
                </a:cubicBezTo>
                <a:cubicBezTo>
                  <a:pt x="1141" y="466"/>
                  <a:pt x="1144" y="506"/>
                  <a:pt x="1148" y="521"/>
                </a:cubicBezTo>
                <a:cubicBezTo>
                  <a:pt x="1153" y="536"/>
                  <a:pt x="1161" y="547"/>
                  <a:pt x="1174" y="556"/>
                </a:cubicBezTo>
                <a:cubicBezTo>
                  <a:pt x="1186" y="564"/>
                  <a:pt x="1201" y="569"/>
                  <a:pt x="1220" y="569"/>
                </a:cubicBezTo>
                <a:cubicBezTo>
                  <a:pt x="1241" y="569"/>
                  <a:pt x="1260" y="563"/>
                  <a:pt x="1277" y="552"/>
                </a:cubicBezTo>
                <a:cubicBezTo>
                  <a:pt x="1294" y="540"/>
                  <a:pt x="1306" y="526"/>
                  <a:pt x="1312" y="509"/>
                </a:cubicBezTo>
                <a:cubicBezTo>
                  <a:pt x="1318" y="492"/>
                  <a:pt x="1321" y="450"/>
                  <a:pt x="1321" y="383"/>
                </a:cubicBezTo>
                <a:cubicBezTo>
                  <a:pt x="1321" y="187"/>
                  <a:pt x="1321" y="187"/>
                  <a:pt x="1321" y="187"/>
                </a:cubicBezTo>
                <a:cubicBezTo>
                  <a:pt x="1447" y="187"/>
                  <a:pt x="1447" y="187"/>
                  <a:pt x="1447" y="187"/>
                </a:cubicBezTo>
                <a:cubicBezTo>
                  <a:pt x="1447" y="652"/>
                  <a:pt x="1447" y="652"/>
                  <a:pt x="1447" y="652"/>
                </a:cubicBezTo>
                <a:lnTo>
                  <a:pt x="1330" y="652"/>
                </a:lnTo>
                <a:close/>
                <a:moveTo>
                  <a:pt x="239" y="382"/>
                </a:moveTo>
                <a:lnTo>
                  <a:pt x="239" y="382"/>
                </a:lnTo>
                <a:cubicBezTo>
                  <a:pt x="0" y="10"/>
                  <a:pt x="0" y="10"/>
                  <a:pt x="0" y="10"/>
                </a:cubicBezTo>
                <a:cubicBezTo>
                  <a:pt x="154" y="10"/>
                  <a:pt x="154" y="10"/>
                  <a:pt x="154" y="10"/>
                </a:cubicBezTo>
                <a:cubicBezTo>
                  <a:pt x="308" y="264"/>
                  <a:pt x="308" y="264"/>
                  <a:pt x="308" y="264"/>
                </a:cubicBezTo>
                <a:cubicBezTo>
                  <a:pt x="459" y="10"/>
                  <a:pt x="459" y="10"/>
                  <a:pt x="459" y="10"/>
                </a:cubicBezTo>
                <a:cubicBezTo>
                  <a:pt x="611" y="10"/>
                  <a:pt x="611" y="10"/>
                  <a:pt x="611" y="10"/>
                </a:cubicBezTo>
                <a:cubicBezTo>
                  <a:pt x="371" y="383"/>
                  <a:pt x="371" y="383"/>
                  <a:pt x="371" y="383"/>
                </a:cubicBezTo>
                <a:cubicBezTo>
                  <a:pt x="371" y="652"/>
                  <a:pt x="371" y="652"/>
                  <a:pt x="371" y="652"/>
                </a:cubicBezTo>
                <a:cubicBezTo>
                  <a:pt x="239" y="652"/>
                  <a:pt x="239" y="652"/>
                  <a:pt x="239" y="652"/>
                </a:cubicBezTo>
                <a:lnTo>
                  <a:pt x="239" y="382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  <a:effectLst/>
        </p:spPr>
        <p:txBody>
          <a:bodyPr wrap="none" anchor="ctr"/>
          <a:lstStyle/>
          <a:p>
            <a:pPr rtl="0"/>
            <a:endParaRPr lang="de-DE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DDF5836-A53C-4F9D-8208-19EFA158B21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white">
          <a:xfrm>
            <a:off x="540000" y="1132678"/>
            <a:ext cx="3576388" cy="846935"/>
          </a:xfrm>
        </p:spPr>
        <p:txBody>
          <a:bodyPr vert="horz"/>
          <a:lstStyle>
            <a:lvl1pPr rtl="0">
              <a:defRPr sz="3200">
                <a:solidFill>
                  <a:schemeClr val="bg1"/>
                </a:solidFill>
              </a:defRPr>
            </a:lvl1pPr>
          </a:lstStyle>
          <a:p>
            <a:r>
              <a:rPr lang="de-DE"/>
              <a:t>Click to add title</a:t>
            </a:r>
            <a:endParaRPr lang="de-DE" dirty="0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F3C576C5-4825-D279-A104-CE235DC7F4E2}"/>
              </a:ext>
            </a:extLst>
          </p:cNvPr>
          <p:cNvCxnSpPr>
            <a:cxnSpLocks/>
          </p:cNvCxnSpPr>
          <p:nvPr userDrawn="1"/>
        </p:nvCxnSpPr>
        <p:spPr>
          <a:xfrm>
            <a:off x="539750" y="657225"/>
            <a:ext cx="3576638" cy="0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7844D00-6C0B-47FC-84AF-6D9D76C900FA}"/>
              </a:ext>
            </a:extLst>
          </p:cNvPr>
          <p:cNvCxnSpPr>
            <a:cxnSpLocks/>
          </p:cNvCxnSpPr>
          <p:nvPr userDrawn="1"/>
        </p:nvCxnSpPr>
        <p:spPr>
          <a:xfrm>
            <a:off x="4303713" y="657225"/>
            <a:ext cx="7348537" cy="0"/>
          </a:xfrm>
          <a:prstGeom prst="line">
            <a:avLst/>
          </a:prstGeom>
          <a:ln w="63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896DB040-D9FF-B841-B31F-E9EE9CA89BF7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39999" y="2513442"/>
            <a:ext cx="3576389" cy="2582540"/>
          </a:xfrm>
        </p:spPr>
        <p:txBody>
          <a:bodyPr/>
          <a:lstStyle>
            <a:lvl1pPr marL="0" indent="0" rtl="0">
              <a:buNone/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  <a:lvl6pPr>
              <a:defRPr>
                <a:solidFill>
                  <a:schemeClr val="tx1"/>
                </a:solidFill>
              </a:defRPr>
            </a:lvl6pPr>
            <a:lvl7pPr>
              <a:defRPr>
                <a:solidFill>
                  <a:schemeClr val="tx1"/>
                </a:solidFill>
              </a:defRPr>
            </a:lvl7pPr>
            <a:lvl8pPr>
              <a:defRPr>
                <a:solidFill>
                  <a:schemeClr val="tx1"/>
                </a:solidFill>
              </a:defRPr>
            </a:lvl8pPr>
            <a:lvl9pPr>
              <a:defRPr>
                <a:solidFill>
                  <a:schemeClr val="tx1"/>
                </a:solidFill>
              </a:defRPr>
            </a:lvl9pPr>
          </a:lstStyle>
          <a:p>
            <a:pPr lvl="0"/>
            <a:r>
              <a:rPr lang="de-DE" noProof="0"/>
              <a:t>Click to add</a:t>
            </a:r>
            <a:endParaRPr lang="de-DE" noProof="0" dirty="0"/>
          </a:p>
        </p:txBody>
      </p:sp>
      <p:sp>
        <p:nvSpPr>
          <p:cNvPr id="8" name="Text Placeholder 5">
            <a:extLst>
              <a:ext uri="{FF2B5EF4-FFF2-40B4-BE49-F238E27FC236}">
                <a16:creationId xmlns:a16="http://schemas.microsoft.com/office/drawing/2014/main" id="{E37A7002-F855-9BD2-A413-EFBF05FF6003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539999" y="6052457"/>
            <a:ext cx="3576389" cy="272144"/>
          </a:xfrm>
        </p:spPr>
        <p:txBody>
          <a:bodyPr/>
          <a:lstStyle>
            <a:lvl1pPr marL="0" indent="0" rtl="0">
              <a:buNone/>
              <a:defRPr sz="900">
                <a:solidFill>
                  <a:schemeClr val="bg1"/>
                </a:solidFill>
              </a:defRPr>
            </a:lvl1pPr>
            <a:lvl2pPr marL="180000" indent="0">
              <a:buNone/>
              <a:defRPr sz="1100"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  <a:lvl6pPr>
              <a:defRPr>
                <a:solidFill>
                  <a:schemeClr val="tx1"/>
                </a:solidFill>
              </a:defRPr>
            </a:lvl6pPr>
            <a:lvl7pPr>
              <a:defRPr>
                <a:solidFill>
                  <a:schemeClr val="tx1"/>
                </a:solidFill>
              </a:defRPr>
            </a:lvl7pPr>
            <a:lvl8pPr>
              <a:defRPr>
                <a:solidFill>
                  <a:schemeClr val="tx1"/>
                </a:solidFill>
              </a:defRPr>
            </a:lvl8pPr>
            <a:lvl9pPr>
              <a:defRPr>
                <a:solidFill>
                  <a:schemeClr val="tx1"/>
                </a:solidFill>
              </a:defRPr>
            </a:lvl9pPr>
          </a:lstStyle>
          <a:p>
            <a:pPr lvl="0"/>
            <a:r>
              <a:rPr lang="de-DE" noProof="0"/>
              <a:t>Click to add text</a:t>
            </a:r>
            <a:endParaRPr lang="de-DE" noProof="0" dirty="0"/>
          </a:p>
        </p:txBody>
      </p:sp>
      <p:sp>
        <p:nvSpPr>
          <p:cNvPr id="10" name="Text Placeholder 27">
            <a:extLst>
              <a:ext uri="{FF2B5EF4-FFF2-40B4-BE49-F238E27FC236}">
                <a16:creationId xmlns:a16="http://schemas.microsoft.com/office/drawing/2014/main" id="{593A1579-D448-35F4-F787-F89F8F34466F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541338" y="5499706"/>
            <a:ext cx="758825" cy="234950"/>
          </a:xfrm>
          <a:prstGeom prst="roundRect">
            <a:avLst>
              <a:gd name="adj" fmla="val 50000"/>
            </a:avLst>
          </a:prstGeom>
          <a:solidFill>
            <a:schemeClr val="bg1"/>
          </a:solidFill>
        </p:spPr>
        <p:txBody>
          <a:bodyPr anchor="ctr" anchorCtr="0"/>
          <a:lstStyle>
            <a:lvl1pPr marL="0" indent="0" algn="ctr" rtl="0">
              <a:buNone/>
              <a:defRPr sz="1100" b="1" i="0">
                <a:solidFill>
                  <a:srgbClr val="AD6CD3"/>
                </a:solidFill>
                <a:latin typeface="Graphik Bold" panose="020B0503030202060203" pitchFamily="34" charset="77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1" name="Footer Placeholder 3">
            <a:extLst>
              <a:ext uri="{FF2B5EF4-FFF2-40B4-BE49-F238E27FC236}">
                <a16:creationId xmlns:a16="http://schemas.microsoft.com/office/drawing/2014/main" id="{60E81EB1-C63D-B429-6AAA-EF6FFA30E5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186488" y="486888"/>
            <a:ext cx="4525962" cy="149730"/>
          </a:xfrm>
        </p:spPr>
        <p:txBody>
          <a:bodyPr/>
          <a:lstStyle>
            <a:lvl1pPr rtl="0">
              <a:defRPr/>
            </a:lvl1pPr>
          </a:lstStyle>
          <a:p>
            <a:r>
              <a:rPr lang="de-DE"/>
              <a:t>Charting Manual</a:t>
            </a:r>
            <a:endParaRPr lang="de-DE" dirty="0"/>
          </a:p>
        </p:txBody>
      </p:sp>
      <p:sp>
        <p:nvSpPr>
          <p:cNvPr id="12" name="Text Placeholder Eyebrow">
            <a:extLst>
              <a:ext uri="{FF2B5EF4-FFF2-40B4-BE49-F238E27FC236}">
                <a16:creationId xmlns:a16="http://schemas.microsoft.com/office/drawing/2014/main" id="{7BC97E57-2E60-963E-6B25-B32E56B18618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1300163" y="481818"/>
            <a:ext cx="2642400" cy="154800"/>
          </a:xfrm>
        </p:spPr>
        <p:txBody>
          <a:bodyPr/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bg1"/>
                </a:solidFill>
              </a:defRPr>
            </a:lvl1pPr>
            <a:lvl2pPr marL="180000" indent="0">
              <a:buNone/>
              <a:defRPr sz="900">
                <a:solidFill>
                  <a:schemeClr val="accent1"/>
                </a:solidFill>
              </a:defRPr>
            </a:lvl2pPr>
            <a:lvl3pPr marL="360000" indent="0">
              <a:buNone/>
              <a:defRPr sz="900">
                <a:solidFill>
                  <a:schemeClr val="accent1"/>
                </a:solidFill>
              </a:defRPr>
            </a:lvl3pPr>
            <a:lvl4pPr>
              <a:buNone/>
              <a:defRPr sz="900">
                <a:solidFill>
                  <a:schemeClr val="accent1"/>
                </a:solidFill>
              </a:defRPr>
            </a:lvl4pPr>
            <a:lvl5pPr>
              <a:buNone/>
              <a:defRPr sz="900">
                <a:solidFill>
                  <a:schemeClr val="accent1"/>
                </a:solidFill>
              </a:defRPr>
            </a:lvl5pPr>
          </a:lstStyle>
          <a:p>
            <a:pPr lvl="0"/>
            <a:r>
              <a:rPr lang="de-DE"/>
              <a:t>Click to add Eyebrow text</a:t>
            </a:r>
            <a:endParaRPr lang="de-DE" dirty="0"/>
          </a:p>
        </p:txBody>
      </p:sp>
      <p:sp>
        <p:nvSpPr>
          <p:cNvPr id="14" name="Slide Number Placeholder 4">
            <a:extLst>
              <a:ext uri="{FF2B5EF4-FFF2-40B4-BE49-F238E27FC236}">
                <a16:creationId xmlns:a16="http://schemas.microsoft.com/office/drawing/2014/main" id="{C64F68F8-8F02-F688-08FD-9DCEA43C3B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39750" y="481818"/>
            <a:ext cx="270000" cy="154800"/>
          </a:xfrm>
        </p:spPr>
        <p:txBody>
          <a:bodyPr/>
          <a:lstStyle>
            <a:lvl1pPr algn="l" rtl="0">
              <a:defRPr>
                <a:solidFill>
                  <a:schemeClr val="bg1"/>
                </a:solidFill>
              </a:defRPr>
            </a:lvl1pPr>
          </a:lstStyle>
          <a:p>
            <a:fld id="{23AA811B-2EBD-4900-905E-5BE206449611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9" name="Text Placeholder 19">
            <a:extLst>
              <a:ext uri="{FF2B5EF4-FFF2-40B4-BE49-F238E27FC236}">
                <a16:creationId xmlns:a16="http://schemas.microsoft.com/office/drawing/2014/main" id="{441EBD67-CB1A-7349-DDF7-37E1977754FC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5049080" y="1131371"/>
            <a:ext cx="6635069" cy="463550"/>
          </a:xfrm>
        </p:spPr>
        <p:txBody>
          <a:bodyPr/>
          <a:lstStyle>
            <a:lvl1pPr marL="0" indent="0" rtl="0">
              <a:buNone/>
              <a:defRPr sz="2200" b="1" i="0">
                <a:latin typeface="Graphik Bold" panose="020B0503030202060203" pitchFamily="34" charset="77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205237675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570" userDrawn="1">
          <p15:clr>
            <a:srgbClr val="FBAE40"/>
          </p15:clr>
        </p15:guide>
        <p15:guide id="2" orient="horz" pos="3453" userDrawn="1">
          <p15:clr>
            <a:srgbClr val="FBAE40"/>
          </p15:clr>
        </p15:guide>
        <p15:guide id="3" orient="horz" pos="709" userDrawn="1">
          <p15:clr>
            <a:srgbClr val="FBAE40"/>
          </p15:clr>
        </p15:guide>
        <p15:guide id="4" orient="horz" pos="935" userDrawn="1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SIDEBAR Gradient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hink-cell data - do not delete" hidden="1">
            <a:extLst>
              <a:ext uri="{FF2B5EF4-FFF2-40B4-BE49-F238E27FC236}">
                <a16:creationId xmlns:a16="http://schemas.microsoft.com/office/drawing/2014/main" id="{514E4D92-5CFF-8C9E-2299-404BA2080187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82894920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78" imgH="377" progId="TCLayout.ActiveDocument.1">
                  <p:embed/>
                </p:oleObj>
              </mc:Choice>
              <mc:Fallback>
                <p:oleObj name="think-cell Slide" r:id="rId4" imgW="378" imgH="377" progId="TCLayout.ActiveDocument.1">
                  <p:embed/>
                  <p:pic>
                    <p:nvPicPr>
                      <p:cNvPr id="7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514E4D92-5CFF-8C9E-2299-404BA208018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Date Placeholder 1" hidden="1">
            <a:extLst>
              <a:ext uri="{FF2B5EF4-FFF2-40B4-BE49-F238E27FC236}">
                <a16:creationId xmlns:a16="http://schemas.microsoft.com/office/drawing/2014/main" id="{305BCBE0-A72F-44F9-B907-61C45B8CE45F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>
            <a:lvl1pPr rtl="0">
              <a:defRPr/>
            </a:lvl1pPr>
          </a:lstStyle>
          <a:p>
            <a:fld id="{50E13060-EE32-4C95-8017-0ED9B538FD97}" type="datetime4">
              <a:rPr lang="en-US" smtClean="0"/>
              <a:t>April 23, 2026</a:t>
            </a:fld>
            <a:endParaRPr lang="de-DE" dirty="0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783B00A4-20D6-495F-906F-445B9363312B}"/>
              </a:ext>
            </a:extLst>
          </p:cNvPr>
          <p:cNvSpPr/>
          <p:nvPr userDrawn="1"/>
        </p:nvSpPr>
        <p:spPr bwMode="white">
          <a:xfrm>
            <a:off x="4303713" y="0"/>
            <a:ext cx="7888287" cy="6858000"/>
          </a:xfrm>
          <a:custGeom>
            <a:avLst/>
            <a:gdLst>
              <a:gd name="connsiteX0" fmla="*/ 2 w 9007473"/>
              <a:gd name="connsiteY0" fmla="*/ 1865314 h 6858000"/>
              <a:gd name="connsiteX1" fmla="*/ 2 w 9007473"/>
              <a:gd name="connsiteY1" fmla="*/ 2093913 h 6858000"/>
              <a:gd name="connsiteX2" fmla="*/ 179926 w 9007473"/>
              <a:gd name="connsiteY2" fmla="*/ 1979614 h 6858000"/>
              <a:gd name="connsiteX3" fmla="*/ 0 w 9007473"/>
              <a:gd name="connsiteY3" fmla="*/ 0 h 6858000"/>
              <a:gd name="connsiteX4" fmla="*/ 9007473 w 9007473"/>
              <a:gd name="connsiteY4" fmla="*/ 0 h 6858000"/>
              <a:gd name="connsiteX5" fmla="*/ 9007473 w 9007473"/>
              <a:gd name="connsiteY5" fmla="*/ 6858000 h 6858000"/>
              <a:gd name="connsiteX6" fmla="*/ 0 w 9007473"/>
              <a:gd name="connsiteY6" fmla="*/ 6858000 h 6858000"/>
              <a:gd name="connsiteX0" fmla="*/ 2 w 9007473"/>
              <a:gd name="connsiteY0" fmla="*/ 1865314 h 6858000"/>
              <a:gd name="connsiteX1" fmla="*/ 2 w 9007473"/>
              <a:gd name="connsiteY1" fmla="*/ 2093913 h 6858000"/>
              <a:gd name="connsiteX2" fmla="*/ 228721 w 9007473"/>
              <a:gd name="connsiteY2" fmla="*/ 1985630 h 6858000"/>
              <a:gd name="connsiteX3" fmla="*/ 2 w 9007473"/>
              <a:gd name="connsiteY3" fmla="*/ 1865314 h 6858000"/>
              <a:gd name="connsiteX4" fmla="*/ 0 w 9007473"/>
              <a:gd name="connsiteY4" fmla="*/ 0 h 6858000"/>
              <a:gd name="connsiteX5" fmla="*/ 9007473 w 9007473"/>
              <a:gd name="connsiteY5" fmla="*/ 0 h 6858000"/>
              <a:gd name="connsiteX6" fmla="*/ 9007473 w 9007473"/>
              <a:gd name="connsiteY6" fmla="*/ 6858000 h 6858000"/>
              <a:gd name="connsiteX7" fmla="*/ 0 w 9007473"/>
              <a:gd name="connsiteY7" fmla="*/ 6858000 h 6858000"/>
              <a:gd name="connsiteX8" fmla="*/ 0 w 9007473"/>
              <a:gd name="connsiteY8" fmla="*/ 0 h 6858000"/>
              <a:gd name="connsiteX0" fmla="*/ 2 w 9007473"/>
              <a:gd name="connsiteY0" fmla="*/ 1865314 h 6858000"/>
              <a:gd name="connsiteX1" fmla="*/ 2 w 9007473"/>
              <a:gd name="connsiteY1" fmla="*/ 2093913 h 6858000"/>
              <a:gd name="connsiteX2" fmla="*/ 2 w 9007473"/>
              <a:gd name="connsiteY2" fmla="*/ 1865314 h 6858000"/>
              <a:gd name="connsiteX3" fmla="*/ 0 w 9007473"/>
              <a:gd name="connsiteY3" fmla="*/ 0 h 6858000"/>
              <a:gd name="connsiteX4" fmla="*/ 9007473 w 9007473"/>
              <a:gd name="connsiteY4" fmla="*/ 0 h 6858000"/>
              <a:gd name="connsiteX5" fmla="*/ 9007473 w 9007473"/>
              <a:gd name="connsiteY5" fmla="*/ 6858000 h 6858000"/>
              <a:gd name="connsiteX6" fmla="*/ 0 w 9007473"/>
              <a:gd name="connsiteY6" fmla="*/ 6858000 h 6858000"/>
              <a:gd name="connsiteX7" fmla="*/ 0 w 9007473"/>
              <a:gd name="connsiteY7" fmla="*/ 0 h 6858000"/>
              <a:gd name="connsiteX0" fmla="*/ 0 w 9007473"/>
              <a:gd name="connsiteY0" fmla="*/ 0 h 6858000"/>
              <a:gd name="connsiteX1" fmla="*/ 9007473 w 9007473"/>
              <a:gd name="connsiteY1" fmla="*/ 0 h 6858000"/>
              <a:gd name="connsiteX2" fmla="*/ 9007473 w 9007473"/>
              <a:gd name="connsiteY2" fmla="*/ 6858000 h 6858000"/>
              <a:gd name="connsiteX3" fmla="*/ 0 w 9007473"/>
              <a:gd name="connsiteY3" fmla="*/ 6858000 h 6858000"/>
              <a:gd name="connsiteX4" fmla="*/ 0 w 9007473"/>
              <a:gd name="connsiteY4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007473" h="6858000">
                <a:moveTo>
                  <a:pt x="0" y="0"/>
                </a:moveTo>
                <a:lnTo>
                  <a:pt x="9007473" y="0"/>
                </a:lnTo>
                <a:lnTo>
                  <a:pt x="9007473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rtl="0"/>
            <a:endParaRPr lang="de-DE" dirty="0"/>
          </a:p>
        </p:txBody>
      </p:sp>
      <p:sp>
        <p:nvSpPr>
          <p:cNvPr id="23" name="Logo">
            <a:extLst>
              <a:ext uri="{FF2B5EF4-FFF2-40B4-BE49-F238E27FC236}">
                <a16:creationId xmlns:a16="http://schemas.microsoft.com/office/drawing/2014/main" id="{E4355A66-8151-441E-ACDA-BF23348F00F5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1157045" y="491598"/>
            <a:ext cx="493617" cy="102665"/>
          </a:xfrm>
          <a:custGeom>
            <a:avLst/>
            <a:gdLst>
              <a:gd name="T0" fmla="*/ 3133 w 3201"/>
              <a:gd name="T1" fmla="*/ 97 h 664"/>
              <a:gd name="T2" fmla="*/ 3148 w 3201"/>
              <a:gd name="T3" fmla="*/ 81 h 664"/>
              <a:gd name="T4" fmla="*/ 3120 w 3201"/>
              <a:gd name="T5" fmla="*/ 77 h 664"/>
              <a:gd name="T6" fmla="*/ 3109 w 3201"/>
              <a:gd name="T7" fmla="*/ 135 h 664"/>
              <a:gd name="T8" fmla="*/ 3150 w 3201"/>
              <a:gd name="T9" fmla="*/ 69 h 664"/>
              <a:gd name="T10" fmla="*/ 3156 w 3201"/>
              <a:gd name="T11" fmla="*/ 99 h 664"/>
              <a:gd name="T12" fmla="*/ 3158 w 3201"/>
              <a:gd name="T13" fmla="*/ 122 h 664"/>
              <a:gd name="T14" fmla="*/ 3147 w 3201"/>
              <a:gd name="T15" fmla="*/ 124 h 664"/>
              <a:gd name="T16" fmla="*/ 3120 w 3201"/>
              <a:gd name="T17" fmla="*/ 106 h 664"/>
              <a:gd name="T18" fmla="*/ 2276 w 3201"/>
              <a:gd name="T19" fmla="*/ 420 h 664"/>
              <a:gd name="T20" fmla="*/ 2391 w 3201"/>
              <a:gd name="T21" fmla="*/ 562 h 664"/>
              <a:gd name="T22" fmla="*/ 2473 w 3201"/>
              <a:gd name="T23" fmla="*/ 314 h 664"/>
              <a:gd name="T24" fmla="*/ 2276 w 3201"/>
              <a:gd name="T25" fmla="*/ 420 h 664"/>
              <a:gd name="T26" fmla="*/ 2178 w 3201"/>
              <a:gd name="T27" fmla="*/ 294 h 664"/>
              <a:gd name="T28" fmla="*/ 2567 w 3201"/>
              <a:gd name="T29" fmla="*/ 245 h 664"/>
              <a:gd name="T30" fmla="*/ 2392 w 3201"/>
              <a:gd name="T31" fmla="*/ 662 h 664"/>
              <a:gd name="T32" fmla="*/ 2147 w 3201"/>
              <a:gd name="T33" fmla="*/ 413 h 664"/>
              <a:gd name="T34" fmla="*/ 649 w 3201"/>
              <a:gd name="T35" fmla="*/ 526 h 664"/>
              <a:gd name="T36" fmla="*/ 847 w 3201"/>
              <a:gd name="T37" fmla="*/ 419 h 664"/>
              <a:gd name="T38" fmla="*/ 649 w 3201"/>
              <a:gd name="T39" fmla="*/ 314 h 664"/>
              <a:gd name="T40" fmla="*/ 488 w 3201"/>
              <a:gd name="T41" fmla="*/ 413 h 664"/>
              <a:gd name="T42" fmla="*/ 731 w 3201"/>
              <a:gd name="T43" fmla="*/ 177 h 664"/>
              <a:gd name="T44" fmla="*/ 906 w 3201"/>
              <a:gd name="T45" fmla="*/ 593 h 664"/>
              <a:gd name="T46" fmla="*/ 518 w 3201"/>
              <a:gd name="T47" fmla="*/ 549 h 664"/>
              <a:gd name="T48" fmla="*/ 3137 w 3201"/>
              <a:gd name="T49" fmla="*/ 48 h 664"/>
              <a:gd name="T50" fmla="*/ 3084 w 3201"/>
              <a:gd name="T51" fmla="*/ 100 h 664"/>
              <a:gd name="T52" fmla="*/ 3137 w 3201"/>
              <a:gd name="T53" fmla="*/ 152 h 664"/>
              <a:gd name="T54" fmla="*/ 3190 w 3201"/>
              <a:gd name="T55" fmla="*/ 100 h 664"/>
              <a:gd name="T56" fmla="*/ 3137 w 3201"/>
              <a:gd name="T57" fmla="*/ 48 h 664"/>
              <a:gd name="T58" fmla="*/ 3168 w 3201"/>
              <a:gd name="T59" fmla="*/ 46 h 664"/>
              <a:gd name="T60" fmla="*/ 3192 w 3201"/>
              <a:gd name="T61" fmla="*/ 131 h 664"/>
              <a:gd name="T62" fmla="*/ 3105 w 3201"/>
              <a:gd name="T63" fmla="*/ 154 h 664"/>
              <a:gd name="T64" fmla="*/ 3082 w 3201"/>
              <a:gd name="T65" fmla="*/ 69 h 664"/>
              <a:gd name="T66" fmla="*/ 2809 w 3201"/>
              <a:gd name="T67" fmla="*/ 652 h 664"/>
              <a:gd name="T68" fmla="*/ 2749 w 3201"/>
              <a:gd name="T69" fmla="*/ 187 h 664"/>
              <a:gd name="T70" fmla="*/ 2877 w 3201"/>
              <a:gd name="T71" fmla="*/ 464 h 664"/>
              <a:gd name="T72" fmla="*/ 3109 w 3201"/>
              <a:gd name="T73" fmla="*/ 187 h 664"/>
              <a:gd name="T74" fmla="*/ 1826 w 3201"/>
              <a:gd name="T75" fmla="*/ 416 h 664"/>
              <a:gd name="T76" fmla="*/ 2110 w 3201"/>
              <a:gd name="T77" fmla="*/ 308 h 664"/>
              <a:gd name="T78" fmla="*/ 1831 w 3201"/>
              <a:gd name="T79" fmla="*/ 663 h 664"/>
              <a:gd name="T80" fmla="*/ 1500 w 3201"/>
              <a:gd name="T81" fmla="*/ 329 h 664"/>
              <a:gd name="T82" fmla="*/ 1824 w 3201"/>
              <a:gd name="T83" fmla="*/ 0 h 664"/>
              <a:gd name="T84" fmla="*/ 1971 w 3201"/>
              <a:gd name="T85" fmla="*/ 212 h 664"/>
              <a:gd name="T86" fmla="*/ 1686 w 3201"/>
              <a:gd name="T87" fmla="*/ 164 h 664"/>
              <a:gd name="T88" fmla="*/ 1822 w 3201"/>
              <a:gd name="T89" fmla="*/ 552 h 664"/>
              <a:gd name="T90" fmla="*/ 1977 w 3201"/>
              <a:gd name="T91" fmla="*/ 416 h 664"/>
              <a:gd name="T92" fmla="*/ 1330 w 3201"/>
              <a:gd name="T93" fmla="*/ 652 h 664"/>
              <a:gd name="T94" fmla="*/ 1174 w 3201"/>
              <a:gd name="T95" fmla="*/ 662 h 664"/>
              <a:gd name="T96" fmla="*/ 1016 w 3201"/>
              <a:gd name="T97" fmla="*/ 481 h 664"/>
              <a:gd name="T98" fmla="*/ 1141 w 3201"/>
              <a:gd name="T99" fmla="*/ 401 h 664"/>
              <a:gd name="T100" fmla="*/ 1220 w 3201"/>
              <a:gd name="T101" fmla="*/ 569 h 664"/>
              <a:gd name="T102" fmla="*/ 1321 w 3201"/>
              <a:gd name="T103" fmla="*/ 383 h 664"/>
              <a:gd name="T104" fmla="*/ 1447 w 3201"/>
              <a:gd name="T105" fmla="*/ 652 h 664"/>
              <a:gd name="T106" fmla="*/ 239 w 3201"/>
              <a:gd name="T107" fmla="*/ 382 h 664"/>
              <a:gd name="T108" fmla="*/ 308 w 3201"/>
              <a:gd name="T109" fmla="*/ 264 h 664"/>
              <a:gd name="T110" fmla="*/ 371 w 3201"/>
              <a:gd name="T111" fmla="*/ 383 h 664"/>
              <a:gd name="T112" fmla="*/ 239 w 3201"/>
              <a:gd name="T113" fmla="*/ 382 h 66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</a:cxnLst>
            <a:rect l="0" t="0" r="r" b="b"/>
            <a:pathLst>
              <a:path w="3201" h="664">
                <a:moveTo>
                  <a:pt x="3120" y="97"/>
                </a:moveTo>
                <a:lnTo>
                  <a:pt x="3120" y="97"/>
                </a:lnTo>
                <a:cubicBezTo>
                  <a:pt x="3133" y="97"/>
                  <a:pt x="3133" y="97"/>
                  <a:pt x="3133" y="97"/>
                </a:cubicBezTo>
                <a:cubicBezTo>
                  <a:pt x="3140" y="97"/>
                  <a:pt x="3144" y="96"/>
                  <a:pt x="3146" y="94"/>
                </a:cubicBezTo>
                <a:cubicBezTo>
                  <a:pt x="3149" y="92"/>
                  <a:pt x="3150" y="90"/>
                  <a:pt x="3150" y="87"/>
                </a:cubicBezTo>
                <a:cubicBezTo>
                  <a:pt x="3150" y="85"/>
                  <a:pt x="3149" y="83"/>
                  <a:pt x="3148" y="81"/>
                </a:cubicBezTo>
                <a:cubicBezTo>
                  <a:pt x="3147" y="80"/>
                  <a:pt x="3145" y="79"/>
                  <a:pt x="3143" y="78"/>
                </a:cubicBezTo>
                <a:cubicBezTo>
                  <a:pt x="3141" y="77"/>
                  <a:pt x="3138" y="77"/>
                  <a:pt x="3132" y="77"/>
                </a:cubicBezTo>
                <a:cubicBezTo>
                  <a:pt x="3120" y="77"/>
                  <a:pt x="3120" y="77"/>
                  <a:pt x="3120" y="77"/>
                </a:cubicBezTo>
                <a:lnTo>
                  <a:pt x="3120" y="97"/>
                </a:lnTo>
                <a:close/>
                <a:moveTo>
                  <a:pt x="3109" y="135"/>
                </a:moveTo>
                <a:lnTo>
                  <a:pt x="3109" y="135"/>
                </a:lnTo>
                <a:cubicBezTo>
                  <a:pt x="3109" y="68"/>
                  <a:pt x="3109" y="68"/>
                  <a:pt x="3109" y="68"/>
                </a:cubicBezTo>
                <a:cubicBezTo>
                  <a:pt x="3132" y="68"/>
                  <a:pt x="3132" y="68"/>
                  <a:pt x="3132" y="68"/>
                </a:cubicBezTo>
                <a:cubicBezTo>
                  <a:pt x="3140" y="68"/>
                  <a:pt x="3146" y="68"/>
                  <a:pt x="3150" y="69"/>
                </a:cubicBezTo>
                <a:cubicBezTo>
                  <a:pt x="3153" y="71"/>
                  <a:pt x="3156" y="73"/>
                  <a:pt x="3158" y="76"/>
                </a:cubicBezTo>
                <a:cubicBezTo>
                  <a:pt x="3160" y="79"/>
                  <a:pt x="3161" y="82"/>
                  <a:pt x="3161" y="86"/>
                </a:cubicBezTo>
                <a:cubicBezTo>
                  <a:pt x="3161" y="91"/>
                  <a:pt x="3160" y="95"/>
                  <a:pt x="3156" y="99"/>
                </a:cubicBezTo>
                <a:cubicBezTo>
                  <a:pt x="3153" y="102"/>
                  <a:pt x="3148" y="104"/>
                  <a:pt x="3142" y="105"/>
                </a:cubicBezTo>
                <a:cubicBezTo>
                  <a:pt x="3144" y="106"/>
                  <a:pt x="3146" y="107"/>
                  <a:pt x="3148" y="108"/>
                </a:cubicBezTo>
                <a:cubicBezTo>
                  <a:pt x="3150" y="111"/>
                  <a:pt x="3154" y="115"/>
                  <a:pt x="3158" y="122"/>
                </a:cubicBezTo>
                <a:cubicBezTo>
                  <a:pt x="3166" y="135"/>
                  <a:pt x="3166" y="135"/>
                  <a:pt x="3166" y="135"/>
                </a:cubicBezTo>
                <a:cubicBezTo>
                  <a:pt x="3153" y="135"/>
                  <a:pt x="3153" y="135"/>
                  <a:pt x="3153" y="135"/>
                </a:cubicBezTo>
                <a:cubicBezTo>
                  <a:pt x="3147" y="124"/>
                  <a:pt x="3147" y="124"/>
                  <a:pt x="3147" y="124"/>
                </a:cubicBezTo>
                <a:cubicBezTo>
                  <a:pt x="3142" y="116"/>
                  <a:pt x="3138" y="111"/>
                  <a:pt x="3135" y="109"/>
                </a:cubicBezTo>
                <a:cubicBezTo>
                  <a:pt x="3133" y="107"/>
                  <a:pt x="3130" y="106"/>
                  <a:pt x="3126" y="106"/>
                </a:cubicBezTo>
                <a:cubicBezTo>
                  <a:pt x="3120" y="106"/>
                  <a:pt x="3120" y="106"/>
                  <a:pt x="3120" y="106"/>
                </a:cubicBezTo>
                <a:cubicBezTo>
                  <a:pt x="3120" y="135"/>
                  <a:pt x="3120" y="135"/>
                  <a:pt x="3120" y="135"/>
                </a:cubicBezTo>
                <a:lnTo>
                  <a:pt x="3109" y="135"/>
                </a:lnTo>
                <a:close/>
                <a:moveTo>
                  <a:pt x="2276" y="420"/>
                </a:moveTo>
                <a:lnTo>
                  <a:pt x="2276" y="420"/>
                </a:lnTo>
                <a:cubicBezTo>
                  <a:pt x="2276" y="466"/>
                  <a:pt x="2287" y="501"/>
                  <a:pt x="2309" y="526"/>
                </a:cubicBezTo>
                <a:cubicBezTo>
                  <a:pt x="2331" y="550"/>
                  <a:pt x="2359" y="562"/>
                  <a:pt x="2391" y="562"/>
                </a:cubicBezTo>
                <a:cubicBezTo>
                  <a:pt x="2424" y="562"/>
                  <a:pt x="2451" y="550"/>
                  <a:pt x="2473" y="526"/>
                </a:cubicBezTo>
                <a:cubicBezTo>
                  <a:pt x="2495" y="501"/>
                  <a:pt x="2507" y="465"/>
                  <a:pt x="2507" y="419"/>
                </a:cubicBezTo>
                <a:cubicBezTo>
                  <a:pt x="2507" y="373"/>
                  <a:pt x="2495" y="338"/>
                  <a:pt x="2473" y="314"/>
                </a:cubicBezTo>
                <a:cubicBezTo>
                  <a:pt x="2451" y="289"/>
                  <a:pt x="2424" y="277"/>
                  <a:pt x="2391" y="277"/>
                </a:cubicBezTo>
                <a:cubicBezTo>
                  <a:pt x="2359" y="277"/>
                  <a:pt x="2331" y="289"/>
                  <a:pt x="2309" y="314"/>
                </a:cubicBezTo>
                <a:cubicBezTo>
                  <a:pt x="2287" y="338"/>
                  <a:pt x="2276" y="374"/>
                  <a:pt x="2276" y="420"/>
                </a:cubicBezTo>
                <a:close/>
                <a:moveTo>
                  <a:pt x="2147" y="413"/>
                </a:moveTo>
                <a:lnTo>
                  <a:pt x="2147" y="413"/>
                </a:lnTo>
                <a:cubicBezTo>
                  <a:pt x="2147" y="372"/>
                  <a:pt x="2157" y="333"/>
                  <a:pt x="2178" y="294"/>
                </a:cubicBezTo>
                <a:cubicBezTo>
                  <a:pt x="2198" y="256"/>
                  <a:pt x="2228" y="227"/>
                  <a:pt x="2265" y="207"/>
                </a:cubicBezTo>
                <a:cubicBezTo>
                  <a:pt x="2302" y="187"/>
                  <a:pt x="2344" y="177"/>
                  <a:pt x="2391" y="177"/>
                </a:cubicBezTo>
                <a:cubicBezTo>
                  <a:pt x="2462" y="177"/>
                  <a:pt x="2521" y="200"/>
                  <a:pt x="2567" y="245"/>
                </a:cubicBezTo>
                <a:cubicBezTo>
                  <a:pt x="2613" y="291"/>
                  <a:pt x="2635" y="349"/>
                  <a:pt x="2635" y="418"/>
                </a:cubicBezTo>
                <a:cubicBezTo>
                  <a:pt x="2635" y="489"/>
                  <a:pt x="2612" y="547"/>
                  <a:pt x="2566" y="593"/>
                </a:cubicBezTo>
                <a:cubicBezTo>
                  <a:pt x="2520" y="639"/>
                  <a:pt x="2462" y="662"/>
                  <a:pt x="2392" y="662"/>
                </a:cubicBezTo>
                <a:cubicBezTo>
                  <a:pt x="2348" y="662"/>
                  <a:pt x="2307" y="653"/>
                  <a:pt x="2268" y="634"/>
                </a:cubicBezTo>
                <a:cubicBezTo>
                  <a:pt x="2228" y="614"/>
                  <a:pt x="2198" y="586"/>
                  <a:pt x="2178" y="549"/>
                </a:cubicBezTo>
                <a:cubicBezTo>
                  <a:pt x="2157" y="512"/>
                  <a:pt x="2147" y="466"/>
                  <a:pt x="2147" y="413"/>
                </a:cubicBezTo>
                <a:close/>
                <a:moveTo>
                  <a:pt x="616" y="420"/>
                </a:moveTo>
                <a:lnTo>
                  <a:pt x="616" y="420"/>
                </a:lnTo>
                <a:cubicBezTo>
                  <a:pt x="616" y="466"/>
                  <a:pt x="627" y="501"/>
                  <a:pt x="649" y="526"/>
                </a:cubicBezTo>
                <a:cubicBezTo>
                  <a:pt x="671" y="550"/>
                  <a:pt x="699" y="562"/>
                  <a:pt x="732" y="562"/>
                </a:cubicBezTo>
                <a:cubicBezTo>
                  <a:pt x="764" y="562"/>
                  <a:pt x="792" y="550"/>
                  <a:pt x="814" y="526"/>
                </a:cubicBezTo>
                <a:cubicBezTo>
                  <a:pt x="836" y="501"/>
                  <a:pt x="847" y="465"/>
                  <a:pt x="847" y="419"/>
                </a:cubicBezTo>
                <a:cubicBezTo>
                  <a:pt x="847" y="373"/>
                  <a:pt x="836" y="338"/>
                  <a:pt x="814" y="314"/>
                </a:cubicBezTo>
                <a:cubicBezTo>
                  <a:pt x="792" y="289"/>
                  <a:pt x="764" y="277"/>
                  <a:pt x="732" y="277"/>
                </a:cubicBezTo>
                <a:cubicBezTo>
                  <a:pt x="699" y="277"/>
                  <a:pt x="671" y="289"/>
                  <a:pt x="649" y="314"/>
                </a:cubicBezTo>
                <a:cubicBezTo>
                  <a:pt x="627" y="338"/>
                  <a:pt x="616" y="374"/>
                  <a:pt x="616" y="420"/>
                </a:cubicBezTo>
                <a:close/>
                <a:moveTo>
                  <a:pt x="488" y="413"/>
                </a:moveTo>
                <a:lnTo>
                  <a:pt x="488" y="413"/>
                </a:lnTo>
                <a:cubicBezTo>
                  <a:pt x="488" y="372"/>
                  <a:pt x="498" y="333"/>
                  <a:pt x="518" y="294"/>
                </a:cubicBezTo>
                <a:cubicBezTo>
                  <a:pt x="539" y="256"/>
                  <a:pt x="568" y="227"/>
                  <a:pt x="605" y="207"/>
                </a:cubicBezTo>
                <a:cubicBezTo>
                  <a:pt x="643" y="187"/>
                  <a:pt x="685" y="177"/>
                  <a:pt x="731" y="177"/>
                </a:cubicBezTo>
                <a:cubicBezTo>
                  <a:pt x="803" y="177"/>
                  <a:pt x="861" y="200"/>
                  <a:pt x="907" y="245"/>
                </a:cubicBezTo>
                <a:cubicBezTo>
                  <a:pt x="953" y="291"/>
                  <a:pt x="976" y="349"/>
                  <a:pt x="976" y="418"/>
                </a:cubicBezTo>
                <a:cubicBezTo>
                  <a:pt x="976" y="489"/>
                  <a:pt x="953" y="547"/>
                  <a:pt x="906" y="593"/>
                </a:cubicBezTo>
                <a:cubicBezTo>
                  <a:pt x="860" y="639"/>
                  <a:pt x="802" y="662"/>
                  <a:pt x="732" y="662"/>
                </a:cubicBezTo>
                <a:cubicBezTo>
                  <a:pt x="689" y="662"/>
                  <a:pt x="647" y="653"/>
                  <a:pt x="608" y="634"/>
                </a:cubicBezTo>
                <a:cubicBezTo>
                  <a:pt x="569" y="614"/>
                  <a:pt x="539" y="586"/>
                  <a:pt x="518" y="549"/>
                </a:cubicBezTo>
                <a:cubicBezTo>
                  <a:pt x="498" y="512"/>
                  <a:pt x="488" y="466"/>
                  <a:pt x="488" y="413"/>
                </a:cubicBezTo>
                <a:close/>
                <a:moveTo>
                  <a:pt x="3137" y="48"/>
                </a:moveTo>
                <a:lnTo>
                  <a:pt x="3137" y="48"/>
                </a:lnTo>
                <a:cubicBezTo>
                  <a:pt x="3128" y="48"/>
                  <a:pt x="3119" y="51"/>
                  <a:pt x="3111" y="55"/>
                </a:cubicBezTo>
                <a:cubicBezTo>
                  <a:pt x="3102" y="60"/>
                  <a:pt x="3096" y="66"/>
                  <a:pt x="3091" y="74"/>
                </a:cubicBezTo>
                <a:cubicBezTo>
                  <a:pt x="3086" y="83"/>
                  <a:pt x="3084" y="91"/>
                  <a:pt x="3084" y="100"/>
                </a:cubicBezTo>
                <a:cubicBezTo>
                  <a:pt x="3084" y="109"/>
                  <a:pt x="3086" y="118"/>
                  <a:pt x="3091" y="126"/>
                </a:cubicBezTo>
                <a:cubicBezTo>
                  <a:pt x="3095" y="134"/>
                  <a:pt x="3102" y="141"/>
                  <a:pt x="3110" y="145"/>
                </a:cubicBezTo>
                <a:cubicBezTo>
                  <a:pt x="3119" y="150"/>
                  <a:pt x="3128" y="152"/>
                  <a:pt x="3137" y="152"/>
                </a:cubicBezTo>
                <a:cubicBezTo>
                  <a:pt x="3146" y="152"/>
                  <a:pt x="3155" y="150"/>
                  <a:pt x="3163" y="145"/>
                </a:cubicBezTo>
                <a:cubicBezTo>
                  <a:pt x="3171" y="141"/>
                  <a:pt x="3178" y="134"/>
                  <a:pt x="3182" y="126"/>
                </a:cubicBezTo>
                <a:cubicBezTo>
                  <a:pt x="3187" y="118"/>
                  <a:pt x="3190" y="109"/>
                  <a:pt x="3190" y="100"/>
                </a:cubicBezTo>
                <a:cubicBezTo>
                  <a:pt x="3190" y="91"/>
                  <a:pt x="3187" y="83"/>
                  <a:pt x="3182" y="74"/>
                </a:cubicBezTo>
                <a:cubicBezTo>
                  <a:pt x="3178" y="66"/>
                  <a:pt x="3171" y="60"/>
                  <a:pt x="3163" y="55"/>
                </a:cubicBezTo>
                <a:cubicBezTo>
                  <a:pt x="3154" y="51"/>
                  <a:pt x="3145" y="48"/>
                  <a:pt x="3137" y="48"/>
                </a:cubicBezTo>
                <a:close/>
                <a:moveTo>
                  <a:pt x="3137" y="38"/>
                </a:moveTo>
                <a:lnTo>
                  <a:pt x="3137" y="38"/>
                </a:lnTo>
                <a:cubicBezTo>
                  <a:pt x="3147" y="38"/>
                  <a:pt x="3158" y="41"/>
                  <a:pt x="3168" y="46"/>
                </a:cubicBezTo>
                <a:cubicBezTo>
                  <a:pt x="3178" y="51"/>
                  <a:pt x="3186" y="59"/>
                  <a:pt x="3191" y="69"/>
                </a:cubicBezTo>
                <a:cubicBezTo>
                  <a:pt x="3197" y="79"/>
                  <a:pt x="3200" y="89"/>
                  <a:pt x="3200" y="100"/>
                </a:cubicBezTo>
                <a:cubicBezTo>
                  <a:pt x="3200" y="111"/>
                  <a:pt x="3197" y="121"/>
                  <a:pt x="3192" y="131"/>
                </a:cubicBezTo>
                <a:cubicBezTo>
                  <a:pt x="3186" y="141"/>
                  <a:pt x="3178" y="149"/>
                  <a:pt x="3168" y="154"/>
                </a:cubicBezTo>
                <a:cubicBezTo>
                  <a:pt x="3158" y="160"/>
                  <a:pt x="3148" y="162"/>
                  <a:pt x="3137" y="162"/>
                </a:cubicBezTo>
                <a:cubicBezTo>
                  <a:pt x="3126" y="162"/>
                  <a:pt x="3115" y="160"/>
                  <a:pt x="3105" y="154"/>
                </a:cubicBezTo>
                <a:cubicBezTo>
                  <a:pt x="3095" y="149"/>
                  <a:pt x="3087" y="141"/>
                  <a:pt x="3082" y="131"/>
                </a:cubicBezTo>
                <a:cubicBezTo>
                  <a:pt x="3076" y="121"/>
                  <a:pt x="3073" y="111"/>
                  <a:pt x="3073" y="100"/>
                </a:cubicBezTo>
                <a:cubicBezTo>
                  <a:pt x="3073" y="89"/>
                  <a:pt x="3076" y="79"/>
                  <a:pt x="3082" y="69"/>
                </a:cubicBezTo>
                <a:cubicBezTo>
                  <a:pt x="3087" y="59"/>
                  <a:pt x="3095" y="51"/>
                  <a:pt x="3106" y="46"/>
                </a:cubicBezTo>
                <a:cubicBezTo>
                  <a:pt x="3116" y="41"/>
                  <a:pt x="3126" y="38"/>
                  <a:pt x="3137" y="38"/>
                </a:cubicBezTo>
                <a:close/>
                <a:moveTo>
                  <a:pt x="2809" y="652"/>
                </a:moveTo>
                <a:lnTo>
                  <a:pt x="2809" y="652"/>
                </a:lnTo>
                <a:cubicBezTo>
                  <a:pt x="2618" y="187"/>
                  <a:pt x="2618" y="187"/>
                  <a:pt x="2618" y="187"/>
                </a:cubicBezTo>
                <a:cubicBezTo>
                  <a:pt x="2749" y="187"/>
                  <a:pt x="2749" y="187"/>
                  <a:pt x="2749" y="187"/>
                </a:cubicBezTo>
                <a:cubicBezTo>
                  <a:pt x="2839" y="425"/>
                  <a:pt x="2839" y="425"/>
                  <a:pt x="2839" y="425"/>
                </a:cubicBezTo>
                <a:cubicBezTo>
                  <a:pt x="2864" y="504"/>
                  <a:pt x="2864" y="504"/>
                  <a:pt x="2864" y="504"/>
                </a:cubicBezTo>
                <a:cubicBezTo>
                  <a:pt x="2871" y="483"/>
                  <a:pt x="2875" y="470"/>
                  <a:pt x="2877" y="464"/>
                </a:cubicBezTo>
                <a:cubicBezTo>
                  <a:pt x="2881" y="451"/>
                  <a:pt x="2886" y="438"/>
                  <a:pt x="2891" y="425"/>
                </a:cubicBezTo>
                <a:cubicBezTo>
                  <a:pt x="2981" y="187"/>
                  <a:pt x="2981" y="187"/>
                  <a:pt x="2981" y="187"/>
                </a:cubicBezTo>
                <a:cubicBezTo>
                  <a:pt x="3109" y="187"/>
                  <a:pt x="3109" y="187"/>
                  <a:pt x="3109" y="187"/>
                </a:cubicBezTo>
                <a:cubicBezTo>
                  <a:pt x="2921" y="652"/>
                  <a:pt x="2921" y="652"/>
                  <a:pt x="2921" y="652"/>
                </a:cubicBezTo>
                <a:lnTo>
                  <a:pt x="2809" y="652"/>
                </a:lnTo>
                <a:close/>
                <a:moveTo>
                  <a:pt x="1826" y="416"/>
                </a:moveTo>
                <a:lnTo>
                  <a:pt x="1826" y="416"/>
                </a:lnTo>
                <a:cubicBezTo>
                  <a:pt x="1826" y="308"/>
                  <a:pt x="1826" y="308"/>
                  <a:pt x="1826" y="308"/>
                </a:cubicBezTo>
                <a:cubicBezTo>
                  <a:pt x="2110" y="308"/>
                  <a:pt x="2110" y="308"/>
                  <a:pt x="2110" y="308"/>
                </a:cubicBezTo>
                <a:cubicBezTo>
                  <a:pt x="2110" y="563"/>
                  <a:pt x="2110" y="563"/>
                  <a:pt x="2110" y="563"/>
                </a:cubicBezTo>
                <a:cubicBezTo>
                  <a:pt x="2083" y="590"/>
                  <a:pt x="2043" y="613"/>
                  <a:pt x="1990" y="633"/>
                </a:cubicBezTo>
                <a:cubicBezTo>
                  <a:pt x="1938" y="653"/>
                  <a:pt x="1885" y="663"/>
                  <a:pt x="1831" y="663"/>
                </a:cubicBezTo>
                <a:cubicBezTo>
                  <a:pt x="1763" y="663"/>
                  <a:pt x="1703" y="649"/>
                  <a:pt x="1652" y="621"/>
                </a:cubicBezTo>
                <a:cubicBezTo>
                  <a:pt x="1602" y="593"/>
                  <a:pt x="1563" y="552"/>
                  <a:pt x="1538" y="500"/>
                </a:cubicBezTo>
                <a:cubicBezTo>
                  <a:pt x="1512" y="448"/>
                  <a:pt x="1500" y="391"/>
                  <a:pt x="1500" y="329"/>
                </a:cubicBezTo>
                <a:cubicBezTo>
                  <a:pt x="1500" y="262"/>
                  <a:pt x="1514" y="203"/>
                  <a:pt x="1542" y="151"/>
                </a:cubicBezTo>
                <a:cubicBezTo>
                  <a:pt x="1571" y="99"/>
                  <a:pt x="1613" y="59"/>
                  <a:pt x="1668" y="32"/>
                </a:cubicBezTo>
                <a:cubicBezTo>
                  <a:pt x="1709" y="10"/>
                  <a:pt x="1762" y="0"/>
                  <a:pt x="1824" y="0"/>
                </a:cubicBezTo>
                <a:cubicBezTo>
                  <a:pt x="1905" y="0"/>
                  <a:pt x="1968" y="16"/>
                  <a:pt x="2014" y="50"/>
                </a:cubicBezTo>
                <a:cubicBezTo>
                  <a:pt x="2059" y="83"/>
                  <a:pt x="2089" y="129"/>
                  <a:pt x="2102" y="188"/>
                </a:cubicBezTo>
                <a:cubicBezTo>
                  <a:pt x="1971" y="212"/>
                  <a:pt x="1971" y="212"/>
                  <a:pt x="1971" y="212"/>
                </a:cubicBezTo>
                <a:cubicBezTo>
                  <a:pt x="1961" y="181"/>
                  <a:pt x="1944" y="156"/>
                  <a:pt x="1919" y="138"/>
                </a:cubicBezTo>
                <a:cubicBezTo>
                  <a:pt x="1894" y="119"/>
                  <a:pt x="1862" y="110"/>
                  <a:pt x="1824" y="110"/>
                </a:cubicBezTo>
                <a:cubicBezTo>
                  <a:pt x="1766" y="110"/>
                  <a:pt x="1720" y="128"/>
                  <a:pt x="1686" y="164"/>
                </a:cubicBezTo>
                <a:cubicBezTo>
                  <a:pt x="1652" y="200"/>
                  <a:pt x="1635" y="253"/>
                  <a:pt x="1635" y="324"/>
                </a:cubicBezTo>
                <a:cubicBezTo>
                  <a:pt x="1635" y="400"/>
                  <a:pt x="1653" y="457"/>
                  <a:pt x="1687" y="495"/>
                </a:cubicBezTo>
                <a:cubicBezTo>
                  <a:pt x="1722" y="533"/>
                  <a:pt x="1767" y="552"/>
                  <a:pt x="1822" y="552"/>
                </a:cubicBezTo>
                <a:cubicBezTo>
                  <a:pt x="1850" y="552"/>
                  <a:pt x="1878" y="547"/>
                  <a:pt x="1906" y="536"/>
                </a:cubicBezTo>
                <a:cubicBezTo>
                  <a:pt x="1933" y="526"/>
                  <a:pt x="1957" y="513"/>
                  <a:pt x="1977" y="497"/>
                </a:cubicBezTo>
                <a:cubicBezTo>
                  <a:pt x="1977" y="416"/>
                  <a:pt x="1977" y="416"/>
                  <a:pt x="1977" y="416"/>
                </a:cubicBezTo>
                <a:lnTo>
                  <a:pt x="1826" y="416"/>
                </a:lnTo>
                <a:close/>
                <a:moveTo>
                  <a:pt x="1330" y="652"/>
                </a:moveTo>
                <a:lnTo>
                  <a:pt x="1330" y="652"/>
                </a:lnTo>
                <a:cubicBezTo>
                  <a:pt x="1330" y="583"/>
                  <a:pt x="1330" y="583"/>
                  <a:pt x="1330" y="583"/>
                </a:cubicBezTo>
                <a:cubicBezTo>
                  <a:pt x="1313" y="607"/>
                  <a:pt x="1290" y="627"/>
                  <a:pt x="1262" y="641"/>
                </a:cubicBezTo>
                <a:cubicBezTo>
                  <a:pt x="1234" y="655"/>
                  <a:pt x="1205" y="662"/>
                  <a:pt x="1174" y="662"/>
                </a:cubicBezTo>
                <a:cubicBezTo>
                  <a:pt x="1142" y="662"/>
                  <a:pt x="1113" y="656"/>
                  <a:pt x="1088" y="642"/>
                </a:cubicBezTo>
                <a:cubicBezTo>
                  <a:pt x="1063" y="628"/>
                  <a:pt x="1045" y="609"/>
                  <a:pt x="1033" y="584"/>
                </a:cubicBezTo>
                <a:cubicBezTo>
                  <a:pt x="1022" y="559"/>
                  <a:pt x="1016" y="525"/>
                  <a:pt x="1016" y="481"/>
                </a:cubicBezTo>
                <a:cubicBezTo>
                  <a:pt x="1016" y="187"/>
                  <a:pt x="1016" y="187"/>
                  <a:pt x="1016" y="187"/>
                </a:cubicBezTo>
                <a:cubicBezTo>
                  <a:pt x="1141" y="187"/>
                  <a:pt x="1141" y="187"/>
                  <a:pt x="1141" y="187"/>
                </a:cubicBezTo>
                <a:cubicBezTo>
                  <a:pt x="1141" y="401"/>
                  <a:pt x="1141" y="401"/>
                  <a:pt x="1141" y="401"/>
                </a:cubicBezTo>
                <a:cubicBezTo>
                  <a:pt x="1141" y="466"/>
                  <a:pt x="1144" y="506"/>
                  <a:pt x="1148" y="521"/>
                </a:cubicBezTo>
                <a:cubicBezTo>
                  <a:pt x="1153" y="536"/>
                  <a:pt x="1161" y="547"/>
                  <a:pt x="1174" y="556"/>
                </a:cubicBezTo>
                <a:cubicBezTo>
                  <a:pt x="1186" y="564"/>
                  <a:pt x="1201" y="569"/>
                  <a:pt x="1220" y="569"/>
                </a:cubicBezTo>
                <a:cubicBezTo>
                  <a:pt x="1241" y="569"/>
                  <a:pt x="1260" y="563"/>
                  <a:pt x="1277" y="552"/>
                </a:cubicBezTo>
                <a:cubicBezTo>
                  <a:pt x="1294" y="540"/>
                  <a:pt x="1306" y="526"/>
                  <a:pt x="1312" y="509"/>
                </a:cubicBezTo>
                <a:cubicBezTo>
                  <a:pt x="1318" y="492"/>
                  <a:pt x="1321" y="450"/>
                  <a:pt x="1321" y="383"/>
                </a:cubicBezTo>
                <a:cubicBezTo>
                  <a:pt x="1321" y="187"/>
                  <a:pt x="1321" y="187"/>
                  <a:pt x="1321" y="187"/>
                </a:cubicBezTo>
                <a:cubicBezTo>
                  <a:pt x="1447" y="187"/>
                  <a:pt x="1447" y="187"/>
                  <a:pt x="1447" y="187"/>
                </a:cubicBezTo>
                <a:cubicBezTo>
                  <a:pt x="1447" y="652"/>
                  <a:pt x="1447" y="652"/>
                  <a:pt x="1447" y="652"/>
                </a:cubicBezTo>
                <a:lnTo>
                  <a:pt x="1330" y="652"/>
                </a:lnTo>
                <a:close/>
                <a:moveTo>
                  <a:pt x="239" y="382"/>
                </a:moveTo>
                <a:lnTo>
                  <a:pt x="239" y="382"/>
                </a:lnTo>
                <a:cubicBezTo>
                  <a:pt x="0" y="10"/>
                  <a:pt x="0" y="10"/>
                  <a:pt x="0" y="10"/>
                </a:cubicBezTo>
                <a:cubicBezTo>
                  <a:pt x="154" y="10"/>
                  <a:pt x="154" y="10"/>
                  <a:pt x="154" y="10"/>
                </a:cubicBezTo>
                <a:cubicBezTo>
                  <a:pt x="308" y="264"/>
                  <a:pt x="308" y="264"/>
                  <a:pt x="308" y="264"/>
                </a:cubicBezTo>
                <a:cubicBezTo>
                  <a:pt x="459" y="10"/>
                  <a:pt x="459" y="10"/>
                  <a:pt x="459" y="10"/>
                </a:cubicBezTo>
                <a:cubicBezTo>
                  <a:pt x="611" y="10"/>
                  <a:pt x="611" y="10"/>
                  <a:pt x="611" y="10"/>
                </a:cubicBezTo>
                <a:cubicBezTo>
                  <a:pt x="371" y="383"/>
                  <a:pt x="371" y="383"/>
                  <a:pt x="371" y="383"/>
                </a:cubicBezTo>
                <a:cubicBezTo>
                  <a:pt x="371" y="652"/>
                  <a:pt x="371" y="652"/>
                  <a:pt x="371" y="652"/>
                </a:cubicBezTo>
                <a:cubicBezTo>
                  <a:pt x="239" y="652"/>
                  <a:pt x="239" y="652"/>
                  <a:pt x="239" y="652"/>
                </a:cubicBezTo>
                <a:lnTo>
                  <a:pt x="239" y="382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  <a:effectLst/>
        </p:spPr>
        <p:txBody>
          <a:bodyPr wrap="none" anchor="ctr"/>
          <a:lstStyle/>
          <a:p>
            <a:pPr rtl="0"/>
            <a:endParaRPr lang="de-DE" dirty="0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F3C576C5-4825-D279-A104-CE235DC7F4E2}"/>
              </a:ext>
            </a:extLst>
          </p:cNvPr>
          <p:cNvCxnSpPr>
            <a:cxnSpLocks/>
          </p:cNvCxnSpPr>
          <p:nvPr userDrawn="1"/>
        </p:nvCxnSpPr>
        <p:spPr>
          <a:xfrm>
            <a:off x="539750" y="657225"/>
            <a:ext cx="3576638" cy="0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7844D00-6C0B-47FC-84AF-6D9D76C900FA}"/>
              </a:ext>
            </a:extLst>
          </p:cNvPr>
          <p:cNvCxnSpPr>
            <a:cxnSpLocks/>
          </p:cNvCxnSpPr>
          <p:nvPr userDrawn="1"/>
        </p:nvCxnSpPr>
        <p:spPr>
          <a:xfrm>
            <a:off x="4303713" y="657225"/>
            <a:ext cx="7348537" cy="0"/>
          </a:xfrm>
          <a:prstGeom prst="line">
            <a:avLst/>
          </a:prstGeom>
          <a:ln w="63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Footer Placeholder 3">
            <a:extLst>
              <a:ext uri="{FF2B5EF4-FFF2-40B4-BE49-F238E27FC236}">
                <a16:creationId xmlns:a16="http://schemas.microsoft.com/office/drawing/2014/main" id="{60E81EB1-C63D-B429-6AAA-EF6FFA30E5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186488" y="486888"/>
            <a:ext cx="4525962" cy="149730"/>
          </a:xfrm>
        </p:spPr>
        <p:txBody>
          <a:bodyPr/>
          <a:lstStyle>
            <a:lvl1pPr rtl="0">
              <a:defRPr/>
            </a:lvl1pPr>
          </a:lstStyle>
          <a:p>
            <a:r>
              <a:rPr lang="de-DE"/>
              <a:t>Charting Manual</a:t>
            </a:r>
            <a:endParaRPr lang="de-DE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5AE4886-143F-61A2-E29A-8B533BF3768A}"/>
              </a:ext>
            </a:extLst>
          </p:cNvPr>
          <p:cNvSpPr txBox="1">
            <a:spLocks/>
          </p:cNvSpPr>
          <p:nvPr userDrawn="1"/>
        </p:nvSpPr>
        <p:spPr>
          <a:xfrm>
            <a:off x="4967774" y="2494987"/>
            <a:ext cx="3354612" cy="446787"/>
          </a:xfrm>
          <a:prstGeom prst="roundRect">
            <a:avLst>
              <a:gd name="adj" fmla="val 50000"/>
            </a:avLst>
          </a:prstGeom>
          <a:blipFill>
            <a:blip r:embed="rId6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vert="horz" lIns="0" tIns="0" rIns="0" bIns="0" rtlCol="0" anchor="ctr" anchorCtr="0">
            <a:noAutofit/>
          </a:bodyPr>
          <a:lstStyle>
            <a:lvl1pPr marL="180000" indent="-1800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Graphik Regular" panose="020B0503030202060203" pitchFamily="34" charset="77"/>
                <a:ea typeface="+mn-ea"/>
                <a:cs typeface="+mn-cs"/>
              </a:defRPr>
            </a:lvl1pPr>
            <a:lvl2pPr marL="360000" indent="-1800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Graphik Regular" panose="020B0503030202060203" pitchFamily="34" charset="77"/>
                <a:ea typeface="+mn-ea"/>
                <a:cs typeface="+mn-cs"/>
              </a:defRPr>
            </a:lvl2pPr>
            <a:lvl3pPr marL="540000" indent="-1800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Graphik Regular" panose="020B0503030202060203" pitchFamily="34" charset="77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Font typeface="Arial" panose="020B0604020202020204" pitchFamily="34" charset="0"/>
              <a:buChar char="​"/>
              <a:defRPr sz="1400" b="1" i="0" kern="1200" cap="none" baseline="0">
                <a:solidFill>
                  <a:schemeClr val="tx1"/>
                </a:solidFill>
                <a:latin typeface="Graphik Bold" panose="020B0503030202060203" pitchFamily="34" charset="77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Font typeface="Arial" panose="020B0604020202020204" pitchFamily="34" charset="0"/>
              <a:buChar char="​"/>
              <a:tabLst/>
              <a:defRPr sz="1400" kern="1200">
                <a:solidFill>
                  <a:schemeClr val="tx1"/>
                </a:solidFill>
                <a:latin typeface="Graphik Regular" panose="020B0503030202060203" pitchFamily="34" charset="77"/>
                <a:ea typeface="+mn-ea"/>
                <a:cs typeface="+mn-cs"/>
              </a:defRPr>
            </a:lvl5pPr>
            <a:lvl6pPr marL="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Font typeface="Arial" panose="020B0604020202020204" pitchFamily="34" charset="0"/>
              <a:buChar char="​"/>
              <a:defRPr sz="1000" kern="1200">
                <a:solidFill>
                  <a:schemeClr val="tx1"/>
                </a:solidFill>
                <a:latin typeface="Graphik Regular" panose="020B0503030202060203" pitchFamily="34" charset="77"/>
                <a:ea typeface="+mn-ea"/>
                <a:cs typeface="+mn-cs"/>
              </a:defRPr>
            </a:lvl6pPr>
            <a:lvl7pPr marL="0" indent="0" algn="l" defTabSz="914400" rtl="0" eaLnBrk="1" latinLnBrk="0" hangingPunct="1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Font typeface="Arial" panose="020B0604020202020204" pitchFamily="34" charset="0"/>
              <a:buChar char="​"/>
              <a:defRPr sz="1000" b="0" kern="1200" baseline="0">
                <a:solidFill>
                  <a:schemeClr val="tx1"/>
                </a:solidFill>
                <a:latin typeface="Graphik Regular" panose="020B0503030202060203" pitchFamily="34" charset="77"/>
                <a:ea typeface="+mn-ea"/>
                <a:cs typeface="+mn-cs"/>
              </a:defRPr>
            </a:lvl7pPr>
            <a:lvl8pPr marL="180000" indent="-1800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sz="1000" kern="1200">
                <a:solidFill>
                  <a:schemeClr val="tx1"/>
                </a:solidFill>
                <a:latin typeface="Graphik Regular" panose="020B0503030202060203" pitchFamily="34" charset="77"/>
                <a:ea typeface="+mn-ea"/>
                <a:cs typeface="+mn-cs"/>
              </a:defRPr>
            </a:lvl8pPr>
            <a:lvl9pPr marL="0" indent="0" algn="l" defTabSz="914400" rtl="0" eaLnBrk="1" latinLnBrk="0" hangingPunct="1">
              <a:lnSpc>
                <a:spcPct val="90000"/>
              </a:lnSpc>
              <a:spcBef>
                <a:spcPts val="50"/>
              </a:spcBef>
              <a:spcAft>
                <a:spcPts val="50"/>
              </a:spcAft>
              <a:buFont typeface="Arial" panose="020B0604020202020204" pitchFamily="34" charset="0"/>
              <a:buChar char="​"/>
              <a:defRPr sz="2000" kern="1200" baseline="0">
                <a:solidFill>
                  <a:schemeClr val="tx1"/>
                </a:solidFill>
                <a:latin typeface="Graphik Regular" panose="020B0503030202060203" pitchFamily="34" charset="77"/>
                <a:ea typeface="+mn-ea"/>
                <a:cs typeface="+mn-cs"/>
              </a:defRPr>
            </a:lvl9pPr>
          </a:lstStyle>
          <a:p>
            <a:pPr marL="0" indent="0" algn="ctr" rtl="0">
              <a:buFont typeface="Arial" panose="020B0604020202020204" pitchFamily="34" charset="0"/>
              <a:buNone/>
            </a:pPr>
            <a:endParaRPr lang="de-DE" sz="1100" b="1" dirty="0">
              <a:solidFill>
                <a:schemeClr val="bg1"/>
              </a:solidFill>
              <a:latin typeface="Graphik Bold" panose="020B0503030202060203" pitchFamily="34" charset="77"/>
            </a:endParaRPr>
          </a:p>
        </p:txBody>
      </p:sp>
      <p:sp>
        <p:nvSpPr>
          <p:cNvPr id="14" name="Text Placeholder 19">
            <a:extLst>
              <a:ext uri="{FF2B5EF4-FFF2-40B4-BE49-F238E27FC236}">
                <a16:creationId xmlns:a16="http://schemas.microsoft.com/office/drawing/2014/main" id="{F95CFDE0-2C32-C257-AA82-9AD1540287FA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5053693" y="1731797"/>
            <a:ext cx="3133866" cy="622520"/>
          </a:xfrm>
        </p:spPr>
        <p:txBody>
          <a:bodyPr/>
          <a:lstStyle>
            <a:lvl4pPr marL="0" indent="0" rtl="0">
              <a:buFont typeface="Arial" panose="020B0604020202020204" pitchFamily="34" charset="0"/>
              <a:buNone/>
              <a:defRPr b="1" i="0">
                <a:latin typeface="Graphik Bold" panose="020B0503030202060203" pitchFamily="34" charset="77"/>
              </a:defRPr>
            </a:lvl4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5" name="Text Placeholder 19">
            <a:extLst>
              <a:ext uri="{FF2B5EF4-FFF2-40B4-BE49-F238E27FC236}">
                <a16:creationId xmlns:a16="http://schemas.microsoft.com/office/drawing/2014/main" id="{31577DB3-6379-DF04-ACBA-DC218D91078D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8532156" y="1733107"/>
            <a:ext cx="3120094" cy="631720"/>
          </a:xfrm>
        </p:spPr>
        <p:txBody>
          <a:bodyPr/>
          <a:lstStyle>
            <a:lvl4pPr marL="0" indent="0" rtl="0">
              <a:buFont typeface="Arial" panose="020B0604020202020204" pitchFamily="34" charset="0"/>
              <a:buNone/>
              <a:defRPr/>
            </a:lvl4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6" name="Table Placeholder 23">
            <a:extLst>
              <a:ext uri="{FF2B5EF4-FFF2-40B4-BE49-F238E27FC236}">
                <a16:creationId xmlns:a16="http://schemas.microsoft.com/office/drawing/2014/main" id="{32612384-2305-66B9-D57F-5BAEBCA7C854}"/>
              </a:ext>
            </a:extLst>
          </p:cNvPr>
          <p:cNvSpPr>
            <a:spLocks noGrp="1"/>
          </p:cNvSpPr>
          <p:nvPr>
            <p:ph type="tbl" sz="quarter" idx="37"/>
          </p:nvPr>
        </p:nvSpPr>
        <p:spPr>
          <a:xfrm>
            <a:off x="5064124" y="2494989"/>
            <a:ext cx="3112924" cy="3475256"/>
          </a:xfrm>
        </p:spPr>
        <p:txBody>
          <a:bodyPr/>
          <a:lstStyle/>
          <a:p>
            <a:r>
              <a:rPr lang="de-DE"/>
              <a:t>Tabelle durch Klicken auf Symbol hinzufügen</a:t>
            </a:r>
            <a:endParaRPr lang="en-MX" dirty="0"/>
          </a:p>
        </p:txBody>
      </p:sp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EFDDF8DA-0B71-3CCB-FA7B-82AEC5F379B4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5049080" y="1131371"/>
            <a:ext cx="6635069" cy="463550"/>
          </a:xfrm>
        </p:spPr>
        <p:txBody>
          <a:bodyPr/>
          <a:lstStyle>
            <a:lvl1pPr marL="0" indent="0" rtl="0">
              <a:buNone/>
              <a:defRPr sz="2200" b="1" i="0">
                <a:latin typeface="Graphik Bold" panose="020B0503030202060203" pitchFamily="34" charset="77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4" name="Text Placeholder 5">
            <a:extLst>
              <a:ext uri="{FF2B5EF4-FFF2-40B4-BE49-F238E27FC236}">
                <a16:creationId xmlns:a16="http://schemas.microsoft.com/office/drawing/2014/main" id="{225B0631-C95F-AF75-F002-8CE20B28C632}"/>
              </a:ext>
            </a:extLst>
          </p:cNvPr>
          <p:cNvSpPr txBox="1">
            <a:spLocks/>
          </p:cNvSpPr>
          <p:nvPr userDrawn="1"/>
        </p:nvSpPr>
        <p:spPr>
          <a:xfrm>
            <a:off x="8406464" y="2494988"/>
            <a:ext cx="3354612" cy="446787"/>
          </a:xfrm>
          <a:prstGeom prst="roundRect">
            <a:avLst>
              <a:gd name="adj" fmla="val 50000"/>
            </a:avLst>
          </a:prstGeom>
          <a:blipFill>
            <a:blip r:embed="rId6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vert="horz" lIns="0" tIns="0" rIns="0" bIns="0" rtlCol="0" anchor="ctr" anchorCtr="0">
            <a:noAutofit/>
          </a:bodyPr>
          <a:lstStyle>
            <a:lvl1pPr marL="180000" indent="-1800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Graphik Regular" panose="020B0503030202060203" pitchFamily="34" charset="77"/>
                <a:ea typeface="+mn-ea"/>
                <a:cs typeface="+mn-cs"/>
              </a:defRPr>
            </a:lvl1pPr>
            <a:lvl2pPr marL="360000" indent="-1800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Graphik Regular" panose="020B0503030202060203" pitchFamily="34" charset="77"/>
                <a:ea typeface="+mn-ea"/>
                <a:cs typeface="+mn-cs"/>
              </a:defRPr>
            </a:lvl2pPr>
            <a:lvl3pPr marL="540000" indent="-1800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Graphik Regular" panose="020B0503030202060203" pitchFamily="34" charset="77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Font typeface="Arial" panose="020B0604020202020204" pitchFamily="34" charset="0"/>
              <a:buChar char="​"/>
              <a:defRPr sz="1400" b="1" i="0" kern="1200" cap="none" baseline="0">
                <a:solidFill>
                  <a:schemeClr val="tx1"/>
                </a:solidFill>
                <a:latin typeface="Graphik Bold" panose="020B0503030202060203" pitchFamily="34" charset="77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Font typeface="Arial" panose="020B0604020202020204" pitchFamily="34" charset="0"/>
              <a:buChar char="​"/>
              <a:tabLst/>
              <a:defRPr sz="1400" kern="1200">
                <a:solidFill>
                  <a:schemeClr val="tx1"/>
                </a:solidFill>
                <a:latin typeface="Graphik Regular" panose="020B0503030202060203" pitchFamily="34" charset="77"/>
                <a:ea typeface="+mn-ea"/>
                <a:cs typeface="+mn-cs"/>
              </a:defRPr>
            </a:lvl5pPr>
            <a:lvl6pPr marL="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Font typeface="Arial" panose="020B0604020202020204" pitchFamily="34" charset="0"/>
              <a:buChar char="​"/>
              <a:defRPr sz="1000" kern="1200">
                <a:solidFill>
                  <a:schemeClr val="tx1"/>
                </a:solidFill>
                <a:latin typeface="Graphik Regular" panose="020B0503030202060203" pitchFamily="34" charset="77"/>
                <a:ea typeface="+mn-ea"/>
                <a:cs typeface="+mn-cs"/>
              </a:defRPr>
            </a:lvl6pPr>
            <a:lvl7pPr marL="0" indent="0" algn="l" defTabSz="914400" rtl="0" eaLnBrk="1" latinLnBrk="0" hangingPunct="1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Font typeface="Arial" panose="020B0604020202020204" pitchFamily="34" charset="0"/>
              <a:buChar char="​"/>
              <a:defRPr sz="1000" b="0" kern="1200" baseline="0">
                <a:solidFill>
                  <a:schemeClr val="tx1"/>
                </a:solidFill>
                <a:latin typeface="Graphik Regular" panose="020B0503030202060203" pitchFamily="34" charset="77"/>
                <a:ea typeface="+mn-ea"/>
                <a:cs typeface="+mn-cs"/>
              </a:defRPr>
            </a:lvl7pPr>
            <a:lvl8pPr marL="180000" indent="-1800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sz="1000" kern="1200">
                <a:solidFill>
                  <a:schemeClr val="tx1"/>
                </a:solidFill>
                <a:latin typeface="Graphik Regular" panose="020B0503030202060203" pitchFamily="34" charset="77"/>
                <a:ea typeface="+mn-ea"/>
                <a:cs typeface="+mn-cs"/>
              </a:defRPr>
            </a:lvl8pPr>
            <a:lvl9pPr marL="0" indent="0" algn="l" defTabSz="914400" rtl="0" eaLnBrk="1" latinLnBrk="0" hangingPunct="1">
              <a:lnSpc>
                <a:spcPct val="90000"/>
              </a:lnSpc>
              <a:spcBef>
                <a:spcPts val="50"/>
              </a:spcBef>
              <a:spcAft>
                <a:spcPts val="50"/>
              </a:spcAft>
              <a:buFont typeface="Arial" panose="020B0604020202020204" pitchFamily="34" charset="0"/>
              <a:buChar char="​"/>
              <a:defRPr sz="2000" kern="1200" baseline="0">
                <a:solidFill>
                  <a:schemeClr val="tx1"/>
                </a:solidFill>
                <a:latin typeface="Graphik Regular" panose="020B0503030202060203" pitchFamily="34" charset="77"/>
                <a:ea typeface="+mn-ea"/>
                <a:cs typeface="+mn-cs"/>
              </a:defRPr>
            </a:lvl9pPr>
          </a:lstStyle>
          <a:p>
            <a:pPr marL="0" indent="0" algn="ctr" rtl="0">
              <a:buFont typeface="Arial" panose="020B0604020202020204" pitchFamily="34" charset="0"/>
              <a:buNone/>
            </a:pPr>
            <a:endParaRPr lang="de-DE" sz="1100" b="1" dirty="0">
              <a:solidFill>
                <a:schemeClr val="bg1"/>
              </a:solidFill>
              <a:latin typeface="Graphik Bold" panose="020B0503030202060203" pitchFamily="34" charset="77"/>
            </a:endParaRPr>
          </a:p>
        </p:txBody>
      </p:sp>
      <p:sp>
        <p:nvSpPr>
          <p:cNvPr id="25" name="Table Placeholder 23">
            <a:extLst>
              <a:ext uri="{FF2B5EF4-FFF2-40B4-BE49-F238E27FC236}">
                <a16:creationId xmlns:a16="http://schemas.microsoft.com/office/drawing/2014/main" id="{642DFCA0-4468-D7C3-2A32-5FD77A69FDCD}"/>
              </a:ext>
            </a:extLst>
          </p:cNvPr>
          <p:cNvSpPr>
            <a:spLocks noGrp="1"/>
          </p:cNvSpPr>
          <p:nvPr>
            <p:ph type="tbl" sz="quarter" idx="41"/>
          </p:nvPr>
        </p:nvSpPr>
        <p:spPr>
          <a:xfrm>
            <a:off x="8544272" y="2494989"/>
            <a:ext cx="3112924" cy="3475256"/>
          </a:xfrm>
        </p:spPr>
        <p:txBody>
          <a:bodyPr/>
          <a:lstStyle/>
          <a:p>
            <a:r>
              <a:rPr lang="de-DE"/>
              <a:t>Tabelle durch Klicken auf Symbol hinzufügen</a:t>
            </a:r>
            <a:endParaRPr lang="en-MX" dirty="0"/>
          </a:p>
        </p:txBody>
      </p:sp>
      <p:sp>
        <p:nvSpPr>
          <p:cNvPr id="26" name="Text Placeholder 5">
            <a:extLst>
              <a:ext uri="{FF2B5EF4-FFF2-40B4-BE49-F238E27FC236}">
                <a16:creationId xmlns:a16="http://schemas.microsoft.com/office/drawing/2014/main" id="{1575219B-47C9-5070-B639-9B5DF69A3099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5056358" y="6052457"/>
            <a:ext cx="3110181" cy="272144"/>
          </a:xfrm>
        </p:spPr>
        <p:txBody>
          <a:bodyPr/>
          <a:lstStyle>
            <a:lvl1pPr marL="0" indent="0" rtl="0">
              <a:buNone/>
              <a:defRPr sz="900">
                <a:solidFill>
                  <a:schemeClr val="bg1">
                    <a:lumMod val="65000"/>
                  </a:schemeClr>
                </a:solidFill>
              </a:defRPr>
            </a:lvl1pPr>
            <a:lvl2pPr marL="180000" indent="0">
              <a:buNone/>
              <a:defRPr sz="1100"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  <a:lvl6pPr>
              <a:defRPr>
                <a:solidFill>
                  <a:schemeClr val="tx1"/>
                </a:solidFill>
              </a:defRPr>
            </a:lvl6pPr>
            <a:lvl7pPr>
              <a:defRPr>
                <a:solidFill>
                  <a:schemeClr val="tx1"/>
                </a:solidFill>
              </a:defRPr>
            </a:lvl7pPr>
            <a:lvl8pPr>
              <a:defRPr>
                <a:solidFill>
                  <a:schemeClr val="tx1"/>
                </a:solidFill>
              </a:defRPr>
            </a:lvl8pPr>
            <a:lvl9pPr>
              <a:defRPr>
                <a:solidFill>
                  <a:schemeClr val="tx1"/>
                </a:solidFill>
              </a:defRPr>
            </a:lvl9pPr>
          </a:lstStyle>
          <a:p>
            <a:pPr lvl="0"/>
            <a:r>
              <a:rPr lang="de-DE" noProof="0"/>
              <a:t>Click to add text</a:t>
            </a:r>
            <a:endParaRPr lang="de-DE" noProof="0" dirty="0"/>
          </a:p>
        </p:txBody>
      </p:sp>
      <p:sp>
        <p:nvSpPr>
          <p:cNvPr id="27" name="Text Placeholder 5">
            <a:extLst>
              <a:ext uri="{FF2B5EF4-FFF2-40B4-BE49-F238E27FC236}">
                <a16:creationId xmlns:a16="http://schemas.microsoft.com/office/drawing/2014/main" id="{00783121-E02B-5013-062C-988A75F61835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8544272" y="6052457"/>
            <a:ext cx="3110181" cy="272144"/>
          </a:xfrm>
        </p:spPr>
        <p:txBody>
          <a:bodyPr/>
          <a:lstStyle>
            <a:lvl1pPr marL="0" indent="0" rtl="0">
              <a:buNone/>
              <a:defRPr sz="900">
                <a:solidFill>
                  <a:schemeClr val="bg1">
                    <a:lumMod val="65000"/>
                  </a:schemeClr>
                </a:solidFill>
              </a:defRPr>
            </a:lvl1pPr>
            <a:lvl2pPr marL="180000" indent="0">
              <a:buNone/>
              <a:defRPr sz="1100"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  <a:lvl6pPr>
              <a:defRPr>
                <a:solidFill>
                  <a:schemeClr val="tx1"/>
                </a:solidFill>
              </a:defRPr>
            </a:lvl6pPr>
            <a:lvl7pPr>
              <a:defRPr>
                <a:solidFill>
                  <a:schemeClr val="tx1"/>
                </a:solidFill>
              </a:defRPr>
            </a:lvl7pPr>
            <a:lvl8pPr>
              <a:defRPr>
                <a:solidFill>
                  <a:schemeClr val="tx1"/>
                </a:solidFill>
              </a:defRPr>
            </a:lvl8pPr>
            <a:lvl9pPr>
              <a:defRPr>
                <a:solidFill>
                  <a:schemeClr val="tx1"/>
                </a:solidFill>
              </a:defRPr>
            </a:lvl9pPr>
          </a:lstStyle>
          <a:p>
            <a:pPr lvl="0"/>
            <a:r>
              <a:rPr lang="de-DE" noProof="0"/>
              <a:t>Click to add text</a:t>
            </a:r>
            <a:endParaRPr lang="de-DE" noProof="0" dirty="0"/>
          </a:p>
        </p:txBody>
      </p:sp>
      <p:sp>
        <p:nvSpPr>
          <p:cNvPr id="17" name="Text Placeholder Eyebrow">
            <a:extLst>
              <a:ext uri="{FF2B5EF4-FFF2-40B4-BE49-F238E27FC236}">
                <a16:creationId xmlns:a16="http://schemas.microsoft.com/office/drawing/2014/main" id="{326A8C4E-08FA-9AAB-9A73-D892A8C9839D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1300163" y="481818"/>
            <a:ext cx="2642400" cy="154800"/>
          </a:xfrm>
        </p:spPr>
        <p:txBody>
          <a:bodyPr/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bg1"/>
                </a:solidFill>
              </a:defRPr>
            </a:lvl1pPr>
            <a:lvl2pPr marL="180000" indent="0">
              <a:buNone/>
              <a:defRPr sz="900">
                <a:solidFill>
                  <a:schemeClr val="accent1"/>
                </a:solidFill>
              </a:defRPr>
            </a:lvl2pPr>
            <a:lvl3pPr marL="360000" indent="0">
              <a:buNone/>
              <a:defRPr sz="900">
                <a:solidFill>
                  <a:schemeClr val="accent1"/>
                </a:solidFill>
              </a:defRPr>
            </a:lvl3pPr>
            <a:lvl4pPr>
              <a:buNone/>
              <a:defRPr sz="900">
                <a:solidFill>
                  <a:schemeClr val="accent1"/>
                </a:solidFill>
              </a:defRPr>
            </a:lvl4pPr>
            <a:lvl5pPr>
              <a:buNone/>
              <a:defRPr sz="900">
                <a:solidFill>
                  <a:schemeClr val="accent1"/>
                </a:solidFill>
              </a:defRPr>
            </a:lvl5pPr>
          </a:lstStyle>
          <a:p>
            <a:pPr lvl="0"/>
            <a:r>
              <a:rPr lang="de-DE"/>
              <a:t>Click to add Eyebrow text</a:t>
            </a:r>
            <a:endParaRPr lang="de-DE" dirty="0"/>
          </a:p>
        </p:txBody>
      </p:sp>
      <p:sp>
        <p:nvSpPr>
          <p:cNvPr id="18" name="Slide Number Placeholder 4">
            <a:extLst>
              <a:ext uri="{FF2B5EF4-FFF2-40B4-BE49-F238E27FC236}">
                <a16:creationId xmlns:a16="http://schemas.microsoft.com/office/drawing/2014/main" id="{7415D704-D34F-FC32-7EEE-F7C5BC75E3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39750" y="481818"/>
            <a:ext cx="270000" cy="154800"/>
          </a:xfrm>
        </p:spPr>
        <p:txBody>
          <a:bodyPr/>
          <a:lstStyle>
            <a:lvl1pPr algn="l" rtl="0">
              <a:defRPr>
                <a:solidFill>
                  <a:schemeClr val="bg1"/>
                </a:solidFill>
              </a:defRPr>
            </a:lvl1pPr>
          </a:lstStyle>
          <a:p>
            <a:fld id="{23AA811B-2EBD-4900-905E-5BE206449611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19" name="Title 3">
            <a:extLst>
              <a:ext uri="{FF2B5EF4-FFF2-40B4-BE49-F238E27FC236}">
                <a16:creationId xmlns:a16="http://schemas.microsoft.com/office/drawing/2014/main" id="{5B752225-BD7C-653D-DE63-50F13355D71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white">
          <a:xfrm>
            <a:off x="540000" y="1132678"/>
            <a:ext cx="3576388" cy="846935"/>
          </a:xfrm>
        </p:spPr>
        <p:txBody>
          <a:bodyPr vert="horz"/>
          <a:lstStyle>
            <a:lvl1pPr rtl="0">
              <a:defRPr sz="3200">
                <a:solidFill>
                  <a:schemeClr val="bg1"/>
                </a:solidFill>
              </a:defRPr>
            </a:lvl1pPr>
          </a:lstStyle>
          <a:p>
            <a:r>
              <a:rPr lang="de-DE"/>
              <a:t>Click to add title</a:t>
            </a:r>
            <a:endParaRPr lang="de-DE" dirty="0"/>
          </a:p>
        </p:txBody>
      </p:sp>
      <p:sp>
        <p:nvSpPr>
          <p:cNvPr id="28" name="Text Placeholder 5">
            <a:extLst>
              <a:ext uri="{FF2B5EF4-FFF2-40B4-BE49-F238E27FC236}">
                <a16:creationId xmlns:a16="http://schemas.microsoft.com/office/drawing/2014/main" id="{9ED93F64-2EF4-9AC1-1274-A63B5E99C678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39999" y="2513442"/>
            <a:ext cx="3576389" cy="2582540"/>
          </a:xfrm>
        </p:spPr>
        <p:txBody>
          <a:bodyPr/>
          <a:lstStyle>
            <a:lvl1pPr marL="0" indent="0" rtl="0">
              <a:buNone/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  <a:lvl6pPr>
              <a:defRPr>
                <a:solidFill>
                  <a:schemeClr val="tx1"/>
                </a:solidFill>
              </a:defRPr>
            </a:lvl6pPr>
            <a:lvl7pPr>
              <a:defRPr>
                <a:solidFill>
                  <a:schemeClr val="tx1"/>
                </a:solidFill>
              </a:defRPr>
            </a:lvl7pPr>
            <a:lvl8pPr>
              <a:defRPr>
                <a:solidFill>
                  <a:schemeClr val="tx1"/>
                </a:solidFill>
              </a:defRPr>
            </a:lvl8pPr>
            <a:lvl9pPr>
              <a:defRPr>
                <a:solidFill>
                  <a:schemeClr val="tx1"/>
                </a:solidFill>
              </a:defRPr>
            </a:lvl9pPr>
          </a:lstStyle>
          <a:p>
            <a:pPr lvl="0"/>
            <a:r>
              <a:rPr lang="de-DE" noProof="0"/>
              <a:t>Click to add</a:t>
            </a:r>
            <a:endParaRPr lang="de-DE" noProof="0" dirty="0"/>
          </a:p>
        </p:txBody>
      </p:sp>
      <p:sp>
        <p:nvSpPr>
          <p:cNvPr id="29" name="Text Placeholder 5">
            <a:extLst>
              <a:ext uri="{FF2B5EF4-FFF2-40B4-BE49-F238E27FC236}">
                <a16:creationId xmlns:a16="http://schemas.microsoft.com/office/drawing/2014/main" id="{0CF96F2F-9459-0961-3501-1DF8EFDBFF2B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539999" y="6052457"/>
            <a:ext cx="3576389" cy="272144"/>
          </a:xfrm>
        </p:spPr>
        <p:txBody>
          <a:bodyPr/>
          <a:lstStyle>
            <a:lvl1pPr marL="0" indent="0" rtl="0">
              <a:buNone/>
              <a:defRPr sz="900">
                <a:solidFill>
                  <a:schemeClr val="bg1"/>
                </a:solidFill>
              </a:defRPr>
            </a:lvl1pPr>
            <a:lvl2pPr marL="180000" indent="0">
              <a:buNone/>
              <a:defRPr sz="1100"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  <a:lvl6pPr>
              <a:defRPr>
                <a:solidFill>
                  <a:schemeClr val="tx1"/>
                </a:solidFill>
              </a:defRPr>
            </a:lvl6pPr>
            <a:lvl7pPr>
              <a:defRPr>
                <a:solidFill>
                  <a:schemeClr val="tx1"/>
                </a:solidFill>
              </a:defRPr>
            </a:lvl7pPr>
            <a:lvl8pPr>
              <a:defRPr>
                <a:solidFill>
                  <a:schemeClr val="tx1"/>
                </a:solidFill>
              </a:defRPr>
            </a:lvl8pPr>
            <a:lvl9pPr>
              <a:defRPr>
                <a:solidFill>
                  <a:schemeClr val="tx1"/>
                </a:solidFill>
              </a:defRPr>
            </a:lvl9pPr>
          </a:lstStyle>
          <a:p>
            <a:pPr lvl="0"/>
            <a:r>
              <a:rPr lang="de-DE" noProof="0"/>
              <a:t>Click to add text</a:t>
            </a:r>
            <a:endParaRPr lang="de-DE" noProof="0" dirty="0"/>
          </a:p>
        </p:txBody>
      </p:sp>
    </p:spTree>
    <p:extLst>
      <p:ext uri="{BB962C8B-B14F-4D97-AF65-F5344CB8AC3E}">
        <p14:creationId xmlns:p14="http://schemas.microsoft.com/office/powerpoint/2010/main" val="408593231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570" userDrawn="1">
          <p15:clr>
            <a:srgbClr val="FBAE40"/>
          </p15:clr>
        </p15:guide>
        <p15:guide id="2" orient="horz" pos="3453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IDEBAR Gradient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hink-cell data - do not delete" hidden="1">
            <a:extLst>
              <a:ext uri="{FF2B5EF4-FFF2-40B4-BE49-F238E27FC236}">
                <a16:creationId xmlns:a16="http://schemas.microsoft.com/office/drawing/2014/main" id="{D9FED20E-1E5C-2BDC-F652-27E2C7541288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90096277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78" imgH="377" progId="TCLayout.ActiveDocument.1">
                  <p:embed/>
                </p:oleObj>
              </mc:Choice>
              <mc:Fallback>
                <p:oleObj name="think-cell Slide" r:id="rId4" imgW="378" imgH="377" progId="TCLayout.ActiveDocument.1">
                  <p:embed/>
                  <p:pic>
                    <p:nvPicPr>
                      <p:cNvPr id="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D9FED20E-1E5C-2BDC-F652-27E2C754128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783B00A4-20D6-495F-906F-445B9363312B}"/>
              </a:ext>
            </a:extLst>
          </p:cNvPr>
          <p:cNvSpPr/>
          <p:nvPr userDrawn="1"/>
        </p:nvSpPr>
        <p:spPr bwMode="white">
          <a:xfrm>
            <a:off x="0" y="0"/>
            <a:ext cx="4303713" cy="6858000"/>
          </a:xfrm>
          <a:custGeom>
            <a:avLst/>
            <a:gdLst>
              <a:gd name="connsiteX0" fmla="*/ 2 w 9007473"/>
              <a:gd name="connsiteY0" fmla="*/ 1865314 h 6858000"/>
              <a:gd name="connsiteX1" fmla="*/ 2 w 9007473"/>
              <a:gd name="connsiteY1" fmla="*/ 2093913 h 6858000"/>
              <a:gd name="connsiteX2" fmla="*/ 179926 w 9007473"/>
              <a:gd name="connsiteY2" fmla="*/ 1979614 h 6858000"/>
              <a:gd name="connsiteX3" fmla="*/ 0 w 9007473"/>
              <a:gd name="connsiteY3" fmla="*/ 0 h 6858000"/>
              <a:gd name="connsiteX4" fmla="*/ 9007473 w 9007473"/>
              <a:gd name="connsiteY4" fmla="*/ 0 h 6858000"/>
              <a:gd name="connsiteX5" fmla="*/ 9007473 w 9007473"/>
              <a:gd name="connsiteY5" fmla="*/ 6858000 h 6858000"/>
              <a:gd name="connsiteX6" fmla="*/ 0 w 9007473"/>
              <a:gd name="connsiteY6" fmla="*/ 6858000 h 6858000"/>
              <a:gd name="connsiteX0" fmla="*/ 2 w 9007473"/>
              <a:gd name="connsiteY0" fmla="*/ 1865314 h 6858000"/>
              <a:gd name="connsiteX1" fmla="*/ 2 w 9007473"/>
              <a:gd name="connsiteY1" fmla="*/ 2093913 h 6858000"/>
              <a:gd name="connsiteX2" fmla="*/ 228721 w 9007473"/>
              <a:gd name="connsiteY2" fmla="*/ 1985630 h 6858000"/>
              <a:gd name="connsiteX3" fmla="*/ 2 w 9007473"/>
              <a:gd name="connsiteY3" fmla="*/ 1865314 h 6858000"/>
              <a:gd name="connsiteX4" fmla="*/ 0 w 9007473"/>
              <a:gd name="connsiteY4" fmla="*/ 0 h 6858000"/>
              <a:gd name="connsiteX5" fmla="*/ 9007473 w 9007473"/>
              <a:gd name="connsiteY5" fmla="*/ 0 h 6858000"/>
              <a:gd name="connsiteX6" fmla="*/ 9007473 w 9007473"/>
              <a:gd name="connsiteY6" fmla="*/ 6858000 h 6858000"/>
              <a:gd name="connsiteX7" fmla="*/ 0 w 9007473"/>
              <a:gd name="connsiteY7" fmla="*/ 6858000 h 6858000"/>
              <a:gd name="connsiteX8" fmla="*/ 0 w 9007473"/>
              <a:gd name="connsiteY8" fmla="*/ 0 h 6858000"/>
              <a:gd name="connsiteX0" fmla="*/ 2 w 9007473"/>
              <a:gd name="connsiteY0" fmla="*/ 1865314 h 6858000"/>
              <a:gd name="connsiteX1" fmla="*/ 2 w 9007473"/>
              <a:gd name="connsiteY1" fmla="*/ 2093913 h 6858000"/>
              <a:gd name="connsiteX2" fmla="*/ 2 w 9007473"/>
              <a:gd name="connsiteY2" fmla="*/ 1865314 h 6858000"/>
              <a:gd name="connsiteX3" fmla="*/ 0 w 9007473"/>
              <a:gd name="connsiteY3" fmla="*/ 0 h 6858000"/>
              <a:gd name="connsiteX4" fmla="*/ 9007473 w 9007473"/>
              <a:gd name="connsiteY4" fmla="*/ 0 h 6858000"/>
              <a:gd name="connsiteX5" fmla="*/ 9007473 w 9007473"/>
              <a:gd name="connsiteY5" fmla="*/ 6858000 h 6858000"/>
              <a:gd name="connsiteX6" fmla="*/ 0 w 9007473"/>
              <a:gd name="connsiteY6" fmla="*/ 6858000 h 6858000"/>
              <a:gd name="connsiteX7" fmla="*/ 0 w 9007473"/>
              <a:gd name="connsiteY7" fmla="*/ 0 h 6858000"/>
              <a:gd name="connsiteX0" fmla="*/ 0 w 9007473"/>
              <a:gd name="connsiteY0" fmla="*/ 0 h 6858000"/>
              <a:gd name="connsiteX1" fmla="*/ 9007473 w 9007473"/>
              <a:gd name="connsiteY1" fmla="*/ 0 h 6858000"/>
              <a:gd name="connsiteX2" fmla="*/ 9007473 w 9007473"/>
              <a:gd name="connsiteY2" fmla="*/ 6858000 h 6858000"/>
              <a:gd name="connsiteX3" fmla="*/ 0 w 9007473"/>
              <a:gd name="connsiteY3" fmla="*/ 6858000 h 6858000"/>
              <a:gd name="connsiteX4" fmla="*/ 0 w 9007473"/>
              <a:gd name="connsiteY4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007473" h="6858000">
                <a:moveTo>
                  <a:pt x="0" y="0"/>
                </a:moveTo>
                <a:lnTo>
                  <a:pt x="9007473" y="0"/>
                </a:lnTo>
                <a:lnTo>
                  <a:pt x="9007473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rtl="0"/>
            <a:endParaRPr lang="de-DE" dirty="0"/>
          </a:p>
        </p:txBody>
      </p:sp>
      <p:sp>
        <p:nvSpPr>
          <p:cNvPr id="2" name="Date Placeholder 1" hidden="1">
            <a:extLst>
              <a:ext uri="{FF2B5EF4-FFF2-40B4-BE49-F238E27FC236}">
                <a16:creationId xmlns:a16="http://schemas.microsoft.com/office/drawing/2014/main" id="{305BCBE0-A72F-44F9-B907-61C45B8CE45F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>
            <a:lvl1pPr rtl="0">
              <a:defRPr/>
            </a:lvl1pPr>
          </a:lstStyle>
          <a:p>
            <a:fld id="{615CBBD8-2B1D-40E0-9369-B71C2ABC4869}" type="datetime4">
              <a:rPr lang="en-US" smtClean="0"/>
              <a:t>April 23, 2026</a:t>
            </a:fld>
            <a:endParaRPr lang="de-DE" dirty="0"/>
          </a:p>
        </p:txBody>
      </p:sp>
      <p:sp>
        <p:nvSpPr>
          <p:cNvPr id="8" name="Logo">
            <a:extLst>
              <a:ext uri="{FF2B5EF4-FFF2-40B4-BE49-F238E27FC236}">
                <a16:creationId xmlns:a16="http://schemas.microsoft.com/office/drawing/2014/main" id="{D138E432-0509-AFEF-B2F2-88C44B132A0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1157045" y="491598"/>
            <a:ext cx="493617" cy="102665"/>
          </a:xfrm>
          <a:custGeom>
            <a:avLst/>
            <a:gdLst>
              <a:gd name="T0" fmla="*/ 3133 w 3201"/>
              <a:gd name="T1" fmla="*/ 97 h 664"/>
              <a:gd name="T2" fmla="*/ 3148 w 3201"/>
              <a:gd name="T3" fmla="*/ 81 h 664"/>
              <a:gd name="T4" fmla="*/ 3120 w 3201"/>
              <a:gd name="T5" fmla="*/ 77 h 664"/>
              <a:gd name="T6" fmla="*/ 3109 w 3201"/>
              <a:gd name="T7" fmla="*/ 135 h 664"/>
              <a:gd name="T8" fmla="*/ 3150 w 3201"/>
              <a:gd name="T9" fmla="*/ 69 h 664"/>
              <a:gd name="T10" fmla="*/ 3156 w 3201"/>
              <a:gd name="T11" fmla="*/ 99 h 664"/>
              <a:gd name="T12" fmla="*/ 3158 w 3201"/>
              <a:gd name="T13" fmla="*/ 122 h 664"/>
              <a:gd name="T14" fmla="*/ 3147 w 3201"/>
              <a:gd name="T15" fmla="*/ 124 h 664"/>
              <a:gd name="T16" fmla="*/ 3120 w 3201"/>
              <a:gd name="T17" fmla="*/ 106 h 664"/>
              <a:gd name="T18" fmla="*/ 2276 w 3201"/>
              <a:gd name="T19" fmla="*/ 420 h 664"/>
              <a:gd name="T20" fmla="*/ 2391 w 3201"/>
              <a:gd name="T21" fmla="*/ 562 h 664"/>
              <a:gd name="T22" fmla="*/ 2473 w 3201"/>
              <a:gd name="T23" fmla="*/ 314 h 664"/>
              <a:gd name="T24" fmla="*/ 2276 w 3201"/>
              <a:gd name="T25" fmla="*/ 420 h 664"/>
              <a:gd name="T26" fmla="*/ 2178 w 3201"/>
              <a:gd name="T27" fmla="*/ 294 h 664"/>
              <a:gd name="T28" fmla="*/ 2567 w 3201"/>
              <a:gd name="T29" fmla="*/ 245 h 664"/>
              <a:gd name="T30" fmla="*/ 2392 w 3201"/>
              <a:gd name="T31" fmla="*/ 662 h 664"/>
              <a:gd name="T32" fmla="*/ 2147 w 3201"/>
              <a:gd name="T33" fmla="*/ 413 h 664"/>
              <a:gd name="T34" fmla="*/ 649 w 3201"/>
              <a:gd name="T35" fmla="*/ 526 h 664"/>
              <a:gd name="T36" fmla="*/ 847 w 3201"/>
              <a:gd name="T37" fmla="*/ 419 h 664"/>
              <a:gd name="T38" fmla="*/ 649 w 3201"/>
              <a:gd name="T39" fmla="*/ 314 h 664"/>
              <a:gd name="T40" fmla="*/ 488 w 3201"/>
              <a:gd name="T41" fmla="*/ 413 h 664"/>
              <a:gd name="T42" fmla="*/ 731 w 3201"/>
              <a:gd name="T43" fmla="*/ 177 h 664"/>
              <a:gd name="T44" fmla="*/ 906 w 3201"/>
              <a:gd name="T45" fmla="*/ 593 h 664"/>
              <a:gd name="T46" fmla="*/ 518 w 3201"/>
              <a:gd name="T47" fmla="*/ 549 h 664"/>
              <a:gd name="T48" fmla="*/ 3137 w 3201"/>
              <a:gd name="T49" fmla="*/ 48 h 664"/>
              <a:gd name="T50" fmla="*/ 3084 w 3201"/>
              <a:gd name="T51" fmla="*/ 100 h 664"/>
              <a:gd name="T52" fmla="*/ 3137 w 3201"/>
              <a:gd name="T53" fmla="*/ 152 h 664"/>
              <a:gd name="T54" fmla="*/ 3190 w 3201"/>
              <a:gd name="T55" fmla="*/ 100 h 664"/>
              <a:gd name="T56" fmla="*/ 3137 w 3201"/>
              <a:gd name="T57" fmla="*/ 48 h 664"/>
              <a:gd name="T58" fmla="*/ 3168 w 3201"/>
              <a:gd name="T59" fmla="*/ 46 h 664"/>
              <a:gd name="T60" fmla="*/ 3192 w 3201"/>
              <a:gd name="T61" fmla="*/ 131 h 664"/>
              <a:gd name="T62" fmla="*/ 3105 w 3201"/>
              <a:gd name="T63" fmla="*/ 154 h 664"/>
              <a:gd name="T64" fmla="*/ 3082 w 3201"/>
              <a:gd name="T65" fmla="*/ 69 h 664"/>
              <a:gd name="T66" fmla="*/ 2809 w 3201"/>
              <a:gd name="T67" fmla="*/ 652 h 664"/>
              <a:gd name="T68" fmla="*/ 2749 w 3201"/>
              <a:gd name="T69" fmla="*/ 187 h 664"/>
              <a:gd name="T70" fmla="*/ 2877 w 3201"/>
              <a:gd name="T71" fmla="*/ 464 h 664"/>
              <a:gd name="T72" fmla="*/ 3109 w 3201"/>
              <a:gd name="T73" fmla="*/ 187 h 664"/>
              <a:gd name="T74" fmla="*/ 1826 w 3201"/>
              <a:gd name="T75" fmla="*/ 416 h 664"/>
              <a:gd name="T76" fmla="*/ 2110 w 3201"/>
              <a:gd name="T77" fmla="*/ 308 h 664"/>
              <a:gd name="T78" fmla="*/ 1831 w 3201"/>
              <a:gd name="T79" fmla="*/ 663 h 664"/>
              <a:gd name="T80" fmla="*/ 1500 w 3201"/>
              <a:gd name="T81" fmla="*/ 329 h 664"/>
              <a:gd name="T82" fmla="*/ 1824 w 3201"/>
              <a:gd name="T83" fmla="*/ 0 h 664"/>
              <a:gd name="T84" fmla="*/ 1971 w 3201"/>
              <a:gd name="T85" fmla="*/ 212 h 664"/>
              <a:gd name="T86" fmla="*/ 1686 w 3201"/>
              <a:gd name="T87" fmla="*/ 164 h 664"/>
              <a:gd name="T88" fmla="*/ 1822 w 3201"/>
              <a:gd name="T89" fmla="*/ 552 h 664"/>
              <a:gd name="T90" fmla="*/ 1977 w 3201"/>
              <a:gd name="T91" fmla="*/ 416 h 664"/>
              <a:gd name="T92" fmla="*/ 1330 w 3201"/>
              <a:gd name="T93" fmla="*/ 652 h 664"/>
              <a:gd name="T94" fmla="*/ 1174 w 3201"/>
              <a:gd name="T95" fmla="*/ 662 h 664"/>
              <a:gd name="T96" fmla="*/ 1016 w 3201"/>
              <a:gd name="T97" fmla="*/ 481 h 664"/>
              <a:gd name="T98" fmla="*/ 1141 w 3201"/>
              <a:gd name="T99" fmla="*/ 401 h 664"/>
              <a:gd name="T100" fmla="*/ 1220 w 3201"/>
              <a:gd name="T101" fmla="*/ 569 h 664"/>
              <a:gd name="T102" fmla="*/ 1321 w 3201"/>
              <a:gd name="T103" fmla="*/ 383 h 664"/>
              <a:gd name="T104" fmla="*/ 1447 w 3201"/>
              <a:gd name="T105" fmla="*/ 652 h 664"/>
              <a:gd name="T106" fmla="*/ 239 w 3201"/>
              <a:gd name="T107" fmla="*/ 382 h 664"/>
              <a:gd name="T108" fmla="*/ 308 w 3201"/>
              <a:gd name="T109" fmla="*/ 264 h 664"/>
              <a:gd name="T110" fmla="*/ 371 w 3201"/>
              <a:gd name="T111" fmla="*/ 383 h 664"/>
              <a:gd name="T112" fmla="*/ 239 w 3201"/>
              <a:gd name="T113" fmla="*/ 382 h 66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</a:cxnLst>
            <a:rect l="0" t="0" r="r" b="b"/>
            <a:pathLst>
              <a:path w="3201" h="664">
                <a:moveTo>
                  <a:pt x="3120" y="97"/>
                </a:moveTo>
                <a:lnTo>
                  <a:pt x="3120" y="97"/>
                </a:lnTo>
                <a:cubicBezTo>
                  <a:pt x="3133" y="97"/>
                  <a:pt x="3133" y="97"/>
                  <a:pt x="3133" y="97"/>
                </a:cubicBezTo>
                <a:cubicBezTo>
                  <a:pt x="3140" y="97"/>
                  <a:pt x="3144" y="96"/>
                  <a:pt x="3146" y="94"/>
                </a:cubicBezTo>
                <a:cubicBezTo>
                  <a:pt x="3149" y="92"/>
                  <a:pt x="3150" y="90"/>
                  <a:pt x="3150" y="87"/>
                </a:cubicBezTo>
                <a:cubicBezTo>
                  <a:pt x="3150" y="85"/>
                  <a:pt x="3149" y="83"/>
                  <a:pt x="3148" y="81"/>
                </a:cubicBezTo>
                <a:cubicBezTo>
                  <a:pt x="3147" y="80"/>
                  <a:pt x="3145" y="79"/>
                  <a:pt x="3143" y="78"/>
                </a:cubicBezTo>
                <a:cubicBezTo>
                  <a:pt x="3141" y="77"/>
                  <a:pt x="3138" y="77"/>
                  <a:pt x="3132" y="77"/>
                </a:cubicBezTo>
                <a:cubicBezTo>
                  <a:pt x="3120" y="77"/>
                  <a:pt x="3120" y="77"/>
                  <a:pt x="3120" y="77"/>
                </a:cubicBezTo>
                <a:lnTo>
                  <a:pt x="3120" y="97"/>
                </a:lnTo>
                <a:close/>
                <a:moveTo>
                  <a:pt x="3109" y="135"/>
                </a:moveTo>
                <a:lnTo>
                  <a:pt x="3109" y="135"/>
                </a:lnTo>
                <a:cubicBezTo>
                  <a:pt x="3109" y="68"/>
                  <a:pt x="3109" y="68"/>
                  <a:pt x="3109" y="68"/>
                </a:cubicBezTo>
                <a:cubicBezTo>
                  <a:pt x="3132" y="68"/>
                  <a:pt x="3132" y="68"/>
                  <a:pt x="3132" y="68"/>
                </a:cubicBezTo>
                <a:cubicBezTo>
                  <a:pt x="3140" y="68"/>
                  <a:pt x="3146" y="68"/>
                  <a:pt x="3150" y="69"/>
                </a:cubicBezTo>
                <a:cubicBezTo>
                  <a:pt x="3153" y="71"/>
                  <a:pt x="3156" y="73"/>
                  <a:pt x="3158" y="76"/>
                </a:cubicBezTo>
                <a:cubicBezTo>
                  <a:pt x="3160" y="79"/>
                  <a:pt x="3161" y="82"/>
                  <a:pt x="3161" y="86"/>
                </a:cubicBezTo>
                <a:cubicBezTo>
                  <a:pt x="3161" y="91"/>
                  <a:pt x="3160" y="95"/>
                  <a:pt x="3156" y="99"/>
                </a:cubicBezTo>
                <a:cubicBezTo>
                  <a:pt x="3153" y="102"/>
                  <a:pt x="3148" y="104"/>
                  <a:pt x="3142" y="105"/>
                </a:cubicBezTo>
                <a:cubicBezTo>
                  <a:pt x="3144" y="106"/>
                  <a:pt x="3146" y="107"/>
                  <a:pt x="3148" y="108"/>
                </a:cubicBezTo>
                <a:cubicBezTo>
                  <a:pt x="3150" y="111"/>
                  <a:pt x="3154" y="115"/>
                  <a:pt x="3158" y="122"/>
                </a:cubicBezTo>
                <a:cubicBezTo>
                  <a:pt x="3166" y="135"/>
                  <a:pt x="3166" y="135"/>
                  <a:pt x="3166" y="135"/>
                </a:cubicBezTo>
                <a:cubicBezTo>
                  <a:pt x="3153" y="135"/>
                  <a:pt x="3153" y="135"/>
                  <a:pt x="3153" y="135"/>
                </a:cubicBezTo>
                <a:cubicBezTo>
                  <a:pt x="3147" y="124"/>
                  <a:pt x="3147" y="124"/>
                  <a:pt x="3147" y="124"/>
                </a:cubicBezTo>
                <a:cubicBezTo>
                  <a:pt x="3142" y="116"/>
                  <a:pt x="3138" y="111"/>
                  <a:pt x="3135" y="109"/>
                </a:cubicBezTo>
                <a:cubicBezTo>
                  <a:pt x="3133" y="107"/>
                  <a:pt x="3130" y="106"/>
                  <a:pt x="3126" y="106"/>
                </a:cubicBezTo>
                <a:cubicBezTo>
                  <a:pt x="3120" y="106"/>
                  <a:pt x="3120" y="106"/>
                  <a:pt x="3120" y="106"/>
                </a:cubicBezTo>
                <a:cubicBezTo>
                  <a:pt x="3120" y="135"/>
                  <a:pt x="3120" y="135"/>
                  <a:pt x="3120" y="135"/>
                </a:cubicBezTo>
                <a:lnTo>
                  <a:pt x="3109" y="135"/>
                </a:lnTo>
                <a:close/>
                <a:moveTo>
                  <a:pt x="2276" y="420"/>
                </a:moveTo>
                <a:lnTo>
                  <a:pt x="2276" y="420"/>
                </a:lnTo>
                <a:cubicBezTo>
                  <a:pt x="2276" y="466"/>
                  <a:pt x="2287" y="501"/>
                  <a:pt x="2309" y="526"/>
                </a:cubicBezTo>
                <a:cubicBezTo>
                  <a:pt x="2331" y="550"/>
                  <a:pt x="2359" y="562"/>
                  <a:pt x="2391" y="562"/>
                </a:cubicBezTo>
                <a:cubicBezTo>
                  <a:pt x="2424" y="562"/>
                  <a:pt x="2451" y="550"/>
                  <a:pt x="2473" y="526"/>
                </a:cubicBezTo>
                <a:cubicBezTo>
                  <a:pt x="2495" y="501"/>
                  <a:pt x="2507" y="465"/>
                  <a:pt x="2507" y="419"/>
                </a:cubicBezTo>
                <a:cubicBezTo>
                  <a:pt x="2507" y="373"/>
                  <a:pt x="2495" y="338"/>
                  <a:pt x="2473" y="314"/>
                </a:cubicBezTo>
                <a:cubicBezTo>
                  <a:pt x="2451" y="289"/>
                  <a:pt x="2424" y="277"/>
                  <a:pt x="2391" y="277"/>
                </a:cubicBezTo>
                <a:cubicBezTo>
                  <a:pt x="2359" y="277"/>
                  <a:pt x="2331" y="289"/>
                  <a:pt x="2309" y="314"/>
                </a:cubicBezTo>
                <a:cubicBezTo>
                  <a:pt x="2287" y="338"/>
                  <a:pt x="2276" y="374"/>
                  <a:pt x="2276" y="420"/>
                </a:cubicBezTo>
                <a:close/>
                <a:moveTo>
                  <a:pt x="2147" y="413"/>
                </a:moveTo>
                <a:lnTo>
                  <a:pt x="2147" y="413"/>
                </a:lnTo>
                <a:cubicBezTo>
                  <a:pt x="2147" y="372"/>
                  <a:pt x="2157" y="333"/>
                  <a:pt x="2178" y="294"/>
                </a:cubicBezTo>
                <a:cubicBezTo>
                  <a:pt x="2198" y="256"/>
                  <a:pt x="2228" y="227"/>
                  <a:pt x="2265" y="207"/>
                </a:cubicBezTo>
                <a:cubicBezTo>
                  <a:pt x="2302" y="187"/>
                  <a:pt x="2344" y="177"/>
                  <a:pt x="2391" y="177"/>
                </a:cubicBezTo>
                <a:cubicBezTo>
                  <a:pt x="2462" y="177"/>
                  <a:pt x="2521" y="200"/>
                  <a:pt x="2567" y="245"/>
                </a:cubicBezTo>
                <a:cubicBezTo>
                  <a:pt x="2613" y="291"/>
                  <a:pt x="2635" y="349"/>
                  <a:pt x="2635" y="418"/>
                </a:cubicBezTo>
                <a:cubicBezTo>
                  <a:pt x="2635" y="489"/>
                  <a:pt x="2612" y="547"/>
                  <a:pt x="2566" y="593"/>
                </a:cubicBezTo>
                <a:cubicBezTo>
                  <a:pt x="2520" y="639"/>
                  <a:pt x="2462" y="662"/>
                  <a:pt x="2392" y="662"/>
                </a:cubicBezTo>
                <a:cubicBezTo>
                  <a:pt x="2348" y="662"/>
                  <a:pt x="2307" y="653"/>
                  <a:pt x="2268" y="634"/>
                </a:cubicBezTo>
                <a:cubicBezTo>
                  <a:pt x="2228" y="614"/>
                  <a:pt x="2198" y="586"/>
                  <a:pt x="2178" y="549"/>
                </a:cubicBezTo>
                <a:cubicBezTo>
                  <a:pt x="2157" y="512"/>
                  <a:pt x="2147" y="466"/>
                  <a:pt x="2147" y="413"/>
                </a:cubicBezTo>
                <a:close/>
                <a:moveTo>
                  <a:pt x="616" y="420"/>
                </a:moveTo>
                <a:lnTo>
                  <a:pt x="616" y="420"/>
                </a:lnTo>
                <a:cubicBezTo>
                  <a:pt x="616" y="466"/>
                  <a:pt x="627" y="501"/>
                  <a:pt x="649" y="526"/>
                </a:cubicBezTo>
                <a:cubicBezTo>
                  <a:pt x="671" y="550"/>
                  <a:pt x="699" y="562"/>
                  <a:pt x="732" y="562"/>
                </a:cubicBezTo>
                <a:cubicBezTo>
                  <a:pt x="764" y="562"/>
                  <a:pt x="792" y="550"/>
                  <a:pt x="814" y="526"/>
                </a:cubicBezTo>
                <a:cubicBezTo>
                  <a:pt x="836" y="501"/>
                  <a:pt x="847" y="465"/>
                  <a:pt x="847" y="419"/>
                </a:cubicBezTo>
                <a:cubicBezTo>
                  <a:pt x="847" y="373"/>
                  <a:pt x="836" y="338"/>
                  <a:pt x="814" y="314"/>
                </a:cubicBezTo>
                <a:cubicBezTo>
                  <a:pt x="792" y="289"/>
                  <a:pt x="764" y="277"/>
                  <a:pt x="732" y="277"/>
                </a:cubicBezTo>
                <a:cubicBezTo>
                  <a:pt x="699" y="277"/>
                  <a:pt x="671" y="289"/>
                  <a:pt x="649" y="314"/>
                </a:cubicBezTo>
                <a:cubicBezTo>
                  <a:pt x="627" y="338"/>
                  <a:pt x="616" y="374"/>
                  <a:pt x="616" y="420"/>
                </a:cubicBezTo>
                <a:close/>
                <a:moveTo>
                  <a:pt x="488" y="413"/>
                </a:moveTo>
                <a:lnTo>
                  <a:pt x="488" y="413"/>
                </a:lnTo>
                <a:cubicBezTo>
                  <a:pt x="488" y="372"/>
                  <a:pt x="498" y="333"/>
                  <a:pt x="518" y="294"/>
                </a:cubicBezTo>
                <a:cubicBezTo>
                  <a:pt x="539" y="256"/>
                  <a:pt x="568" y="227"/>
                  <a:pt x="605" y="207"/>
                </a:cubicBezTo>
                <a:cubicBezTo>
                  <a:pt x="643" y="187"/>
                  <a:pt x="685" y="177"/>
                  <a:pt x="731" y="177"/>
                </a:cubicBezTo>
                <a:cubicBezTo>
                  <a:pt x="803" y="177"/>
                  <a:pt x="861" y="200"/>
                  <a:pt x="907" y="245"/>
                </a:cubicBezTo>
                <a:cubicBezTo>
                  <a:pt x="953" y="291"/>
                  <a:pt x="976" y="349"/>
                  <a:pt x="976" y="418"/>
                </a:cubicBezTo>
                <a:cubicBezTo>
                  <a:pt x="976" y="489"/>
                  <a:pt x="953" y="547"/>
                  <a:pt x="906" y="593"/>
                </a:cubicBezTo>
                <a:cubicBezTo>
                  <a:pt x="860" y="639"/>
                  <a:pt x="802" y="662"/>
                  <a:pt x="732" y="662"/>
                </a:cubicBezTo>
                <a:cubicBezTo>
                  <a:pt x="689" y="662"/>
                  <a:pt x="647" y="653"/>
                  <a:pt x="608" y="634"/>
                </a:cubicBezTo>
                <a:cubicBezTo>
                  <a:pt x="569" y="614"/>
                  <a:pt x="539" y="586"/>
                  <a:pt x="518" y="549"/>
                </a:cubicBezTo>
                <a:cubicBezTo>
                  <a:pt x="498" y="512"/>
                  <a:pt x="488" y="466"/>
                  <a:pt x="488" y="413"/>
                </a:cubicBezTo>
                <a:close/>
                <a:moveTo>
                  <a:pt x="3137" y="48"/>
                </a:moveTo>
                <a:lnTo>
                  <a:pt x="3137" y="48"/>
                </a:lnTo>
                <a:cubicBezTo>
                  <a:pt x="3128" y="48"/>
                  <a:pt x="3119" y="51"/>
                  <a:pt x="3111" y="55"/>
                </a:cubicBezTo>
                <a:cubicBezTo>
                  <a:pt x="3102" y="60"/>
                  <a:pt x="3096" y="66"/>
                  <a:pt x="3091" y="74"/>
                </a:cubicBezTo>
                <a:cubicBezTo>
                  <a:pt x="3086" y="83"/>
                  <a:pt x="3084" y="91"/>
                  <a:pt x="3084" y="100"/>
                </a:cubicBezTo>
                <a:cubicBezTo>
                  <a:pt x="3084" y="109"/>
                  <a:pt x="3086" y="118"/>
                  <a:pt x="3091" y="126"/>
                </a:cubicBezTo>
                <a:cubicBezTo>
                  <a:pt x="3095" y="134"/>
                  <a:pt x="3102" y="141"/>
                  <a:pt x="3110" y="145"/>
                </a:cubicBezTo>
                <a:cubicBezTo>
                  <a:pt x="3119" y="150"/>
                  <a:pt x="3128" y="152"/>
                  <a:pt x="3137" y="152"/>
                </a:cubicBezTo>
                <a:cubicBezTo>
                  <a:pt x="3146" y="152"/>
                  <a:pt x="3155" y="150"/>
                  <a:pt x="3163" y="145"/>
                </a:cubicBezTo>
                <a:cubicBezTo>
                  <a:pt x="3171" y="141"/>
                  <a:pt x="3178" y="134"/>
                  <a:pt x="3182" y="126"/>
                </a:cubicBezTo>
                <a:cubicBezTo>
                  <a:pt x="3187" y="118"/>
                  <a:pt x="3190" y="109"/>
                  <a:pt x="3190" y="100"/>
                </a:cubicBezTo>
                <a:cubicBezTo>
                  <a:pt x="3190" y="91"/>
                  <a:pt x="3187" y="83"/>
                  <a:pt x="3182" y="74"/>
                </a:cubicBezTo>
                <a:cubicBezTo>
                  <a:pt x="3178" y="66"/>
                  <a:pt x="3171" y="60"/>
                  <a:pt x="3163" y="55"/>
                </a:cubicBezTo>
                <a:cubicBezTo>
                  <a:pt x="3154" y="51"/>
                  <a:pt x="3145" y="48"/>
                  <a:pt x="3137" y="48"/>
                </a:cubicBezTo>
                <a:close/>
                <a:moveTo>
                  <a:pt x="3137" y="38"/>
                </a:moveTo>
                <a:lnTo>
                  <a:pt x="3137" y="38"/>
                </a:lnTo>
                <a:cubicBezTo>
                  <a:pt x="3147" y="38"/>
                  <a:pt x="3158" y="41"/>
                  <a:pt x="3168" y="46"/>
                </a:cubicBezTo>
                <a:cubicBezTo>
                  <a:pt x="3178" y="51"/>
                  <a:pt x="3186" y="59"/>
                  <a:pt x="3191" y="69"/>
                </a:cubicBezTo>
                <a:cubicBezTo>
                  <a:pt x="3197" y="79"/>
                  <a:pt x="3200" y="89"/>
                  <a:pt x="3200" y="100"/>
                </a:cubicBezTo>
                <a:cubicBezTo>
                  <a:pt x="3200" y="111"/>
                  <a:pt x="3197" y="121"/>
                  <a:pt x="3192" y="131"/>
                </a:cubicBezTo>
                <a:cubicBezTo>
                  <a:pt x="3186" y="141"/>
                  <a:pt x="3178" y="149"/>
                  <a:pt x="3168" y="154"/>
                </a:cubicBezTo>
                <a:cubicBezTo>
                  <a:pt x="3158" y="160"/>
                  <a:pt x="3148" y="162"/>
                  <a:pt x="3137" y="162"/>
                </a:cubicBezTo>
                <a:cubicBezTo>
                  <a:pt x="3126" y="162"/>
                  <a:pt x="3115" y="160"/>
                  <a:pt x="3105" y="154"/>
                </a:cubicBezTo>
                <a:cubicBezTo>
                  <a:pt x="3095" y="149"/>
                  <a:pt x="3087" y="141"/>
                  <a:pt x="3082" y="131"/>
                </a:cubicBezTo>
                <a:cubicBezTo>
                  <a:pt x="3076" y="121"/>
                  <a:pt x="3073" y="111"/>
                  <a:pt x="3073" y="100"/>
                </a:cubicBezTo>
                <a:cubicBezTo>
                  <a:pt x="3073" y="89"/>
                  <a:pt x="3076" y="79"/>
                  <a:pt x="3082" y="69"/>
                </a:cubicBezTo>
                <a:cubicBezTo>
                  <a:pt x="3087" y="59"/>
                  <a:pt x="3095" y="51"/>
                  <a:pt x="3106" y="46"/>
                </a:cubicBezTo>
                <a:cubicBezTo>
                  <a:pt x="3116" y="41"/>
                  <a:pt x="3126" y="38"/>
                  <a:pt x="3137" y="38"/>
                </a:cubicBezTo>
                <a:close/>
                <a:moveTo>
                  <a:pt x="2809" y="652"/>
                </a:moveTo>
                <a:lnTo>
                  <a:pt x="2809" y="652"/>
                </a:lnTo>
                <a:cubicBezTo>
                  <a:pt x="2618" y="187"/>
                  <a:pt x="2618" y="187"/>
                  <a:pt x="2618" y="187"/>
                </a:cubicBezTo>
                <a:cubicBezTo>
                  <a:pt x="2749" y="187"/>
                  <a:pt x="2749" y="187"/>
                  <a:pt x="2749" y="187"/>
                </a:cubicBezTo>
                <a:cubicBezTo>
                  <a:pt x="2839" y="425"/>
                  <a:pt x="2839" y="425"/>
                  <a:pt x="2839" y="425"/>
                </a:cubicBezTo>
                <a:cubicBezTo>
                  <a:pt x="2864" y="504"/>
                  <a:pt x="2864" y="504"/>
                  <a:pt x="2864" y="504"/>
                </a:cubicBezTo>
                <a:cubicBezTo>
                  <a:pt x="2871" y="483"/>
                  <a:pt x="2875" y="470"/>
                  <a:pt x="2877" y="464"/>
                </a:cubicBezTo>
                <a:cubicBezTo>
                  <a:pt x="2881" y="451"/>
                  <a:pt x="2886" y="438"/>
                  <a:pt x="2891" y="425"/>
                </a:cubicBezTo>
                <a:cubicBezTo>
                  <a:pt x="2981" y="187"/>
                  <a:pt x="2981" y="187"/>
                  <a:pt x="2981" y="187"/>
                </a:cubicBezTo>
                <a:cubicBezTo>
                  <a:pt x="3109" y="187"/>
                  <a:pt x="3109" y="187"/>
                  <a:pt x="3109" y="187"/>
                </a:cubicBezTo>
                <a:cubicBezTo>
                  <a:pt x="2921" y="652"/>
                  <a:pt x="2921" y="652"/>
                  <a:pt x="2921" y="652"/>
                </a:cubicBezTo>
                <a:lnTo>
                  <a:pt x="2809" y="652"/>
                </a:lnTo>
                <a:close/>
                <a:moveTo>
                  <a:pt x="1826" y="416"/>
                </a:moveTo>
                <a:lnTo>
                  <a:pt x="1826" y="416"/>
                </a:lnTo>
                <a:cubicBezTo>
                  <a:pt x="1826" y="308"/>
                  <a:pt x="1826" y="308"/>
                  <a:pt x="1826" y="308"/>
                </a:cubicBezTo>
                <a:cubicBezTo>
                  <a:pt x="2110" y="308"/>
                  <a:pt x="2110" y="308"/>
                  <a:pt x="2110" y="308"/>
                </a:cubicBezTo>
                <a:cubicBezTo>
                  <a:pt x="2110" y="563"/>
                  <a:pt x="2110" y="563"/>
                  <a:pt x="2110" y="563"/>
                </a:cubicBezTo>
                <a:cubicBezTo>
                  <a:pt x="2083" y="590"/>
                  <a:pt x="2043" y="613"/>
                  <a:pt x="1990" y="633"/>
                </a:cubicBezTo>
                <a:cubicBezTo>
                  <a:pt x="1938" y="653"/>
                  <a:pt x="1885" y="663"/>
                  <a:pt x="1831" y="663"/>
                </a:cubicBezTo>
                <a:cubicBezTo>
                  <a:pt x="1763" y="663"/>
                  <a:pt x="1703" y="649"/>
                  <a:pt x="1652" y="621"/>
                </a:cubicBezTo>
                <a:cubicBezTo>
                  <a:pt x="1602" y="593"/>
                  <a:pt x="1563" y="552"/>
                  <a:pt x="1538" y="500"/>
                </a:cubicBezTo>
                <a:cubicBezTo>
                  <a:pt x="1512" y="448"/>
                  <a:pt x="1500" y="391"/>
                  <a:pt x="1500" y="329"/>
                </a:cubicBezTo>
                <a:cubicBezTo>
                  <a:pt x="1500" y="262"/>
                  <a:pt x="1514" y="203"/>
                  <a:pt x="1542" y="151"/>
                </a:cubicBezTo>
                <a:cubicBezTo>
                  <a:pt x="1571" y="99"/>
                  <a:pt x="1613" y="59"/>
                  <a:pt x="1668" y="32"/>
                </a:cubicBezTo>
                <a:cubicBezTo>
                  <a:pt x="1709" y="10"/>
                  <a:pt x="1762" y="0"/>
                  <a:pt x="1824" y="0"/>
                </a:cubicBezTo>
                <a:cubicBezTo>
                  <a:pt x="1905" y="0"/>
                  <a:pt x="1968" y="16"/>
                  <a:pt x="2014" y="50"/>
                </a:cubicBezTo>
                <a:cubicBezTo>
                  <a:pt x="2059" y="83"/>
                  <a:pt x="2089" y="129"/>
                  <a:pt x="2102" y="188"/>
                </a:cubicBezTo>
                <a:cubicBezTo>
                  <a:pt x="1971" y="212"/>
                  <a:pt x="1971" y="212"/>
                  <a:pt x="1971" y="212"/>
                </a:cubicBezTo>
                <a:cubicBezTo>
                  <a:pt x="1961" y="181"/>
                  <a:pt x="1944" y="156"/>
                  <a:pt x="1919" y="138"/>
                </a:cubicBezTo>
                <a:cubicBezTo>
                  <a:pt x="1894" y="119"/>
                  <a:pt x="1862" y="110"/>
                  <a:pt x="1824" y="110"/>
                </a:cubicBezTo>
                <a:cubicBezTo>
                  <a:pt x="1766" y="110"/>
                  <a:pt x="1720" y="128"/>
                  <a:pt x="1686" y="164"/>
                </a:cubicBezTo>
                <a:cubicBezTo>
                  <a:pt x="1652" y="200"/>
                  <a:pt x="1635" y="253"/>
                  <a:pt x="1635" y="324"/>
                </a:cubicBezTo>
                <a:cubicBezTo>
                  <a:pt x="1635" y="400"/>
                  <a:pt x="1653" y="457"/>
                  <a:pt x="1687" y="495"/>
                </a:cubicBezTo>
                <a:cubicBezTo>
                  <a:pt x="1722" y="533"/>
                  <a:pt x="1767" y="552"/>
                  <a:pt x="1822" y="552"/>
                </a:cubicBezTo>
                <a:cubicBezTo>
                  <a:pt x="1850" y="552"/>
                  <a:pt x="1878" y="547"/>
                  <a:pt x="1906" y="536"/>
                </a:cubicBezTo>
                <a:cubicBezTo>
                  <a:pt x="1933" y="526"/>
                  <a:pt x="1957" y="513"/>
                  <a:pt x="1977" y="497"/>
                </a:cubicBezTo>
                <a:cubicBezTo>
                  <a:pt x="1977" y="416"/>
                  <a:pt x="1977" y="416"/>
                  <a:pt x="1977" y="416"/>
                </a:cubicBezTo>
                <a:lnTo>
                  <a:pt x="1826" y="416"/>
                </a:lnTo>
                <a:close/>
                <a:moveTo>
                  <a:pt x="1330" y="652"/>
                </a:moveTo>
                <a:lnTo>
                  <a:pt x="1330" y="652"/>
                </a:lnTo>
                <a:cubicBezTo>
                  <a:pt x="1330" y="583"/>
                  <a:pt x="1330" y="583"/>
                  <a:pt x="1330" y="583"/>
                </a:cubicBezTo>
                <a:cubicBezTo>
                  <a:pt x="1313" y="607"/>
                  <a:pt x="1290" y="627"/>
                  <a:pt x="1262" y="641"/>
                </a:cubicBezTo>
                <a:cubicBezTo>
                  <a:pt x="1234" y="655"/>
                  <a:pt x="1205" y="662"/>
                  <a:pt x="1174" y="662"/>
                </a:cubicBezTo>
                <a:cubicBezTo>
                  <a:pt x="1142" y="662"/>
                  <a:pt x="1113" y="656"/>
                  <a:pt x="1088" y="642"/>
                </a:cubicBezTo>
                <a:cubicBezTo>
                  <a:pt x="1063" y="628"/>
                  <a:pt x="1045" y="609"/>
                  <a:pt x="1033" y="584"/>
                </a:cubicBezTo>
                <a:cubicBezTo>
                  <a:pt x="1022" y="559"/>
                  <a:pt x="1016" y="525"/>
                  <a:pt x="1016" y="481"/>
                </a:cubicBezTo>
                <a:cubicBezTo>
                  <a:pt x="1016" y="187"/>
                  <a:pt x="1016" y="187"/>
                  <a:pt x="1016" y="187"/>
                </a:cubicBezTo>
                <a:cubicBezTo>
                  <a:pt x="1141" y="187"/>
                  <a:pt x="1141" y="187"/>
                  <a:pt x="1141" y="187"/>
                </a:cubicBezTo>
                <a:cubicBezTo>
                  <a:pt x="1141" y="401"/>
                  <a:pt x="1141" y="401"/>
                  <a:pt x="1141" y="401"/>
                </a:cubicBezTo>
                <a:cubicBezTo>
                  <a:pt x="1141" y="466"/>
                  <a:pt x="1144" y="506"/>
                  <a:pt x="1148" y="521"/>
                </a:cubicBezTo>
                <a:cubicBezTo>
                  <a:pt x="1153" y="536"/>
                  <a:pt x="1161" y="547"/>
                  <a:pt x="1174" y="556"/>
                </a:cubicBezTo>
                <a:cubicBezTo>
                  <a:pt x="1186" y="564"/>
                  <a:pt x="1201" y="569"/>
                  <a:pt x="1220" y="569"/>
                </a:cubicBezTo>
                <a:cubicBezTo>
                  <a:pt x="1241" y="569"/>
                  <a:pt x="1260" y="563"/>
                  <a:pt x="1277" y="552"/>
                </a:cubicBezTo>
                <a:cubicBezTo>
                  <a:pt x="1294" y="540"/>
                  <a:pt x="1306" y="526"/>
                  <a:pt x="1312" y="509"/>
                </a:cubicBezTo>
                <a:cubicBezTo>
                  <a:pt x="1318" y="492"/>
                  <a:pt x="1321" y="450"/>
                  <a:pt x="1321" y="383"/>
                </a:cubicBezTo>
                <a:cubicBezTo>
                  <a:pt x="1321" y="187"/>
                  <a:pt x="1321" y="187"/>
                  <a:pt x="1321" y="187"/>
                </a:cubicBezTo>
                <a:cubicBezTo>
                  <a:pt x="1447" y="187"/>
                  <a:pt x="1447" y="187"/>
                  <a:pt x="1447" y="187"/>
                </a:cubicBezTo>
                <a:cubicBezTo>
                  <a:pt x="1447" y="652"/>
                  <a:pt x="1447" y="652"/>
                  <a:pt x="1447" y="652"/>
                </a:cubicBezTo>
                <a:lnTo>
                  <a:pt x="1330" y="652"/>
                </a:lnTo>
                <a:close/>
                <a:moveTo>
                  <a:pt x="239" y="382"/>
                </a:moveTo>
                <a:lnTo>
                  <a:pt x="239" y="382"/>
                </a:lnTo>
                <a:cubicBezTo>
                  <a:pt x="0" y="10"/>
                  <a:pt x="0" y="10"/>
                  <a:pt x="0" y="10"/>
                </a:cubicBezTo>
                <a:cubicBezTo>
                  <a:pt x="154" y="10"/>
                  <a:pt x="154" y="10"/>
                  <a:pt x="154" y="10"/>
                </a:cubicBezTo>
                <a:cubicBezTo>
                  <a:pt x="308" y="264"/>
                  <a:pt x="308" y="264"/>
                  <a:pt x="308" y="264"/>
                </a:cubicBezTo>
                <a:cubicBezTo>
                  <a:pt x="459" y="10"/>
                  <a:pt x="459" y="10"/>
                  <a:pt x="459" y="10"/>
                </a:cubicBezTo>
                <a:cubicBezTo>
                  <a:pt x="611" y="10"/>
                  <a:pt x="611" y="10"/>
                  <a:pt x="611" y="10"/>
                </a:cubicBezTo>
                <a:cubicBezTo>
                  <a:pt x="371" y="383"/>
                  <a:pt x="371" y="383"/>
                  <a:pt x="371" y="383"/>
                </a:cubicBezTo>
                <a:cubicBezTo>
                  <a:pt x="371" y="652"/>
                  <a:pt x="371" y="652"/>
                  <a:pt x="371" y="652"/>
                </a:cubicBezTo>
                <a:cubicBezTo>
                  <a:pt x="239" y="652"/>
                  <a:pt x="239" y="652"/>
                  <a:pt x="239" y="652"/>
                </a:cubicBezTo>
                <a:lnTo>
                  <a:pt x="239" y="382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  <a:effectLst/>
        </p:spPr>
        <p:txBody>
          <a:bodyPr wrap="none" anchor="ctr"/>
          <a:lstStyle/>
          <a:p>
            <a:pPr rtl="0"/>
            <a:endParaRPr lang="de-DE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A849AF23-E13B-69C9-69E4-A16879E2F780}"/>
              </a:ext>
            </a:extLst>
          </p:cNvPr>
          <p:cNvCxnSpPr>
            <a:cxnSpLocks/>
          </p:cNvCxnSpPr>
          <p:nvPr userDrawn="1"/>
        </p:nvCxnSpPr>
        <p:spPr>
          <a:xfrm>
            <a:off x="539750" y="657225"/>
            <a:ext cx="3576638" cy="0"/>
          </a:xfrm>
          <a:prstGeom prst="line">
            <a:avLst/>
          </a:prstGeom>
          <a:ln w="63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6791FE23-F4D4-1895-9E81-EBF7619294E0}"/>
              </a:ext>
            </a:extLst>
          </p:cNvPr>
          <p:cNvCxnSpPr>
            <a:cxnSpLocks/>
          </p:cNvCxnSpPr>
          <p:nvPr userDrawn="1"/>
        </p:nvCxnSpPr>
        <p:spPr>
          <a:xfrm>
            <a:off x="4303713" y="657225"/>
            <a:ext cx="7348537" cy="0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Footer Placeholder 3">
            <a:extLst>
              <a:ext uri="{FF2B5EF4-FFF2-40B4-BE49-F238E27FC236}">
                <a16:creationId xmlns:a16="http://schemas.microsoft.com/office/drawing/2014/main" id="{E6B07EE4-3397-F1B6-C759-2CE32A11C5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186488" y="486888"/>
            <a:ext cx="4525962" cy="149730"/>
          </a:xfrm>
        </p:spPr>
        <p:txBody>
          <a:bodyPr/>
          <a:lstStyle>
            <a:lvl1pPr rtl="0"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Charting Manual</a:t>
            </a:r>
            <a:endParaRPr lang="de-DE" dirty="0"/>
          </a:p>
        </p:txBody>
      </p:sp>
      <p:sp>
        <p:nvSpPr>
          <p:cNvPr id="11" name="Text Placeholder Eyebrow">
            <a:extLst>
              <a:ext uri="{FF2B5EF4-FFF2-40B4-BE49-F238E27FC236}">
                <a16:creationId xmlns:a16="http://schemas.microsoft.com/office/drawing/2014/main" id="{4A405EAB-8014-59FE-200E-823871407D12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1300163" y="481818"/>
            <a:ext cx="2642400" cy="154800"/>
          </a:xfrm>
        </p:spPr>
        <p:txBody>
          <a:bodyPr/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1"/>
                </a:solidFill>
              </a:defRPr>
            </a:lvl1pPr>
            <a:lvl2pPr marL="180000" indent="0">
              <a:buNone/>
              <a:defRPr sz="900">
                <a:solidFill>
                  <a:schemeClr val="accent1"/>
                </a:solidFill>
              </a:defRPr>
            </a:lvl2pPr>
            <a:lvl3pPr marL="360000" indent="0">
              <a:buNone/>
              <a:defRPr sz="900">
                <a:solidFill>
                  <a:schemeClr val="accent1"/>
                </a:solidFill>
              </a:defRPr>
            </a:lvl3pPr>
            <a:lvl4pPr>
              <a:buNone/>
              <a:defRPr sz="900">
                <a:solidFill>
                  <a:schemeClr val="accent1"/>
                </a:solidFill>
              </a:defRPr>
            </a:lvl4pPr>
            <a:lvl5pPr>
              <a:buNone/>
              <a:defRPr sz="900">
                <a:solidFill>
                  <a:schemeClr val="accent1"/>
                </a:solidFill>
              </a:defRPr>
            </a:lvl5pPr>
          </a:lstStyle>
          <a:p>
            <a:pPr lvl="0"/>
            <a:r>
              <a:rPr lang="de-DE"/>
              <a:t>Click to add Eyebrow text</a:t>
            </a:r>
            <a:endParaRPr lang="de-DE" dirty="0"/>
          </a:p>
        </p:txBody>
      </p:sp>
      <p:sp>
        <p:nvSpPr>
          <p:cNvPr id="12" name="Slide Number Placeholder 4">
            <a:extLst>
              <a:ext uri="{FF2B5EF4-FFF2-40B4-BE49-F238E27FC236}">
                <a16:creationId xmlns:a16="http://schemas.microsoft.com/office/drawing/2014/main" id="{E21E0F99-C445-7A50-4BBC-ADFE45BD23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39750" y="481818"/>
            <a:ext cx="270000" cy="154800"/>
          </a:xfrm>
        </p:spPr>
        <p:txBody>
          <a:bodyPr/>
          <a:lstStyle>
            <a:lvl1pPr algn="l" rtl="0">
              <a:defRPr/>
            </a:lvl1pPr>
          </a:lstStyle>
          <a:p>
            <a:fld id="{23AA811B-2EBD-4900-905E-5BE206449611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18" name="Title 3">
            <a:extLst>
              <a:ext uri="{FF2B5EF4-FFF2-40B4-BE49-F238E27FC236}">
                <a16:creationId xmlns:a16="http://schemas.microsoft.com/office/drawing/2014/main" id="{ACBF7BA0-1080-67D0-7C70-049DD499868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white">
          <a:xfrm>
            <a:off x="540000" y="1132678"/>
            <a:ext cx="3576388" cy="846935"/>
          </a:xfrm>
        </p:spPr>
        <p:txBody>
          <a:bodyPr vert="horz"/>
          <a:lstStyle>
            <a:lvl1pPr rtl="0">
              <a:defRPr sz="3200">
                <a:solidFill>
                  <a:schemeClr val="tx1"/>
                </a:solidFill>
              </a:defRPr>
            </a:lvl1pPr>
          </a:lstStyle>
          <a:p>
            <a:r>
              <a:rPr lang="de-DE"/>
              <a:t>Click to add title</a:t>
            </a:r>
            <a:endParaRPr lang="de-DE" dirty="0"/>
          </a:p>
        </p:txBody>
      </p:sp>
      <p:sp>
        <p:nvSpPr>
          <p:cNvPr id="19" name="Text Placeholder 5">
            <a:extLst>
              <a:ext uri="{FF2B5EF4-FFF2-40B4-BE49-F238E27FC236}">
                <a16:creationId xmlns:a16="http://schemas.microsoft.com/office/drawing/2014/main" id="{76FE726B-FA20-7F53-4977-68CDC41BB739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39999" y="2513442"/>
            <a:ext cx="3576389" cy="2582540"/>
          </a:xfrm>
        </p:spPr>
        <p:txBody>
          <a:bodyPr/>
          <a:lstStyle>
            <a:lvl1pPr marL="0" indent="0" rtl="0">
              <a:buNone/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  <a:lvl6pPr>
              <a:defRPr>
                <a:solidFill>
                  <a:schemeClr val="tx1"/>
                </a:solidFill>
              </a:defRPr>
            </a:lvl6pPr>
            <a:lvl7pPr>
              <a:defRPr>
                <a:solidFill>
                  <a:schemeClr val="tx1"/>
                </a:solidFill>
              </a:defRPr>
            </a:lvl7pPr>
            <a:lvl8pPr>
              <a:defRPr>
                <a:solidFill>
                  <a:schemeClr val="tx1"/>
                </a:solidFill>
              </a:defRPr>
            </a:lvl8pPr>
            <a:lvl9pPr>
              <a:defRPr>
                <a:solidFill>
                  <a:schemeClr val="tx1"/>
                </a:solidFill>
              </a:defRPr>
            </a:lvl9pPr>
          </a:lstStyle>
          <a:p>
            <a:pPr lvl="0"/>
            <a:r>
              <a:rPr lang="de-DE" noProof="0"/>
              <a:t>Click to add</a:t>
            </a:r>
            <a:endParaRPr lang="de-DE" noProof="0" dirty="0"/>
          </a:p>
        </p:txBody>
      </p:sp>
      <p:sp>
        <p:nvSpPr>
          <p:cNvPr id="20" name="Text Placeholder 5">
            <a:extLst>
              <a:ext uri="{FF2B5EF4-FFF2-40B4-BE49-F238E27FC236}">
                <a16:creationId xmlns:a16="http://schemas.microsoft.com/office/drawing/2014/main" id="{45B3D3DF-847B-4083-18A6-F4166D184C3A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539999" y="6052457"/>
            <a:ext cx="3576389" cy="272144"/>
          </a:xfrm>
        </p:spPr>
        <p:txBody>
          <a:bodyPr/>
          <a:lstStyle>
            <a:lvl1pPr marL="0" indent="0" rtl="0">
              <a:buNone/>
              <a:defRPr sz="900">
                <a:solidFill>
                  <a:schemeClr val="tx1"/>
                </a:solidFill>
              </a:defRPr>
            </a:lvl1pPr>
            <a:lvl2pPr marL="180000" indent="0">
              <a:buNone/>
              <a:defRPr sz="1100"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  <a:lvl6pPr>
              <a:defRPr>
                <a:solidFill>
                  <a:schemeClr val="tx1"/>
                </a:solidFill>
              </a:defRPr>
            </a:lvl6pPr>
            <a:lvl7pPr>
              <a:defRPr>
                <a:solidFill>
                  <a:schemeClr val="tx1"/>
                </a:solidFill>
              </a:defRPr>
            </a:lvl7pPr>
            <a:lvl8pPr>
              <a:defRPr>
                <a:solidFill>
                  <a:schemeClr val="tx1"/>
                </a:solidFill>
              </a:defRPr>
            </a:lvl8pPr>
            <a:lvl9pPr>
              <a:defRPr>
                <a:solidFill>
                  <a:schemeClr val="tx1"/>
                </a:solidFill>
              </a:defRPr>
            </a:lvl9pPr>
          </a:lstStyle>
          <a:p>
            <a:pPr lvl="0"/>
            <a:r>
              <a:rPr lang="de-DE" noProof="0"/>
              <a:t>Click to add text</a:t>
            </a:r>
            <a:endParaRPr lang="de-DE" noProof="0" dirty="0"/>
          </a:p>
        </p:txBody>
      </p:sp>
    </p:spTree>
    <p:extLst>
      <p:ext uri="{BB962C8B-B14F-4D97-AF65-F5344CB8AC3E}">
        <p14:creationId xmlns:p14="http://schemas.microsoft.com/office/powerpoint/2010/main" val="224527180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570" userDrawn="1">
          <p15:clr>
            <a:srgbClr val="FBAE40"/>
          </p15:clr>
        </p15:guide>
        <p15:guide id="2" orient="horz" pos="3453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BAR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C1792BA1-0BD0-013D-9E0B-3FCCD59188E8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02145157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78" imgH="377" progId="TCLayout.ActiveDocument.1">
                  <p:embed/>
                </p:oleObj>
              </mc:Choice>
              <mc:Fallback>
                <p:oleObj name="think-cell Slide" r:id="rId3" imgW="378" imgH="377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C1792BA1-0BD0-013D-9E0B-3FCCD59188E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Date Placeholder 1" hidden="1">
            <a:extLst>
              <a:ext uri="{FF2B5EF4-FFF2-40B4-BE49-F238E27FC236}">
                <a16:creationId xmlns:a16="http://schemas.microsoft.com/office/drawing/2014/main" id="{305BCBE0-A72F-44F9-B907-61C45B8CE45F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>
            <a:lvl1pPr rtl="0">
              <a:defRPr/>
            </a:lvl1pPr>
          </a:lstStyle>
          <a:p>
            <a:fld id="{0F69841F-27A5-4959-B3ED-1F3A5E026959}" type="datetime4">
              <a:rPr lang="en-US" smtClean="0"/>
              <a:t>April 23, 2026</a:t>
            </a:fld>
            <a:endParaRPr lang="de-D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65FEA0-2762-772D-BAD2-52001BD7AD4F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303713" y="904874"/>
            <a:ext cx="7348537" cy="5419725"/>
          </a:xfrm>
          <a:prstGeom prst="roundRect">
            <a:avLst>
              <a:gd name="adj" fmla="val 3213"/>
            </a:avLst>
          </a:prstGeom>
          <a:solidFill>
            <a:schemeClr val="bg1"/>
          </a:solidFill>
          <a:effectLst>
            <a:outerShdw blurRad="176568" sx="102000" sy="102000" algn="ctr" rotWithShape="0">
              <a:prstClr val="black">
                <a:alpha val="9949"/>
              </a:prstClr>
            </a:outerShdw>
          </a:effectLst>
        </p:spPr>
        <p:txBody>
          <a:bodyPr lIns="251999" tIns="251999" rIns="251999" bIns="251999"/>
          <a:lstStyle>
            <a:lvl1pPr marL="0" indent="0" rtl="0">
              <a:buFont typeface="Arial" panose="020B0604020202020204" pitchFamily="34" charset="0"/>
              <a:buNone/>
              <a:defRPr/>
            </a:lvl1pPr>
            <a:lvl2pPr marL="465750" indent="-285750" rtl="0">
              <a:buFontTx/>
              <a:buBlip>
                <a:blip>
                  <a:extLst>
                    <a:ext uri="{96DAC541-7B7A-43D3-8B79-37D633B846F1}">
                      <asvg:svgBlip xmlns:asvg="http://schemas.microsoft.com/office/drawing/2016/SVG/main" r:embed="rId5"/>
                    </a:ext>
                  </a:extLst>
                </a:blip>
              </a:buBlip>
              <a:defRPr/>
            </a:lvl2pPr>
            <a:lvl3pPr marL="360000" indent="0" rtl="0">
              <a:buNone/>
              <a:defRPr/>
            </a:lvl3pPr>
            <a:lvl4pPr rtl="0">
              <a:buNone/>
              <a:defRPr/>
            </a:lvl4pPr>
            <a:lvl5pPr rtl="0">
              <a:buNone/>
              <a:defRPr/>
            </a:lvl5pPr>
            <a:lvl6pPr rtl="0">
              <a:buNone/>
              <a:defRPr/>
            </a:lvl6pPr>
            <a:lvl7pPr rtl="0">
              <a:buNone/>
              <a:defRPr/>
            </a:lvl7pPr>
            <a:lvl8pPr marL="0" indent="0" rtl="0">
              <a:buNone/>
              <a:defRPr/>
            </a:lvl8pPr>
            <a:lvl9pPr rtl="0">
              <a:buNone/>
              <a:defRPr/>
            </a:lvl9pPr>
          </a:lstStyle>
          <a:p>
            <a:pPr lvl="0"/>
            <a:r>
              <a:rPr lang="de-DE" noProof="0"/>
              <a:t>Click to add text                 Enter &amp; TAB for next text level SHIFT+TAB to go back in levels</a:t>
            </a:r>
            <a:endParaRPr lang="de-DE"/>
          </a:p>
          <a:p>
            <a:pPr lvl="1"/>
            <a:r>
              <a:rPr lang="de-DE"/>
              <a:t>Second level</a:t>
            </a:r>
          </a:p>
          <a:p>
            <a:pPr lvl="2"/>
            <a:r>
              <a:rPr lang="de-DE"/>
              <a:t>Third level</a:t>
            </a:r>
          </a:p>
          <a:p>
            <a:pPr lvl="3"/>
            <a:r>
              <a:rPr lang="de-DE"/>
              <a:t>Fourth level</a:t>
            </a:r>
          </a:p>
          <a:p>
            <a:pPr lvl="4"/>
            <a:r>
              <a:rPr lang="de-DE"/>
              <a:t>Fifth level</a:t>
            </a:r>
          </a:p>
          <a:p>
            <a:pPr lvl="5"/>
            <a:r>
              <a:rPr lang="de-DE" noProof="0"/>
              <a:t>6</a:t>
            </a:r>
          </a:p>
          <a:p>
            <a:pPr lvl="6"/>
            <a:r>
              <a:rPr lang="de-DE" noProof="0"/>
              <a:t>7</a:t>
            </a:r>
          </a:p>
          <a:p>
            <a:pPr lvl="7"/>
            <a:r>
              <a:rPr lang="de-DE" noProof="0"/>
              <a:t>8</a:t>
            </a:r>
          </a:p>
          <a:p>
            <a:pPr lvl="8"/>
            <a:r>
              <a:rPr lang="de-DE" noProof="0"/>
              <a:t>9</a:t>
            </a:r>
            <a:endParaRPr lang="de-DE" dirty="0"/>
          </a:p>
        </p:txBody>
      </p:sp>
      <p:sp>
        <p:nvSpPr>
          <p:cNvPr id="8" name="Logo">
            <a:extLst>
              <a:ext uri="{FF2B5EF4-FFF2-40B4-BE49-F238E27FC236}">
                <a16:creationId xmlns:a16="http://schemas.microsoft.com/office/drawing/2014/main" id="{4E5A8B58-223F-3D06-C4EF-F276A535CE70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1157045" y="491598"/>
            <a:ext cx="493617" cy="102665"/>
          </a:xfrm>
          <a:custGeom>
            <a:avLst/>
            <a:gdLst>
              <a:gd name="T0" fmla="*/ 3133 w 3201"/>
              <a:gd name="T1" fmla="*/ 97 h 664"/>
              <a:gd name="T2" fmla="*/ 3148 w 3201"/>
              <a:gd name="T3" fmla="*/ 81 h 664"/>
              <a:gd name="T4" fmla="*/ 3120 w 3201"/>
              <a:gd name="T5" fmla="*/ 77 h 664"/>
              <a:gd name="T6" fmla="*/ 3109 w 3201"/>
              <a:gd name="T7" fmla="*/ 135 h 664"/>
              <a:gd name="T8" fmla="*/ 3150 w 3201"/>
              <a:gd name="T9" fmla="*/ 69 h 664"/>
              <a:gd name="T10" fmla="*/ 3156 w 3201"/>
              <a:gd name="T11" fmla="*/ 99 h 664"/>
              <a:gd name="T12" fmla="*/ 3158 w 3201"/>
              <a:gd name="T13" fmla="*/ 122 h 664"/>
              <a:gd name="T14" fmla="*/ 3147 w 3201"/>
              <a:gd name="T15" fmla="*/ 124 h 664"/>
              <a:gd name="T16" fmla="*/ 3120 w 3201"/>
              <a:gd name="T17" fmla="*/ 106 h 664"/>
              <a:gd name="T18" fmla="*/ 2276 w 3201"/>
              <a:gd name="T19" fmla="*/ 420 h 664"/>
              <a:gd name="T20" fmla="*/ 2391 w 3201"/>
              <a:gd name="T21" fmla="*/ 562 h 664"/>
              <a:gd name="T22" fmla="*/ 2473 w 3201"/>
              <a:gd name="T23" fmla="*/ 314 h 664"/>
              <a:gd name="T24" fmla="*/ 2276 w 3201"/>
              <a:gd name="T25" fmla="*/ 420 h 664"/>
              <a:gd name="T26" fmla="*/ 2178 w 3201"/>
              <a:gd name="T27" fmla="*/ 294 h 664"/>
              <a:gd name="T28" fmla="*/ 2567 w 3201"/>
              <a:gd name="T29" fmla="*/ 245 h 664"/>
              <a:gd name="T30" fmla="*/ 2392 w 3201"/>
              <a:gd name="T31" fmla="*/ 662 h 664"/>
              <a:gd name="T32" fmla="*/ 2147 w 3201"/>
              <a:gd name="T33" fmla="*/ 413 h 664"/>
              <a:gd name="T34" fmla="*/ 649 w 3201"/>
              <a:gd name="T35" fmla="*/ 526 h 664"/>
              <a:gd name="T36" fmla="*/ 847 w 3201"/>
              <a:gd name="T37" fmla="*/ 419 h 664"/>
              <a:gd name="T38" fmla="*/ 649 w 3201"/>
              <a:gd name="T39" fmla="*/ 314 h 664"/>
              <a:gd name="T40" fmla="*/ 488 w 3201"/>
              <a:gd name="T41" fmla="*/ 413 h 664"/>
              <a:gd name="T42" fmla="*/ 731 w 3201"/>
              <a:gd name="T43" fmla="*/ 177 h 664"/>
              <a:gd name="T44" fmla="*/ 906 w 3201"/>
              <a:gd name="T45" fmla="*/ 593 h 664"/>
              <a:gd name="T46" fmla="*/ 518 w 3201"/>
              <a:gd name="T47" fmla="*/ 549 h 664"/>
              <a:gd name="T48" fmla="*/ 3137 w 3201"/>
              <a:gd name="T49" fmla="*/ 48 h 664"/>
              <a:gd name="T50" fmla="*/ 3084 w 3201"/>
              <a:gd name="T51" fmla="*/ 100 h 664"/>
              <a:gd name="T52" fmla="*/ 3137 w 3201"/>
              <a:gd name="T53" fmla="*/ 152 h 664"/>
              <a:gd name="T54" fmla="*/ 3190 w 3201"/>
              <a:gd name="T55" fmla="*/ 100 h 664"/>
              <a:gd name="T56" fmla="*/ 3137 w 3201"/>
              <a:gd name="T57" fmla="*/ 48 h 664"/>
              <a:gd name="T58" fmla="*/ 3168 w 3201"/>
              <a:gd name="T59" fmla="*/ 46 h 664"/>
              <a:gd name="T60" fmla="*/ 3192 w 3201"/>
              <a:gd name="T61" fmla="*/ 131 h 664"/>
              <a:gd name="T62" fmla="*/ 3105 w 3201"/>
              <a:gd name="T63" fmla="*/ 154 h 664"/>
              <a:gd name="T64" fmla="*/ 3082 w 3201"/>
              <a:gd name="T65" fmla="*/ 69 h 664"/>
              <a:gd name="T66" fmla="*/ 2809 w 3201"/>
              <a:gd name="T67" fmla="*/ 652 h 664"/>
              <a:gd name="T68" fmla="*/ 2749 w 3201"/>
              <a:gd name="T69" fmla="*/ 187 h 664"/>
              <a:gd name="T70" fmla="*/ 2877 w 3201"/>
              <a:gd name="T71" fmla="*/ 464 h 664"/>
              <a:gd name="T72" fmla="*/ 3109 w 3201"/>
              <a:gd name="T73" fmla="*/ 187 h 664"/>
              <a:gd name="T74" fmla="*/ 1826 w 3201"/>
              <a:gd name="T75" fmla="*/ 416 h 664"/>
              <a:gd name="T76" fmla="*/ 2110 w 3201"/>
              <a:gd name="T77" fmla="*/ 308 h 664"/>
              <a:gd name="T78" fmla="*/ 1831 w 3201"/>
              <a:gd name="T79" fmla="*/ 663 h 664"/>
              <a:gd name="T80" fmla="*/ 1500 w 3201"/>
              <a:gd name="T81" fmla="*/ 329 h 664"/>
              <a:gd name="T82" fmla="*/ 1824 w 3201"/>
              <a:gd name="T83" fmla="*/ 0 h 664"/>
              <a:gd name="T84" fmla="*/ 1971 w 3201"/>
              <a:gd name="T85" fmla="*/ 212 h 664"/>
              <a:gd name="T86" fmla="*/ 1686 w 3201"/>
              <a:gd name="T87" fmla="*/ 164 h 664"/>
              <a:gd name="T88" fmla="*/ 1822 w 3201"/>
              <a:gd name="T89" fmla="*/ 552 h 664"/>
              <a:gd name="T90" fmla="*/ 1977 w 3201"/>
              <a:gd name="T91" fmla="*/ 416 h 664"/>
              <a:gd name="T92" fmla="*/ 1330 w 3201"/>
              <a:gd name="T93" fmla="*/ 652 h 664"/>
              <a:gd name="T94" fmla="*/ 1174 w 3201"/>
              <a:gd name="T95" fmla="*/ 662 h 664"/>
              <a:gd name="T96" fmla="*/ 1016 w 3201"/>
              <a:gd name="T97" fmla="*/ 481 h 664"/>
              <a:gd name="T98" fmla="*/ 1141 w 3201"/>
              <a:gd name="T99" fmla="*/ 401 h 664"/>
              <a:gd name="T100" fmla="*/ 1220 w 3201"/>
              <a:gd name="T101" fmla="*/ 569 h 664"/>
              <a:gd name="T102" fmla="*/ 1321 w 3201"/>
              <a:gd name="T103" fmla="*/ 383 h 664"/>
              <a:gd name="T104" fmla="*/ 1447 w 3201"/>
              <a:gd name="T105" fmla="*/ 652 h 664"/>
              <a:gd name="T106" fmla="*/ 239 w 3201"/>
              <a:gd name="T107" fmla="*/ 382 h 664"/>
              <a:gd name="T108" fmla="*/ 308 w 3201"/>
              <a:gd name="T109" fmla="*/ 264 h 664"/>
              <a:gd name="T110" fmla="*/ 371 w 3201"/>
              <a:gd name="T111" fmla="*/ 383 h 664"/>
              <a:gd name="T112" fmla="*/ 239 w 3201"/>
              <a:gd name="T113" fmla="*/ 382 h 66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</a:cxnLst>
            <a:rect l="0" t="0" r="r" b="b"/>
            <a:pathLst>
              <a:path w="3201" h="664">
                <a:moveTo>
                  <a:pt x="3120" y="97"/>
                </a:moveTo>
                <a:lnTo>
                  <a:pt x="3120" y="97"/>
                </a:lnTo>
                <a:cubicBezTo>
                  <a:pt x="3133" y="97"/>
                  <a:pt x="3133" y="97"/>
                  <a:pt x="3133" y="97"/>
                </a:cubicBezTo>
                <a:cubicBezTo>
                  <a:pt x="3140" y="97"/>
                  <a:pt x="3144" y="96"/>
                  <a:pt x="3146" y="94"/>
                </a:cubicBezTo>
                <a:cubicBezTo>
                  <a:pt x="3149" y="92"/>
                  <a:pt x="3150" y="90"/>
                  <a:pt x="3150" y="87"/>
                </a:cubicBezTo>
                <a:cubicBezTo>
                  <a:pt x="3150" y="85"/>
                  <a:pt x="3149" y="83"/>
                  <a:pt x="3148" y="81"/>
                </a:cubicBezTo>
                <a:cubicBezTo>
                  <a:pt x="3147" y="80"/>
                  <a:pt x="3145" y="79"/>
                  <a:pt x="3143" y="78"/>
                </a:cubicBezTo>
                <a:cubicBezTo>
                  <a:pt x="3141" y="77"/>
                  <a:pt x="3138" y="77"/>
                  <a:pt x="3132" y="77"/>
                </a:cubicBezTo>
                <a:cubicBezTo>
                  <a:pt x="3120" y="77"/>
                  <a:pt x="3120" y="77"/>
                  <a:pt x="3120" y="77"/>
                </a:cubicBezTo>
                <a:lnTo>
                  <a:pt x="3120" y="97"/>
                </a:lnTo>
                <a:close/>
                <a:moveTo>
                  <a:pt x="3109" y="135"/>
                </a:moveTo>
                <a:lnTo>
                  <a:pt x="3109" y="135"/>
                </a:lnTo>
                <a:cubicBezTo>
                  <a:pt x="3109" y="68"/>
                  <a:pt x="3109" y="68"/>
                  <a:pt x="3109" y="68"/>
                </a:cubicBezTo>
                <a:cubicBezTo>
                  <a:pt x="3132" y="68"/>
                  <a:pt x="3132" y="68"/>
                  <a:pt x="3132" y="68"/>
                </a:cubicBezTo>
                <a:cubicBezTo>
                  <a:pt x="3140" y="68"/>
                  <a:pt x="3146" y="68"/>
                  <a:pt x="3150" y="69"/>
                </a:cubicBezTo>
                <a:cubicBezTo>
                  <a:pt x="3153" y="71"/>
                  <a:pt x="3156" y="73"/>
                  <a:pt x="3158" y="76"/>
                </a:cubicBezTo>
                <a:cubicBezTo>
                  <a:pt x="3160" y="79"/>
                  <a:pt x="3161" y="82"/>
                  <a:pt x="3161" y="86"/>
                </a:cubicBezTo>
                <a:cubicBezTo>
                  <a:pt x="3161" y="91"/>
                  <a:pt x="3160" y="95"/>
                  <a:pt x="3156" y="99"/>
                </a:cubicBezTo>
                <a:cubicBezTo>
                  <a:pt x="3153" y="102"/>
                  <a:pt x="3148" y="104"/>
                  <a:pt x="3142" y="105"/>
                </a:cubicBezTo>
                <a:cubicBezTo>
                  <a:pt x="3144" y="106"/>
                  <a:pt x="3146" y="107"/>
                  <a:pt x="3148" y="108"/>
                </a:cubicBezTo>
                <a:cubicBezTo>
                  <a:pt x="3150" y="111"/>
                  <a:pt x="3154" y="115"/>
                  <a:pt x="3158" y="122"/>
                </a:cubicBezTo>
                <a:cubicBezTo>
                  <a:pt x="3166" y="135"/>
                  <a:pt x="3166" y="135"/>
                  <a:pt x="3166" y="135"/>
                </a:cubicBezTo>
                <a:cubicBezTo>
                  <a:pt x="3153" y="135"/>
                  <a:pt x="3153" y="135"/>
                  <a:pt x="3153" y="135"/>
                </a:cubicBezTo>
                <a:cubicBezTo>
                  <a:pt x="3147" y="124"/>
                  <a:pt x="3147" y="124"/>
                  <a:pt x="3147" y="124"/>
                </a:cubicBezTo>
                <a:cubicBezTo>
                  <a:pt x="3142" y="116"/>
                  <a:pt x="3138" y="111"/>
                  <a:pt x="3135" y="109"/>
                </a:cubicBezTo>
                <a:cubicBezTo>
                  <a:pt x="3133" y="107"/>
                  <a:pt x="3130" y="106"/>
                  <a:pt x="3126" y="106"/>
                </a:cubicBezTo>
                <a:cubicBezTo>
                  <a:pt x="3120" y="106"/>
                  <a:pt x="3120" y="106"/>
                  <a:pt x="3120" y="106"/>
                </a:cubicBezTo>
                <a:cubicBezTo>
                  <a:pt x="3120" y="135"/>
                  <a:pt x="3120" y="135"/>
                  <a:pt x="3120" y="135"/>
                </a:cubicBezTo>
                <a:lnTo>
                  <a:pt x="3109" y="135"/>
                </a:lnTo>
                <a:close/>
                <a:moveTo>
                  <a:pt x="2276" y="420"/>
                </a:moveTo>
                <a:lnTo>
                  <a:pt x="2276" y="420"/>
                </a:lnTo>
                <a:cubicBezTo>
                  <a:pt x="2276" y="466"/>
                  <a:pt x="2287" y="501"/>
                  <a:pt x="2309" y="526"/>
                </a:cubicBezTo>
                <a:cubicBezTo>
                  <a:pt x="2331" y="550"/>
                  <a:pt x="2359" y="562"/>
                  <a:pt x="2391" y="562"/>
                </a:cubicBezTo>
                <a:cubicBezTo>
                  <a:pt x="2424" y="562"/>
                  <a:pt x="2451" y="550"/>
                  <a:pt x="2473" y="526"/>
                </a:cubicBezTo>
                <a:cubicBezTo>
                  <a:pt x="2495" y="501"/>
                  <a:pt x="2507" y="465"/>
                  <a:pt x="2507" y="419"/>
                </a:cubicBezTo>
                <a:cubicBezTo>
                  <a:pt x="2507" y="373"/>
                  <a:pt x="2495" y="338"/>
                  <a:pt x="2473" y="314"/>
                </a:cubicBezTo>
                <a:cubicBezTo>
                  <a:pt x="2451" y="289"/>
                  <a:pt x="2424" y="277"/>
                  <a:pt x="2391" y="277"/>
                </a:cubicBezTo>
                <a:cubicBezTo>
                  <a:pt x="2359" y="277"/>
                  <a:pt x="2331" y="289"/>
                  <a:pt x="2309" y="314"/>
                </a:cubicBezTo>
                <a:cubicBezTo>
                  <a:pt x="2287" y="338"/>
                  <a:pt x="2276" y="374"/>
                  <a:pt x="2276" y="420"/>
                </a:cubicBezTo>
                <a:close/>
                <a:moveTo>
                  <a:pt x="2147" y="413"/>
                </a:moveTo>
                <a:lnTo>
                  <a:pt x="2147" y="413"/>
                </a:lnTo>
                <a:cubicBezTo>
                  <a:pt x="2147" y="372"/>
                  <a:pt x="2157" y="333"/>
                  <a:pt x="2178" y="294"/>
                </a:cubicBezTo>
                <a:cubicBezTo>
                  <a:pt x="2198" y="256"/>
                  <a:pt x="2228" y="227"/>
                  <a:pt x="2265" y="207"/>
                </a:cubicBezTo>
                <a:cubicBezTo>
                  <a:pt x="2302" y="187"/>
                  <a:pt x="2344" y="177"/>
                  <a:pt x="2391" y="177"/>
                </a:cubicBezTo>
                <a:cubicBezTo>
                  <a:pt x="2462" y="177"/>
                  <a:pt x="2521" y="200"/>
                  <a:pt x="2567" y="245"/>
                </a:cubicBezTo>
                <a:cubicBezTo>
                  <a:pt x="2613" y="291"/>
                  <a:pt x="2635" y="349"/>
                  <a:pt x="2635" y="418"/>
                </a:cubicBezTo>
                <a:cubicBezTo>
                  <a:pt x="2635" y="489"/>
                  <a:pt x="2612" y="547"/>
                  <a:pt x="2566" y="593"/>
                </a:cubicBezTo>
                <a:cubicBezTo>
                  <a:pt x="2520" y="639"/>
                  <a:pt x="2462" y="662"/>
                  <a:pt x="2392" y="662"/>
                </a:cubicBezTo>
                <a:cubicBezTo>
                  <a:pt x="2348" y="662"/>
                  <a:pt x="2307" y="653"/>
                  <a:pt x="2268" y="634"/>
                </a:cubicBezTo>
                <a:cubicBezTo>
                  <a:pt x="2228" y="614"/>
                  <a:pt x="2198" y="586"/>
                  <a:pt x="2178" y="549"/>
                </a:cubicBezTo>
                <a:cubicBezTo>
                  <a:pt x="2157" y="512"/>
                  <a:pt x="2147" y="466"/>
                  <a:pt x="2147" y="413"/>
                </a:cubicBezTo>
                <a:close/>
                <a:moveTo>
                  <a:pt x="616" y="420"/>
                </a:moveTo>
                <a:lnTo>
                  <a:pt x="616" y="420"/>
                </a:lnTo>
                <a:cubicBezTo>
                  <a:pt x="616" y="466"/>
                  <a:pt x="627" y="501"/>
                  <a:pt x="649" y="526"/>
                </a:cubicBezTo>
                <a:cubicBezTo>
                  <a:pt x="671" y="550"/>
                  <a:pt x="699" y="562"/>
                  <a:pt x="732" y="562"/>
                </a:cubicBezTo>
                <a:cubicBezTo>
                  <a:pt x="764" y="562"/>
                  <a:pt x="792" y="550"/>
                  <a:pt x="814" y="526"/>
                </a:cubicBezTo>
                <a:cubicBezTo>
                  <a:pt x="836" y="501"/>
                  <a:pt x="847" y="465"/>
                  <a:pt x="847" y="419"/>
                </a:cubicBezTo>
                <a:cubicBezTo>
                  <a:pt x="847" y="373"/>
                  <a:pt x="836" y="338"/>
                  <a:pt x="814" y="314"/>
                </a:cubicBezTo>
                <a:cubicBezTo>
                  <a:pt x="792" y="289"/>
                  <a:pt x="764" y="277"/>
                  <a:pt x="732" y="277"/>
                </a:cubicBezTo>
                <a:cubicBezTo>
                  <a:pt x="699" y="277"/>
                  <a:pt x="671" y="289"/>
                  <a:pt x="649" y="314"/>
                </a:cubicBezTo>
                <a:cubicBezTo>
                  <a:pt x="627" y="338"/>
                  <a:pt x="616" y="374"/>
                  <a:pt x="616" y="420"/>
                </a:cubicBezTo>
                <a:close/>
                <a:moveTo>
                  <a:pt x="488" y="413"/>
                </a:moveTo>
                <a:lnTo>
                  <a:pt x="488" y="413"/>
                </a:lnTo>
                <a:cubicBezTo>
                  <a:pt x="488" y="372"/>
                  <a:pt x="498" y="333"/>
                  <a:pt x="518" y="294"/>
                </a:cubicBezTo>
                <a:cubicBezTo>
                  <a:pt x="539" y="256"/>
                  <a:pt x="568" y="227"/>
                  <a:pt x="605" y="207"/>
                </a:cubicBezTo>
                <a:cubicBezTo>
                  <a:pt x="643" y="187"/>
                  <a:pt x="685" y="177"/>
                  <a:pt x="731" y="177"/>
                </a:cubicBezTo>
                <a:cubicBezTo>
                  <a:pt x="803" y="177"/>
                  <a:pt x="861" y="200"/>
                  <a:pt x="907" y="245"/>
                </a:cubicBezTo>
                <a:cubicBezTo>
                  <a:pt x="953" y="291"/>
                  <a:pt x="976" y="349"/>
                  <a:pt x="976" y="418"/>
                </a:cubicBezTo>
                <a:cubicBezTo>
                  <a:pt x="976" y="489"/>
                  <a:pt x="953" y="547"/>
                  <a:pt x="906" y="593"/>
                </a:cubicBezTo>
                <a:cubicBezTo>
                  <a:pt x="860" y="639"/>
                  <a:pt x="802" y="662"/>
                  <a:pt x="732" y="662"/>
                </a:cubicBezTo>
                <a:cubicBezTo>
                  <a:pt x="689" y="662"/>
                  <a:pt x="647" y="653"/>
                  <a:pt x="608" y="634"/>
                </a:cubicBezTo>
                <a:cubicBezTo>
                  <a:pt x="569" y="614"/>
                  <a:pt x="539" y="586"/>
                  <a:pt x="518" y="549"/>
                </a:cubicBezTo>
                <a:cubicBezTo>
                  <a:pt x="498" y="512"/>
                  <a:pt x="488" y="466"/>
                  <a:pt x="488" y="413"/>
                </a:cubicBezTo>
                <a:close/>
                <a:moveTo>
                  <a:pt x="3137" y="48"/>
                </a:moveTo>
                <a:lnTo>
                  <a:pt x="3137" y="48"/>
                </a:lnTo>
                <a:cubicBezTo>
                  <a:pt x="3128" y="48"/>
                  <a:pt x="3119" y="51"/>
                  <a:pt x="3111" y="55"/>
                </a:cubicBezTo>
                <a:cubicBezTo>
                  <a:pt x="3102" y="60"/>
                  <a:pt x="3096" y="66"/>
                  <a:pt x="3091" y="74"/>
                </a:cubicBezTo>
                <a:cubicBezTo>
                  <a:pt x="3086" y="83"/>
                  <a:pt x="3084" y="91"/>
                  <a:pt x="3084" y="100"/>
                </a:cubicBezTo>
                <a:cubicBezTo>
                  <a:pt x="3084" y="109"/>
                  <a:pt x="3086" y="118"/>
                  <a:pt x="3091" y="126"/>
                </a:cubicBezTo>
                <a:cubicBezTo>
                  <a:pt x="3095" y="134"/>
                  <a:pt x="3102" y="141"/>
                  <a:pt x="3110" y="145"/>
                </a:cubicBezTo>
                <a:cubicBezTo>
                  <a:pt x="3119" y="150"/>
                  <a:pt x="3128" y="152"/>
                  <a:pt x="3137" y="152"/>
                </a:cubicBezTo>
                <a:cubicBezTo>
                  <a:pt x="3146" y="152"/>
                  <a:pt x="3155" y="150"/>
                  <a:pt x="3163" y="145"/>
                </a:cubicBezTo>
                <a:cubicBezTo>
                  <a:pt x="3171" y="141"/>
                  <a:pt x="3178" y="134"/>
                  <a:pt x="3182" y="126"/>
                </a:cubicBezTo>
                <a:cubicBezTo>
                  <a:pt x="3187" y="118"/>
                  <a:pt x="3190" y="109"/>
                  <a:pt x="3190" y="100"/>
                </a:cubicBezTo>
                <a:cubicBezTo>
                  <a:pt x="3190" y="91"/>
                  <a:pt x="3187" y="83"/>
                  <a:pt x="3182" y="74"/>
                </a:cubicBezTo>
                <a:cubicBezTo>
                  <a:pt x="3178" y="66"/>
                  <a:pt x="3171" y="60"/>
                  <a:pt x="3163" y="55"/>
                </a:cubicBezTo>
                <a:cubicBezTo>
                  <a:pt x="3154" y="51"/>
                  <a:pt x="3145" y="48"/>
                  <a:pt x="3137" y="48"/>
                </a:cubicBezTo>
                <a:close/>
                <a:moveTo>
                  <a:pt x="3137" y="38"/>
                </a:moveTo>
                <a:lnTo>
                  <a:pt x="3137" y="38"/>
                </a:lnTo>
                <a:cubicBezTo>
                  <a:pt x="3147" y="38"/>
                  <a:pt x="3158" y="41"/>
                  <a:pt x="3168" y="46"/>
                </a:cubicBezTo>
                <a:cubicBezTo>
                  <a:pt x="3178" y="51"/>
                  <a:pt x="3186" y="59"/>
                  <a:pt x="3191" y="69"/>
                </a:cubicBezTo>
                <a:cubicBezTo>
                  <a:pt x="3197" y="79"/>
                  <a:pt x="3200" y="89"/>
                  <a:pt x="3200" y="100"/>
                </a:cubicBezTo>
                <a:cubicBezTo>
                  <a:pt x="3200" y="111"/>
                  <a:pt x="3197" y="121"/>
                  <a:pt x="3192" y="131"/>
                </a:cubicBezTo>
                <a:cubicBezTo>
                  <a:pt x="3186" y="141"/>
                  <a:pt x="3178" y="149"/>
                  <a:pt x="3168" y="154"/>
                </a:cubicBezTo>
                <a:cubicBezTo>
                  <a:pt x="3158" y="160"/>
                  <a:pt x="3148" y="162"/>
                  <a:pt x="3137" y="162"/>
                </a:cubicBezTo>
                <a:cubicBezTo>
                  <a:pt x="3126" y="162"/>
                  <a:pt x="3115" y="160"/>
                  <a:pt x="3105" y="154"/>
                </a:cubicBezTo>
                <a:cubicBezTo>
                  <a:pt x="3095" y="149"/>
                  <a:pt x="3087" y="141"/>
                  <a:pt x="3082" y="131"/>
                </a:cubicBezTo>
                <a:cubicBezTo>
                  <a:pt x="3076" y="121"/>
                  <a:pt x="3073" y="111"/>
                  <a:pt x="3073" y="100"/>
                </a:cubicBezTo>
                <a:cubicBezTo>
                  <a:pt x="3073" y="89"/>
                  <a:pt x="3076" y="79"/>
                  <a:pt x="3082" y="69"/>
                </a:cubicBezTo>
                <a:cubicBezTo>
                  <a:pt x="3087" y="59"/>
                  <a:pt x="3095" y="51"/>
                  <a:pt x="3106" y="46"/>
                </a:cubicBezTo>
                <a:cubicBezTo>
                  <a:pt x="3116" y="41"/>
                  <a:pt x="3126" y="38"/>
                  <a:pt x="3137" y="38"/>
                </a:cubicBezTo>
                <a:close/>
                <a:moveTo>
                  <a:pt x="2809" y="652"/>
                </a:moveTo>
                <a:lnTo>
                  <a:pt x="2809" y="652"/>
                </a:lnTo>
                <a:cubicBezTo>
                  <a:pt x="2618" y="187"/>
                  <a:pt x="2618" y="187"/>
                  <a:pt x="2618" y="187"/>
                </a:cubicBezTo>
                <a:cubicBezTo>
                  <a:pt x="2749" y="187"/>
                  <a:pt x="2749" y="187"/>
                  <a:pt x="2749" y="187"/>
                </a:cubicBezTo>
                <a:cubicBezTo>
                  <a:pt x="2839" y="425"/>
                  <a:pt x="2839" y="425"/>
                  <a:pt x="2839" y="425"/>
                </a:cubicBezTo>
                <a:cubicBezTo>
                  <a:pt x="2864" y="504"/>
                  <a:pt x="2864" y="504"/>
                  <a:pt x="2864" y="504"/>
                </a:cubicBezTo>
                <a:cubicBezTo>
                  <a:pt x="2871" y="483"/>
                  <a:pt x="2875" y="470"/>
                  <a:pt x="2877" y="464"/>
                </a:cubicBezTo>
                <a:cubicBezTo>
                  <a:pt x="2881" y="451"/>
                  <a:pt x="2886" y="438"/>
                  <a:pt x="2891" y="425"/>
                </a:cubicBezTo>
                <a:cubicBezTo>
                  <a:pt x="2981" y="187"/>
                  <a:pt x="2981" y="187"/>
                  <a:pt x="2981" y="187"/>
                </a:cubicBezTo>
                <a:cubicBezTo>
                  <a:pt x="3109" y="187"/>
                  <a:pt x="3109" y="187"/>
                  <a:pt x="3109" y="187"/>
                </a:cubicBezTo>
                <a:cubicBezTo>
                  <a:pt x="2921" y="652"/>
                  <a:pt x="2921" y="652"/>
                  <a:pt x="2921" y="652"/>
                </a:cubicBezTo>
                <a:lnTo>
                  <a:pt x="2809" y="652"/>
                </a:lnTo>
                <a:close/>
                <a:moveTo>
                  <a:pt x="1826" y="416"/>
                </a:moveTo>
                <a:lnTo>
                  <a:pt x="1826" y="416"/>
                </a:lnTo>
                <a:cubicBezTo>
                  <a:pt x="1826" y="308"/>
                  <a:pt x="1826" y="308"/>
                  <a:pt x="1826" y="308"/>
                </a:cubicBezTo>
                <a:cubicBezTo>
                  <a:pt x="2110" y="308"/>
                  <a:pt x="2110" y="308"/>
                  <a:pt x="2110" y="308"/>
                </a:cubicBezTo>
                <a:cubicBezTo>
                  <a:pt x="2110" y="563"/>
                  <a:pt x="2110" y="563"/>
                  <a:pt x="2110" y="563"/>
                </a:cubicBezTo>
                <a:cubicBezTo>
                  <a:pt x="2083" y="590"/>
                  <a:pt x="2043" y="613"/>
                  <a:pt x="1990" y="633"/>
                </a:cubicBezTo>
                <a:cubicBezTo>
                  <a:pt x="1938" y="653"/>
                  <a:pt x="1885" y="663"/>
                  <a:pt x="1831" y="663"/>
                </a:cubicBezTo>
                <a:cubicBezTo>
                  <a:pt x="1763" y="663"/>
                  <a:pt x="1703" y="649"/>
                  <a:pt x="1652" y="621"/>
                </a:cubicBezTo>
                <a:cubicBezTo>
                  <a:pt x="1602" y="593"/>
                  <a:pt x="1563" y="552"/>
                  <a:pt x="1538" y="500"/>
                </a:cubicBezTo>
                <a:cubicBezTo>
                  <a:pt x="1512" y="448"/>
                  <a:pt x="1500" y="391"/>
                  <a:pt x="1500" y="329"/>
                </a:cubicBezTo>
                <a:cubicBezTo>
                  <a:pt x="1500" y="262"/>
                  <a:pt x="1514" y="203"/>
                  <a:pt x="1542" y="151"/>
                </a:cubicBezTo>
                <a:cubicBezTo>
                  <a:pt x="1571" y="99"/>
                  <a:pt x="1613" y="59"/>
                  <a:pt x="1668" y="32"/>
                </a:cubicBezTo>
                <a:cubicBezTo>
                  <a:pt x="1709" y="10"/>
                  <a:pt x="1762" y="0"/>
                  <a:pt x="1824" y="0"/>
                </a:cubicBezTo>
                <a:cubicBezTo>
                  <a:pt x="1905" y="0"/>
                  <a:pt x="1968" y="16"/>
                  <a:pt x="2014" y="50"/>
                </a:cubicBezTo>
                <a:cubicBezTo>
                  <a:pt x="2059" y="83"/>
                  <a:pt x="2089" y="129"/>
                  <a:pt x="2102" y="188"/>
                </a:cubicBezTo>
                <a:cubicBezTo>
                  <a:pt x="1971" y="212"/>
                  <a:pt x="1971" y="212"/>
                  <a:pt x="1971" y="212"/>
                </a:cubicBezTo>
                <a:cubicBezTo>
                  <a:pt x="1961" y="181"/>
                  <a:pt x="1944" y="156"/>
                  <a:pt x="1919" y="138"/>
                </a:cubicBezTo>
                <a:cubicBezTo>
                  <a:pt x="1894" y="119"/>
                  <a:pt x="1862" y="110"/>
                  <a:pt x="1824" y="110"/>
                </a:cubicBezTo>
                <a:cubicBezTo>
                  <a:pt x="1766" y="110"/>
                  <a:pt x="1720" y="128"/>
                  <a:pt x="1686" y="164"/>
                </a:cubicBezTo>
                <a:cubicBezTo>
                  <a:pt x="1652" y="200"/>
                  <a:pt x="1635" y="253"/>
                  <a:pt x="1635" y="324"/>
                </a:cubicBezTo>
                <a:cubicBezTo>
                  <a:pt x="1635" y="400"/>
                  <a:pt x="1653" y="457"/>
                  <a:pt x="1687" y="495"/>
                </a:cubicBezTo>
                <a:cubicBezTo>
                  <a:pt x="1722" y="533"/>
                  <a:pt x="1767" y="552"/>
                  <a:pt x="1822" y="552"/>
                </a:cubicBezTo>
                <a:cubicBezTo>
                  <a:pt x="1850" y="552"/>
                  <a:pt x="1878" y="547"/>
                  <a:pt x="1906" y="536"/>
                </a:cubicBezTo>
                <a:cubicBezTo>
                  <a:pt x="1933" y="526"/>
                  <a:pt x="1957" y="513"/>
                  <a:pt x="1977" y="497"/>
                </a:cubicBezTo>
                <a:cubicBezTo>
                  <a:pt x="1977" y="416"/>
                  <a:pt x="1977" y="416"/>
                  <a:pt x="1977" y="416"/>
                </a:cubicBezTo>
                <a:lnTo>
                  <a:pt x="1826" y="416"/>
                </a:lnTo>
                <a:close/>
                <a:moveTo>
                  <a:pt x="1330" y="652"/>
                </a:moveTo>
                <a:lnTo>
                  <a:pt x="1330" y="652"/>
                </a:lnTo>
                <a:cubicBezTo>
                  <a:pt x="1330" y="583"/>
                  <a:pt x="1330" y="583"/>
                  <a:pt x="1330" y="583"/>
                </a:cubicBezTo>
                <a:cubicBezTo>
                  <a:pt x="1313" y="607"/>
                  <a:pt x="1290" y="627"/>
                  <a:pt x="1262" y="641"/>
                </a:cubicBezTo>
                <a:cubicBezTo>
                  <a:pt x="1234" y="655"/>
                  <a:pt x="1205" y="662"/>
                  <a:pt x="1174" y="662"/>
                </a:cubicBezTo>
                <a:cubicBezTo>
                  <a:pt x="1142" y="662"/>
                  <a:pt x="1113" y="656"/>
                  <a:pt x="1088" y="642"/>
                </a:cubicBezTo>
                <a:cubicBezTo>
                  <a:pt x="1063" y="628"/>
                  <a:pt x="1045" y="609"/>
                  <a:pt x="1033" y="584"/>
                </a:cubicBezTo>
                <a:cubicBezTo>
                  <a:pt x="1022" y="559"/>
                  <a:pt x="1016" y="525"/>
                  <a:pt x="1016" y="481"/>
                </a:cubicBezTo>
                <a:cubicBezTo>
                  <a:pt x="1016" y="187"/>
                  <a:pt x="1016" y="187"/>
                  <a:pt x="1016" y="187"/>
                </a:cubicBezTo>
                <a:cubicBezTo>
                  <a:pt x="1141" y="187"/>
                  <a:pt x="1141" y="187"/>
                  <a:pt x="1141" y="187"/>
                </a:cubicBezTo>
                <a:cubicBezTo>
                  <a:pt x="1141" y="401"/>
                  <a:pt x="1141" y="401"/>
                  <a:pt x="1141" y="401"/>
                </a:cubicBezTo>
                <a:cubicBezTo>
                  <a:pt x="1141" y="466"/>
                  <a:pt x="1144" y="506"/>
                  <a:pt x="1148" y="521"/>
                </a:cubicBezTo>
                <a:cubicBezTo>
                  <a:pt x="1153" y="536"/>
                  <a:pt x="1161" y="547"/>
                  <a:pt x="1174" y="556"/>
                </a:cubicBezTo>
                <a:cubicBezTo>
                  <a:pt x="1186" y="564"/>
                  <a:pt x="1201" y="569"/>
                  <a:pt x="1220" y="569"/>
                </a:cubicBezTo>
                <a:cubicBezTo>
                  <a:pt x="1241" y="569"/>
                  <a:pt x="1260" y="563"/>
                  <a:pt x="1277" y="552"/>
                </a:cubicBezTo>
                <a:cubicBezTo>
                  <a:pt x="1294" y="540"/>
                  <a:pt x="1306" y="526"/>
                  <a:pt x="1312" y="509"/>
                </a:cubicBezTo>
                <a:cubicBezTo>
                  <a:pt x="1318" y="492"/>
                  <a:pt x="1321" y="450"/>
                  <a:pt x="1321" y="383"/>
                </a:cubicBezTo>
                <a:cubicBezTo>
                  <a:pt x="1321" y="187"/>
                  <a:pt x="1321" y="187"/>
                  <a:pt x="1321" y="187"/>
                </a:cubicBezTo>
                <a:cubicBezTo>
                  <a:pt x="1447" y="187"/>
                  <a:pt x="1447" y="187"/>
                  <a:pt x="1447" y="187"/>
                </a:cubicBezTo>
                <a:cubicBezTo>
                  <a:pt x="1447" y="652"/>
                  <a:pt x="1447" y="652"/>
                  <a:pt x="1447" y="652"/>
                </a:cubicBezTo>
                <a:lnTo>
                  <a:pt x="1330" y="652"/>
                </a:lnTo>
                <a:close/>
                <a:moveTo>
                  <a:pt x="239" y="382"/>
                </a:moveTo>
                <a:lnTo>
                  <a:pt x="239" y="382"/>
                </a:lnTo>
                <a:cubicBezTo>
                  <a:pt x="0" y="10"/>
                  <a:pt x="0" y="10"/>
                  <a:pt x="0" y="10"/>
                </a:cubicBezTo>
                <a:cubicBezTo>
                  <a:pt x="154" y="10"/>
                  <a:pt x="154" y="10"/>
                  <a:pt x="154" y="10"/>
                </a:cubicBezTo>
                <a:cubicBezTo>
                  <a:pt x="308" y="264"/>
                  <a:pt x="308" y="264"/>
                  <a:pt x="308" y="264"/>
                </a:cubicBezTo>
                <a:cubicBezTo>
                  <a:pt x="459" y="10"/>
                  <a:pt x="459" y="10"/>
                  <a:pt x="459" y="10"/>
                </a:cubicBezTo>
                <a:cubicBezTo>
                  <a:pt x="611" y="10"/>
                  <a:pt x="611" y="10"/>
                  <a:pt x="611" y="10"/>
                </a:cubicBezTo>
                <a:cubicBezTo>
                  <a:pt x="371" y="383"/>
                  <a:pt x="371" y="383"/>
                  <a:pt x="371" y="383"/>
                </a:cubicBezTo>
                <a:cubicBezTo>
                  <a:pt x="371" y="652"/>
                  <a:pt x="371" y="652"/>
                  <a:pt x="371" y="652"/>
                </a:cubicBezTo>
                <a:cubicBezTo>
                  <a:pt x="239" y="652"/>
                  <a:pt x="239" y="652"/>
                  <a:pt x="239" y="652"/>
                </a:cubicBezTo>
                <a:lnTo>
                  <a:pt x="239" y="382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  <a:effectLst/>
        </p:spPr>
        <p:txBody>
          <a:bodyPr wrap="none" anchor="ctr"/>
          <a:lstStyle/>
          <a:p>
            <a:pPr rtl="0"/>
            <a:endParaRPr lang="de-DE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AC1990F8-31EF-24BF-021B-874B2FE337EA}"/>
              </a:ext>
            </a:extLst>
          </p:cNvPr>
          <p:cNvCxnSpPr>
            <a:cxnSpLocks/>
          </p:cNvCxnSpPr>
          <p:nvPr userDrawn="1"/>
        </p:nvCxnSpPr>
        <p:spPr>
          <a:xfrm>
            <a:off x="539750" y="657225"/>
            <a:ext cx="3576638" cy="0"/>
          </a:xfrm>
          <a:prstGeom prst="line">
            <a:avLst/>
          </a:prstGeom>
          <a:ln w="63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BEBBEAB2-EC38-A8BD-D928-0156E683D709}"/>
              </a:ext>
            </a:extLst>
          </p:cNvPr>
          <p:cNvCxnSpPr>
            <a:cxnSpLocks/>
          </p:cNvCxnSpPr>
          <p:nvPr userDrawn="1"/>
        </p:nvCxnSpPr>
        <p:spPr>
          <a:xfrm>
            <a:off x="4303713" y="657225"/>
            <a:ext cx="7348537" cy="0"/>
          </a:xfrm>
          <a:prstGeom prst="line">
            <a:avLst/>
          </a:prstGeom>
          <a:ln w="63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Footer Placeholder 3">
            <a:extLst>
              <a:ext uri="{FF2B5EF4-FFF2-40B4-BE49-F238E27FC236}">
                <a16:creationId xmlns:a16="http://schemas.microsoft.com/office/drawing/2014/main" id="{1FEC49FE-3BDA-CFDD-7A3C-C9023915FE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186488" y="486888"/>
            <a:ext cx="4525962" cy="149730"/>
          </a:xfrm>
        </p:spPr>
        <p:txBody>
          <a:bodyPr/>
          <a:lstStyle>
            <a:lvl1pPr rtl="0">
              <a:defRPr/>
            </a:lvl1pPr>
          </a:lstStyle>
          <a:p>
            <a:r>
              <a:rPr lang="de-DE"/>
              <a:t>Charting Manual</a:t>
            </a:r>
            <a:endParaRPr lang="de-DE" dirty="0"/>
          </a:p>
        </p:txBody>
      </p:sp>
      <p:sp>
        <p:nvSpPr>
          <p:cNvPr id="18" name="Text Placeholder Eyebrow">
            <a:extLst>
              <a:ext uri="{FF2B5EF4-FFF2-40B4-BE49-F238E27FC236}">
                <a16:creationId xmlns:a16="http://schemas.microsoft.com/office/drawing/2014/main" id="{01D3A029-C1A7-D376-1D16-B56DC1D747AC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1300163" y="481818"/>
            <a:ext cx="2642400" cy="154800"/>
          </a:xfrm>
        </p:spPr>
        <p:txBody>
          <a:bodyPr/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1"/>
                </a:solidFill>
              </a:defRPr>
            </a:lvl1pPr>
            <a:lvl2pPr marL="180000" indent="0">
              <a:buNone/>
              <a:defRPr sz="900">
                <a:solidFill>
                  <a:schemeClr val="accent1"/>
                </a:solidFill>
              </a:defRPr>
            </a:lvl2pPr>
            <a:lvl3pPr marL="360000" indent="0">
              <a:buNone/>
              <a:defRPr sz="900">
                <a:solidFill>
                  <a:schemeClr val="accent1"/>
                </a:solidFill>
              </a:defRPr>
            </a:lvl3pPr>
            <a:lvl4pPr>
              <a:buNone/>
              <a:defRPr sz="900">
                <a:solidFill>
                  <a:schemeClr val="accent1"/>
                </a:solidFill>
              </a:defRPr>
            </a:lvl4pPr>
            <a:lvl5pPr>
              <a:buNone/>
              <a:defRPr sz="900">
                <a:solidFill>
                  <a:schemeClr val="accent1"/>
                </a:solidFill>
              </a:defRPr>
            </a:lvl5pPr>
          </a:lstStyle>
          <a:p>
            <a:pPr lvl="0"/>
            <a:r>
              <a:rPr lang="de-DE"/>
              <a:t>Click to add Eyebrow text</a:t>
            </a:r>
            <a:endParaRPr lang="de-DE" dirty="0"/>
          </a:p>
        </p:txBody>
      </p:sp>
      <p:sp>
        <p:nvSpPr>
          <p:cNvPr id="19" name="Slide Number Placeholder 4">
            <a:extLst>
              <a:ext uri="{FF2B5EF4-FFF2-40B4-BE49-F238E27FC236}">
                <a16:creationId xmlns:a16="http://schemas.microsoft.com/office/drawing/2014/main" id="{5B89060F-7B54-B0F7-DFB1-5A1F59521E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39750" y="481818"/>
            <a:ext cx="270000" cy="154800"/>
          </a:xfrm>
        </p:spPr>
        <p:txBody>
          <a:bodyPr/>
          <a:lstStyle>
            <a:lvl1pPr algn="l" rtl="0">
              <a:defRPr/>
            </a:lvl1pPr>
          </a:lstStyle>
          <a:p>
            <a:fld id="{23AA811B-2EBD-4900-905E-5BE206449611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20" name="Title 3">
            <a:extLst>
              <a:ext uri="{FF2B5EF4-FFF2-40B4-BE49-F238E27FC236}">
                <a16:creationId xmlns:a16="http://schemas.microsoft.com/office/drawing/2014/main" id="{54ECE5E0-A780-8347-8298-816E47594EA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white">
          <a:xfrm>
            <a:off x="540000" y="1132678"/>
            <a:ext cx="3576388" cy="846935"/>
          </a:xfrm>
        </p:spPr>
        <p:txBody>
          <a:bodyPr vert="horz"/>
          <a:lstStyle>
            <a:lvl1pPr rtl="0">
              <a:defRPr sz="3200">
                <a:solidFill>
                  <a:schemeClr val="tx1"/>
                </a:solidFill>
              </a:defRPr>
            </a:lvl1pPr>
          </a:lstStyle>
          <a:p>
            <a:r>
              <a:rPr lang="de-DE"/>
              <a:t>Click to add title</a:t>
            </a:r>
            <a:endParaRPr lang="de-DE" dirty="0"/>
          </a:p>
        </p:txBody>
      </p:sp>
      <p:sp>
        <p:nvSpPr>
          <p:cNvPr id="21" name="Text Placeholder 5">
            <a:extLst>
              <a:ext uri="{FF2B5EF4-FFF2-40B4-BE49-F238E27FC236}">
                <a16:creationId xmlns:a16="http://schemas.microsoft.com/office/drawing/2014/main" id="{C8F357EF-D5F8-41D2-087D-00899CB94216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39999" y="2513442"/>
            <a:ext cx="3576389" cy="2582540"/>
          </a:xfrm>
        </p:spPr>
        <p:txBody>
          <a:bodyPr/>
          <a:lstStyle>
            <a:lvl1pPr marL="0" indent="0" rtl="0">
              <a:buNone/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  <a:lvl6pPr>
              <a:defRPr>
                <a:solidFill>
                  <a:schemeClr val="tx1"/>
                </a:solidFill>
              </a:defRPr>
            </a:lvl6pPr>
            <a:lvl7pPr>
              <a:defRPr>
                <a:solidFill>
                  <a:schemeClr val="tx1"/>
                </a:solidFill>
              </a:defRPr>
            </a:lvl7pPr>
            <a:lvl8pPr>
              <a:defRPr>
                <a:solidFill>
                  <a:schemeClr val="tx1"/>
                </a:solidFill>
              </a:defRPr>
            </a:lvl8pPr>
            <a:lvl9pPr>
              <a:defRPr>
                <a:solidFill>
                  <a:schemeClr val="tx1"/>
                </a:solidFill>
              </a:defRPr>
            </a:lvl9pPr>
          </a:lstStyle>
          <a:p>
            <a:pPr lvl="0"/>
            <a:r>
              <a:rPr lang="de-DE" noProof="0"/>
              <a:t>Click to add</a:t>
            </a:r>
            <a:endParaRPr lang="de-DE" noProof="0" dirty="0"/>
          </a:p>
        </p:txBody>
      </p:sp>
    </p:spTree>
    <p:extLst>
      <p:ext uri="{BB962C8B-B14F-4D97-AF65-F5344CB8AC3E}">
        <p14:creationId xmlns:p14="http://schemas.microsoft.com/office/powerpoint/2010/main" val="396022773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570" userDrawn="1">
          <p15:clr>
            <a:srgbClr val="FBAE40"/>
          </p15:clr>
        </p15:guide>
        <p15:guide id="2" orient="horz" pos="3203" userDrawn="1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IDEBAR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hink-cell data - do not delete" hidden="1">
            <a:extLst>
              <a:ext uri="{FF2B5EF4-FFF2-40B4-BE49-F238E27FC236}">
                <a16:creationId xmlns:a16="http://schemas.microsoft.com/office/drawing/2014/main" id="{85C7859E-15DC-DAF8-53F9-A7F268680274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04395985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78" imgH="377" progId="TCLayout.ActiveDocument.1">
                  <p:embed/>
                </p:oleObj>
              </mc:Choice>
              <mc:Fallback>
                <p:oleObj name="think-cell Slide" r:id="rId3" imgW="378" imgH="377" progId="TCLayout.ActiveDocument.1">
                  <p:embed/>
                  <p:pic>
                    <p:nvPicPr>
                      <p:cNvPr id="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85C7859E-15DC-DAF8-53F9-A7F26868027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Date Placeholder 1" hidden="1">
            <a:extLst>
              <a:ext uri="{FF2B5EF4-FFF2-40B4-BE49-F238E27FC236}">
                <a16:creationId xmlns:a16="http://schemas.microsoft.com/office/drawing/2014/main" id="{305BCBE0-A72F-44F9-B907-61C45B8CE45F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>
            <a:lvl1pPr rtl="0">
              <a:defRPr/>
            </a:lvl1pPr>
          </a:lstStyle>
          <a:p>
            <a:fld id="{DC799047-EA7A-4B7B-BDD0-4BBE00DC2356}" type="datetime4">
              <a:rPr lang="en-US" smtClean="0"/>
              <a:t>April 23, 2026</a:t>
            </a:fld>
            <a:endParaRPr lang="de-DE" dirty="0"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9D0BD250-AD35-28FA-5370-6E6259FF7EC9}"/>
              </a:ext>
            </a:extLst>
          </p:cNvPr>
          <p:cNvSpPr/>
          <p:nvPr userDrawn="1"/>
        </p:nvSpPr>
        <p:spPr>
          <a:xfrm>
            <a:off x="4303713" y="904875"/>
            <a:ext cx="7348537" cy="5419725"/>
          </a:xfrm>
          <a:prstGeom prst="roundRect">
            <a:avLst>
              <a:gd name="adj" fmla="val 3405"/>
            </a:avLst>
          </a:prstGeom>
          <a:solidFill>
            <a:schemeClr val="bg1"/>
          </a:solidFill>
          <a:ln>
            <a:noFill/>
          </a:ln>
          <a:effectLst>
            <a:outerShdw blurRad="193425" sx="102000" sy="102000" algn="ctr" rotWithShape="0">
              <a:prstClr val="black">
                <a:alpha val="10085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 rtl="0"/>
            <a:endParaRPr lang="de-DE" sz="1400" noProof="0" dirty="0" err="1"/>
          </a:p>
        </p:txBody>
      </p:sp>
      <p:sp>
        <p:nvSpPr>
          <p:cNvPr id="10" name="Text Placeholder 5">
            <a:extLst>
              <a:ext uri="{FF2B5EF4-FFF2-40B4-BE49-F238E27FC236}">
                <a16:creationId xmlns:a16="http://schemas.microsoft.com/office/drawing/2014/main" id="{9A745A5E-E861-7EF2-19E2-BD837A447812}"/>
              </a:ext>
            </a:extLst>
          </p:cNvPr>
          <p:cNvSpPr txBox="1">
            <a:spLocks/>
          </p:cNvSpPr>
          <p:nvPr userDrawn="1"/>
        </p:nvSpPr>
        <p:spPr>
          <a:xfrm>
            <a:off x="4584506" y="1979612"/>
            <a:ext cx="2622693" cy="446787"/>
          </a:xfrm>
          <a:prstGeom prst="roundRect">
            <a:avLst>
              <a:gd name="adj" fmla="val 50000"/>
            </a:avLst>
          </a:prstGeom>
          <a:blipFill>
            <a:blip r:embed="rId5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vert="horz" lIns="0" tIns="0" rIns="0" bIns="0" rtlCol="0" anchor="ctr" anchorCtr="0">
            <a:noAutofit/>
          </a:bodyPr>
          <a:lstStyle>
            <a:lvl1pPr marL="180000" indent="-1800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Graphik Regular" panose="020B0503030202060203" pitchFamily="34" charset="77"/>
                <a:ea typeface="+mn-ea"/>
                <a:cs typeface="+mn-cs"/>
              </a:defRPr>
            </a:lvl1pPr>
            <a:lvl2pPr marL="360000" indent="-1800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Graphik Regular" panose="020B0503030202060203" pitchFamily="34" charset="77"/>
                <a:ea typeface="+mn-ea"/>
                <a:cs typeface="+mn-cs"/>
              </a:defRPr>
            </a:lvl2pPr>
            <a:lvl3pPr marL="540000" indent="-1800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Graphik Regular" panose="020B0503030202060203" pitchFamily="34" charset="77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Font typeface="Arial" panose="020B0604020202020204" pitchFamily="34" charset="0"/>
              <a:buChar char="​"/>
              <a:defRPr sz="1400" b="1" i="0" kern="1200" cap="none" baseline="0">
                <a:solidFill>
                  <a:schemeClr val="tx1"/>
                </a:solidFill>
                <a:latin typeface="Graphik Bold" panose="020B0503030202060203" pitchFamily="34" charset="77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Font typeface="Arial" panose="020B0604020202020204" pitchFamily="34" charset="0"/>
              <a:buChar char="​"/>
              <a:tabLst/>
              <a:defRPr sz="1400" kern="1200">
                <a:solidFill>
                  <a:schemeClr val="tx1"/>
                </a:solidFill>
                <a:latin typeface="Graphik Regular" panose="020B0503030202060203" pitchFamily="34" charset="77"/>
                <a:ea typeface="+mn-ea"/>
                <a:cs typeface="+mn-cs"/>
              </a:defRPr>
            </a:lvl5pPr>
            <a:lvl6pPr marL="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Font typeface="Arial" panose="020B0604020202020204" pitchFamily="34" charset="0"/>
              <a:buChar char="​"/>
              <a:defRPr sz="1000" kern="1200">
                <a:solidFill>
                  <a:schemeClr val="tx1"/>
                </a:solidFill>
                <a:latin typeface="Graphik Regular" panose="020B0503030202060203" pitchFamily="34" charset="77"/>
                <a:ea typeface="+mn-ea"/>
                <a:cs typeface="+mn-cs"/>
              </a:defRPr>
            </a:lvl6pPr>
            <a:lvl7pPr marL="0" indent="0" algn="l" defTabSz="914400" rtl="0" eaLnBrk="1" latinLnBrk="0" hangingPunct="1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Font typeface="Arial" panose="020B0604020202020204" pitchFamily="34" charset="0"/>
              <a:buChar char="​"/>
              <a:defRPr sz="1000" b="0" kern="1200" baseline="0">
                <a:solidFill>
                  <a:schemeClr val="tx1"/>
                </a:solidFill>
                <a:latin typeface="Graphik Regular" panose="020B0503030202060203" pitchFamily="34" charset="77"/>
                <a:ea typeface="+mn-ea"/>
                <a:cs typeface="+mn-cs"/>
              </a:defRPr>
            </a:lvl7pPr>
            <a:lvl8pPr marL="180000" indent="-1800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sz="1000" kern="1200">
                <a:solidFill>
                  <a:schemeClr val="tx1"/>
                </a:solidFill>
                <a:latin typeface="Graphik Regular" panose="020B0503030202060203" pitchFamily="34" charset="77"/>
                <a:ea typeface="+mn-ea"/>
                <a:cs typeface="+mn-cs"/>
              </a:defRPr>
            </a:lvl8pPr>
            <a:lvl9pPr marL="0" indent="0" algn="l" defTabSz="914400" rtl="0" eaLnBrk="1" latinLnBrk="0" hangingPunct="1">
              <a:lnSpc>
                <a:spcPct val="90000"/>
              </a:lnSpc>
              <a:spcBef>
                <a:spcPts val="50"/>
              </a:spcBef>
              <a:spcAft>
                <a:spcPts val="50"/>
              </a:spcAft>
              <a:buFont typeface="Arial" panose="020B0604020202020204" pitchFamily="34" charset="0"/>
              <a:buChar char="​"/>
              <a:defRPr sz="2000" kern="1200" baseline="0">
                <a:solidFill>
                  <a:schemeClr val="tx1"/>
                </a:solidFill>
                <a:latin typeface="Graphik Regular" panose="020B0503030202060203" pitchFamily="34" charset="77"/>
                <a:ea typeface="+mn-ea"/>
                <a:cs typeface="+mn-cs"/>
              </a:defRPr>
            </a:lvl9pPr>
          </a:lstStyle>
          <a:p>
            <a:pPr marL="0" indent="0" algn="ctr" rtl="0">
              <a:buFont typeface="Arial" panose="020B0604020202020204" pitchFamily="34" charset="0"/>
              <a:buNone/>
            </a:pPr>
            <a:endParaRPr lang="de-DE" sz="1100" b="1" dirty="0">
              <a:solidFill>
                <a:schemeClr val="bg1"/>
              </a:solidFill>
              <a:latin typeface="Graphik Bold" panose="020B0503030202060203" pitchFamily="34" charset="77"/>
            </a:endParaRPr>
          </a:p>
        </p:txBody>
      </p:sp>
      <p:sp>
        <p:nvSpPr>
          <p:cNvPr id="13" name="Text Placeholder 5">
            <a:extLst>
              <a:ext uri="{FF2B5EF4-FFF2-40B4-BE49-F238E27FC236}">
                <a16:creationId xmlns:a16="http://schemas.microsoft.com/office/drawing/2014/main" id="{6BE8D8D5-B8DB-00B5-CBBF-430FF1E5A3BC}"/>
              </a:ext>
            </a:extLst>
          </p:cNvPr>
          <p:cNvSpPr txBox="1">
            <a:spLocks/>
          </p:cNvSpPr>
          <p:nvPr userDrawn="1"/>
        </p:nvSpPr>
        <p:spPr>
          <a:xfrm>
            <a:off x="7328791" y="1979612"/>
            <a:ext cx="4067755" cy="446787"/>
          </a:xfrm>
          <a:prstGeom prst="roundRect">
            <a:avLst>
              <a:gd name="adj" fmla="val 50000"/>
            </a:avLst>
          </a:prstGeom>
          <a:blipFill>
            <a:blip r:embed="rId6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vert="horz" lIns="0" tIns="0" rIns="0" bIns="0" rtlCol="0" anchor="ctr" anchorCtr="0">
            <a:noAutofit/>
          </a:bodyPr>
          <a:lstStyle>
            <a:lvl1pPr marL="180000" indent="-1800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Graphik Regular" panose="020B0503030202060203" pitchFamily="34" charset="77"/>
                <a:ea typeface="+mn-ea"/>
                <a:cs typeface="+mn-cs"/>
              </a:defRPr>
            </a:lvl1pPr>
            <a:lvl2pPr marL="360000" indent="-1800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Graphik Regular" panose="020B0503030202060203" pitchFamily="34" charset="77"/>
                <a:ea typeface="+mn-ea"/>
                <a:cs typeface="+mn-cs"/>
              </a:defRPr>
            </a:lvl2pPr>
            <a:lvl3pPr marL="540000" indent="-1800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Graphik Regular" panose="020B0503030202060203" pitchFamily="34" charset="77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Font typeface="Arial" panose="020B0604020202020204" pitchFamily="34" charset="0"/>
              <a:buChar char="​"/>
              <a:defRPr sz="1400" b="1" i="0" kern="1200" cap="none" baseline="0">
                <a:solidFill>
                  <a:schemeClr val="tx1"/>
                </a:solidFill>
                <a:latin typeface="Graphik Bold" panose="020B0503030202060203" pitchFamily="34" charset="77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Font typeface="Arial" panose="020B0604020202020204" pitchFamily="34" charset="0"/>
              <a:buChar char="​"/>
              <a:tabLst/>
              <a:defRPr sz="1400" kern="1200">
                <a:solidFill>
                  <a:schemeClr val="tx1"/>
                </a:solidFill>
                <a:latin typeface="Graphik Regular" panose="020B0503030202060203" pitchFamily="34" charset="77"/>
                <a:ea typeface="+mn-ea"/>
                <a:cs typeface="+mn-cs"/>
              </a:defRPr>
            </a:lvl5pPr>
            <a:lvl6pPr marL="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Font typeface="Arial" panose="020B0604020202020204" pitchFamily="34" charset="0"/>
              <a:buChar char="​"/>
              <a:defRPr sz="1000" kern="1200">
                <a:solidFill>
                  <a:schemeClr val="tx1"/>
                </a:solidFill>
                <a:latin typeface="Graphik Regular" panose="020B0503030202060203" pitchFamily="34" charset="77"/>
                <a:ea typeface="+mn-ea"/>
                <a:cs typeface="+mn-cs"/>
              </a:defRPr>
            </a:lvl6pPr>
            <a:lvl7pPr marL="0" indent="0" algn="l" defTabSz="914400" rtl="0" eaLnBrk="1" latinLnBrk="0" hangingPunct="1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Font typeface="Arial" panose="020B0604020202020204" pitchFamily="34" charset="0"/>
              <a:buChar char="​"/>
              <a:defRPr sz="1000" b="0" kern="1200" baseline="0">
                <a:solidFill>
                  <a:schemeClr val="tx1"/>
                </a:solidFill>
                <a:latin typeface="Graphik Regular" panose="020B0503030202060203" pitchFamily="34" charset="77"/>
                <a:ea typeface="+mn-ea"/>
                <a:cs typeface="+mn-cs"/>
              </a:defRPr>
            </a:lvl7pPr>
            <a:lvl8pPr marL="180000" indent="-1800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sz="1000" kern="1200">
                <a:solidFill>
                  <a:schemeClr val="tx1"/>
                </a:solidFill>
                <a:latin typeface="Graphik Regular" panose="020B0503030202060203" pitchFamily="34" charset="77"/>
                <a:ea typeface="+mn-ea"/>
                <a:cs typeface="+mn-cs"/>
              </a:defRPr>
            </a:lvl8pPr>
            <a:lvl9pPr marL="0" indent="0" algn="l" defTabSz="914400" rtl="0" eaLnBrk="1" latinLnBrk="0" hangingPunct="1">
              <a:lnSpc>
                <a:spcPct val="90000"/>
              </a:lnSpc>
              <a:spcBef>
                <a:spcPts val="50"/>
              </a:spcBef>
              <a:spcAft>
                <a:spcPts val="50"/>
              </a:spcAft>
              <a:buFont typeface="Arial" panose="020B0604020202020204" pitchFamily="34" charset="0"/>
              <a:buChar char="​"/>
              <a:defRPr sz="2000" kern="1200" baseline="0">
                <a:solidFill>
                  <a:schemeClr val="tx1"/>
                </a:solidFill>
                <a:latin typeface="Graphik Regular" panose="020B0503030202060203" pitchFamily="34" charset="77"/>
                <a:ea typeface="+mn-ea"/>
                <a:cs typeface="+mn-cs"/>
              </a:defRPr>
            </a:lvl9pPr>
          </a:lstStyle>
          <a:p>
            <a:pPr marL="0" indent="0" algn="ctr" rtl="0">
              <a:buFont typeface="Arial" panose="020B0604020202020204" pitchFamily="34" charset="0"/>
              <a:buNone/>
            </a:pPr>
            <a:endParaRPr lang="de-DE" sz="1100" b="1" dirty="0">
              <a:solidFill>
                <a:schemeClr val="bg1"/>
              </a:solidFill>
              <a:latin typeface="Graphik Bold" panose="020B0503030202060203" pitchFamily="34" charset="77"/>
            </a:endParaRPr>
          </a:p>
        </p:txBody>
      </p:sp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A6C10D10-539B-ECD1-AEE0-8792BE8EE837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4670425" y="1643063"/>
            <a:ext cx="2276475" cy="228600"/>
          </a:xfrm>
        </p:spPr>
        <p:txBody>
          <a:bodyPr/>
          <a:lstStyle>
            <a:lvl4pPr rtl="0">
              <a:defRPr/>
            </a:lvl4pPr>
          </a:lstStyle>
          <a:p>
            <a:pPr lvl="3"/>
            <a:r>
              <a:rPr lang="de-DE"/>
              <a:t>Fourth level</a:t>
            </a:r>
            <a:endParaRPr lang="de-DE" dirty="0"/>
          </a:p>
        </p:txBody>
      </p:sp>
      <p:sp>
        <p:nvSpPr>
          <p:cNvPr id="21" name="Text Placeholder 19">
            <a:extLst>
              <a:ext uri="{FF2B5EF4-FFF2-40B4-BE49-F238E27FC236}">
                <a16:creationId xmlns:a16="http://schemas.microsoft.com/office/drawing/2014/main" id="{DDE5F0AC-E276-05D7-5D41-7C61A5AC196E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7392144" y="1643063"/>
            <a:ext cx="2276475" cy="228600"/>
          </a:xfrm>
        </p:spPr>
        <p:txBody>
          <a:bodyPr/>
          <a:lstStyle>
            <a:lvl4pPr rtl="0">
              <a:defRPr/>
            </a:lvl4pPr>
          </a:lstStyle>
          <a:p>
            <a:pPr lvl="3"/>
            <a:r>
              <a:rPr lang="de-DE"/>
              <a:t>Fourth level</a:t>
            </a:r>
            <a:endParaRPr lang="de-DE" dirty="0"/>
          </a:p>
        </p:txBody>
      </p:sp>
      <p:sp>
        <p:nvSpPr>
          <p:cNvPr id="24" name="Table Placeholder 23">
            <a:extLst>
              <a:ext uri="{FF2B5EF4-FFF2-40B4-BE49-F238E27FC236}">
                <a16:creationId xmlns:a16="http://schemas.microsoft.com/office/drawing/2014/main" id="{F24FFA63-A98A-690E-048A-6657BF8552F4}"/>
              </a:ext>
            </a:extLst>
          </p:cNvPr>
          <p:cNvSpPr>
            <a:spLocks noGrp="1"/>
          </p:cNvSpPr>
          <p:nvPr>
            <p:ph type="tbl" sz="quarter" idx="37"/>
          </p:nvPr>
        </p:nvSpPr>
        <p:spPr>
          <a:xfrm>
            <a:off x="4680857" y="1979613"/>
            <a:ext cx="2447018" cy="43449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de-DE"/>
              <a:t>Tabelle durch Klicken auf Symbol hinzufügen</a:t>
            </a:r>
            <a:endParaRPr lang="en-MX" dirty="0"/>
          </a:p>
        </p:txBody>
      </p:sp>
      <p:sp>
        <p:nvSpPr>
          <p:cNvPr id="25" name="Table Placeholder 23">
            <a:extLst>
              <a:ext uri="{FF2B5EF4-FFF2-40B4-BE49-F238E27FC236}">
                <a16:creationId xmlns:a16="http://schemas.microsoft.com/office/drawing/2014/main" id="{6C10B3AD-F4F5-5657-5401-41502AE32A7C}"/>
              </a:ext>
            </a:extLst>
          </p:cNvPr>
          <p:cNvSpPr>
            <a:spLocks noGrp="1"/>
          </p:cNvSpPr>
          <p:nvPr>
            <p:ph type="tbl" sz="quarter" idx="38"/>
          </p:nvPr>
        </p:nvSpPr>
        <p:spPr>
          <a:xfrm>
            <a:off x="7464152" y="1979613"/>
            <a:ext cx="3824334" cy="43449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de-DE"/>
              <a:t>Tabelle durch Klicken auf Symbol hinzufügen</a:t>
            </a:r>
            <a:endParaRPr lang="en-MX" dirty="0"/>
          </a:p>
        </p:txBody>
      </p:sp>
      <p:sp>
        <p:nvSpPr>
          <p:cNvPr id="32" name="Logo">
            <a:extLst>
              <a:ext uri="{FF2B5EF4-FFF2-40B4-BE49-F238E27FC236}">
                <a16:creationId xmlns:a16="http://schemas.microsoft.com/office/drawing/2014/main" id="{BB116AF8-8381-B72B-F4A3-74697DE6536B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1157045" y="491598"/>
            <a:ext cx="493617" cy="102665"/>
          </a:xfrm>
          <a:custGeom>
            <a:avLst/>
            <a:gdLst>
              <a:gd name="T0" fmla="*/ 3133 w 3201"/>
              <a:gd name="T1" fmla="*/ 97 h 664"/>
              <a:gd name="T2" fmla="*/ 3148 w 3201"/>
              <a:gd name="T3" fmla="*/ 81 h 664"/>
              <a:gd name="T4" fmla="*/ 3120 w 3201"/>
              <a:gd name="T5" fmla="*/ 77 h 664"/>
              <a:gd name="T6" fmla="*/ 3109 w 3201"/>
              <a:gd name="T7" fmla="*/ 135 h 664"/>
              <a:gd name="T8" fmla="*/ 3150 w 3201"/>
              <a:gd name="T9" fmla="*/ 69 h 664"/>
              <a:gd name="T10" fmla="*/ 3156 w 3201"/>
              <a:gd name="T11" fmla="*/ 99 h 664"/>
              <a:gd name="T12" fmla="*/ 3158 w 3201"/>
              <a:gd name="T13" fmla="*/ 122 h 664"/>
              <a:gd name="T14" fmla="*/ 3147 w 3201"/>
              <a:gd name="T15" fmla="*/ 124 h 664"/>
              <a:gd name="T16" fmla="*/ 3120 w 3201"/>
              <a:gd name="T17" fmla="*/ 106 h 664"/>
              <a:gd name="T18" fmla="*/ 2276 w 3201"/>
              <a:gd name="T19" fmla="*/ 420 h 664"/>
              <a:gd name="T20" fmla="*/ 2391 w 3201"/>
              <a:gd name="T21" fmla="*/ 562 h 664"/>
              <a:gd name="T22" fmla="*/ 2473 w 3201"/>
              <a:gd name="T23" fmla="*/ 314 h 664"/>
              <a:gd name="T24" fmla="*/ 2276 w 3201"/>
              <a:gd name="T25" fmla="*/ 420 h 664"/>
              <a:gd name="T26" fmla="*/ 2178 w 3201"/>
              <a:gd name="T27" fmla="*/ 294 h 664"/>
              <a:gd name="T28" fmla="*/ 2567 w 3201"/>
              <a:gd name="T29" fmla="*/ 245 h 664"/>
              <a:gd name="T30" fmla="*/ 2392 w 3201"/>
              <a:gd name="T31" fmla="*/ 662 h 664"/>
              <a:gd name="T32" fmla="*/ 2147 w 3201"/>
              <a:gd name="T33" fmla="*/ 413 h 664"/>
              <a:gd name="T34" fmla="*/ 649 w 3201"/>
              <a:gd name="T35" fmla="*/ 526 h 664"/>
              <a:gd name="T36" fmla="*/ 847 w 3201"/>
              <a:gd name="T37" fmla="*/ 419 h 664"/>
              <a:gd name="T38" fmla="*/ 649 w 3201"/>
              <a:gd name="T39" fmla="*/ 314 h 664"/>
              <a:gd name="T40" fmla="*/ 488 w 3201"/>
              <a:gd name="T41" fmla="*/ 413 h 664"/>
              <a:gd name="T42" fmla="*/ 731 w 3201"/>
              <a:gd name="T43" fmla="*/ 177 h 664"/>
              <a:gd name="T44" fmla="*/ 906 w 3201"/>
              <a:gd name="T45" fmla="*/ 593 h 664"/>
              <a:gd name="T46" fmla="*/ 518 w 3201"/>
              <a:gd name="T47" fmla="*/ 549 h 664"/>
              <a:gd name="T48" fmla="*/ 3137 w 3201"/>
              <a:gd name="T49" fmla="*/ 48 h 664"/>
              <a:gd name="T50" fmla="*/ 3084 w 3201"/>
              <a:gd name="T51" fmla="*/ 100 h 664"/>
              <a:gd name="T52" fmla="*/ 3137 w 3201"/>
              <a:gd name="T53" fmla="*/ 152 h 664"/>
              <a:gd name="T54" fmla="*/ 3190 w 3201"/>
              <a:gd name="T55" fmla="*/ 100 h 664"/>
              <a:gd name="T56" fmla="*/ 3137 w 3201"/>
              <a:gd name="T57" fmla="*/ 48 h 664"/>
              <a:gd name="T58" fmla="*/ 3168 w 3201"/>
              <a:gd name="T59" fmla="*/ 46 h 664"/>
              <a:gd name="T60" fmla="*/ 3192 w 3201"/>
              <a:gd name="T61" fmla="*/ 131 h 664"/>
              <a:gd name="T62" fmla="*/ 3105 w 3201"/>
              <a:gd name="T63" fmla="*/ 154 h 664"/>
              <a:gd name="T64" fmla="*/ 3082 w 3201"/>
              <a:gd name="T65" fmla="*/ 69 h 664"/>
              <a:gd name="T66" fmla="*/ 2809 w 3201"/>
              <a:gd name="T67" fmla="*/ 652 h 664"/>
              <a:gd name="T68" fmla="*/ 2749 w 3201"/>
              <a:gd name="T69" fmla="*/ 187 h 664"/>
              <a:gd name="T70" fmla="*/ 2877 w 3201"/>
              <a:gd name="T71" fmla="*/ 464 h 664"/>
              <a:gd name="T72" fmla="*/ 3109 w 3201"/>
              <a:gd name="T73" fmla="*/ 187 h 664"/>
              <a:gd name="T74" fmla="*/ 1826 w 3201"/>
              <a:gd name="T75" fmla="*/ 416 h 664"/>
              <a:gd name="T76" fmla="*/ 2110 w 3201"/>
              <a:gd name="T77" fmla="*/ 308 h 664"/>
              <a:gd name="T78" fmla="*/ 1831 w 3201"/>
              <a:gd name="T79" fmla="*/ 663 h 664"/>
              <a:gd name="T80" fmla="*/ 1500 w 3201"/>
              <a:gd name="T81" fmla="*/ 329 h 664"/>
              <a:gd name="T82" fmla="*/ 1824 w 3201"/>
              <a:gd name="T83" fmla="*/ 0 h 664"/>
              <a:gd name="T84" fmla="*/ 1971 w 3201"/>
              <a:gd name="T85" fmla="*/ 212 h 664"/>
              <a:gd name="T86" fmla="*/ 1686 w 3201"/>
              <a:gd name="T87" fmla="*/ 164 h 664"/>
              <a:gd name="T88" fmla="*/ 1822 w 3201"/>
              <a:gd name="T89" fmla="*/ 552 h 664"/>
              <a:gd name="T90" fmla="*/ 1977 w 3201"/>
              <a:gd name="T91" fmla="*/ 416 h 664"/>
              <a:gd name="T92" fmla="*/ 1330 w 3201"/>
              <a:gd name="T93" fmla="*/ 652 h 664"/>
              <a:gd name="T94" fmla="*/ 1174 w 3201"/>
              <a:gd name="T95" fmla="*/ 662 h 664"/>
              <a:gd name="T96" fmla="*/ 1016 w 3201"/>
              <a:gd name="T97" fmla="*/ 481 h 664"/>
              <a:gd name="T98" fmla="*/ 1141 w 3201"/>
              <a:gd name="T99" fmla="*/ 401 h 664"/>
              <a:gd name="T100" fmla="*/ 1220 w 3201"/>
              <a:gd name="T101" fmla="*/ 569 h 664"/>
              <a:gd name="T102" fmla="*/ 1321 w 3201"/>
              <a:gd name="T103" fmla="*/ 383 h 664"/>
              <a:gd name="T104" fmla="*/ 1447 w 3201"/>
              <a:gd name="T105" fmla="*/ 652 h 664"/>
              <a:gd name="T106" fmla="*/ 239 w 3201"/>
              <a:gd name="T107" fmla="*/ 382 h 664"/>
              <a:gd name="T108" fmla="*/ 308 w 3201"/>
              <a:gd name="T109" fmla="*/ 264 h 664"/>
              <a:gd name="T110" fmla="*/ 371 w 3201"/>
              <a:gd name="T111" fmla="*/ 383 h 664"/>
              <a:gd name="T112" fmla="*/ 239 w 3201"/>
              <a:gd name="T113" fmla="*/ 382 h 66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</a:cxnLst>
            <a:rect l="0" t="0" r="r" b="b"/>
            <a:pathLst>
              <a:path w="3201" h="664">
                <a:moveTo>
                  <a:pt x="3120" y="97"/>
                </a:moveTo>
                <a:lnTo>
                  <a:pt x="3120" y="97"/>
                </a:lnTo>
                <a:cubicBezTo>
                  <a:pt x="3133" y="97"/>
                  <a:pt x="3133" y="97"/>
                  <a:pt x="3133" y="97"/>
                </a:cubicBezTo>
                <a:cubicBezTo>
                  <a:pt x="3140" y="97"/>
                  <a:pt x="3144" y="96"/>
                  <a:pt x="3146" y="94"/>
                </a:cubicBezTo>
                <a:cubicBezTo>
                  <a:pt x="3149" y="92"/>
                  <a:pt x="3150" y="90"/>
                  <a:pt x="3150" y="87"/>
                </a:cubicBezTo>
                <a:cubicBezTo>
                  <a:pt x="3150" y="85"/>
                  <a:pt x="3149" y="83"/>
                  <a:pt x="3148" y="81"/>
                </a:cubicBezTo>
                <a:cubicBezTo>
                  <a:pt x="3147" y="80"/>
                  <a:pt x="3145" y="79"/>
                  <a:pt x="3143" y="78"/>
                </a:cubicBezTo>
                <a:cubicBezTo>
                  <a:pt x="3141" y="77"/>
                  <a:pt x="3138" y="77"/>
                  <a:pt x="3132" y="77"/>
                </a:cubicBezTo>
                <a:cubicBezTo>
                  <a:pt x="3120" y="77"/>
                  <a:pt x="3120" y="77"/>
                  <a:pt x="3120" y="77"/>
                </a:cubicBezTo>
                <a:lnTo>
                  <a:pt x="3120" y="97"/>
                </a:lnTo>
                <a:close/>
                <a:moveTo>
                  <a:pt x="3109" y="135"/>
                </a:moveTo>
                <a:lnTo>
                  <a:pt x="3109" y="135"/>
                </a:lnTo>
                <a:cubicBezTo>
                  <a:pt x="3109" y="68"/>
                  <a:pt x="3109" y="68"/>
                  <a:pt x="3109" y="68"/>
                </a:cubicBezTo>
                <a:cubicBezTo>
                  <a:pt x="3132" y="68"/>
                  <a:pt x="3132" y="68"/>
                  <a:pt x="3132" y="68"/>
                </a:cubicBezTo>
                <a:cubicBezTo>
                  <a:pt x="3140" y="68"/>
                  <a:pt x="3146" y="68"/>
                  <a:pt x="3150" y="69"/>
                </a:cubicBezTo>
                <a:cubicBezTo>
                  <a:pt x="3153" y="71"/>
                  <a:pt x="3156" y="73"/>
                  <a:pt x="3158" y="76"/>
                </a:cubicBezTo>
                <a:cubicBezTo>
                  <a:pt x="3160" y="79"/>
                  <a:pt x="3161" y="82"/>
                  <a:pt x="3161" y="86"/>
                </a:cubicBezTo>
                <a:cubicBezTo>
                  <a:pt x="3161" y="91"/>
                  <a:pt x="3160" y="95"/>
                  <a:pt x="3156" y="99"/>
                </a:cubicBezTo>
                <a:cubicBezTo>
                  <a:pt x="3153" y="102"/>
                  <a:pt x="3148" y="104"/>
                  <a:pt x="3142" y="105"/>
                </a:cubicBezTo>
                <a:cubicBezTo>
                  <a:pt x="3144" y="106"/>
                  <a:pt x="3146" y="107"/>
                  <a:pt x="3148" y="108"/>
                </a:cubicBezTo>
                <a:cubicBezTo>
                  <a:pt x="3150" y="111"/>
                  <a:pt x="3154" y="115"/>
                  <a:pt x="3158" y="122"/>
                </a:cubicBezTo>
                <a:cubicBezTo>
                  <a:pt x="3166" y="135"/>
                  <a:pt x="3166" y="135"/>
                  <a:pt x="3166" y="135"/>
                </a:cubicBezTo>
                <a:cubicBezTo>
                  <a:pt x="3153" y="135"/>
                  <a:pt x="3153" y="135"/>
                  <a:pt x="3153" y="135"/>
                </a:cubicBezTo>
                <a:cubicBezTo>
                  <a:pt x="3147" y="124"/>
                  <a:pt x="3147" y="124"/>
                  <a:pt x="3147" y="124"/>
                </a:cubicBezTo>
                <a:cubicBezTo>
                  <a:pt x="3142" y="116"/>
                  <a:pt x="3138" y="111"/>
                  <a:pt x="3135" y="109"/>
                </a:cubicBezTo>
                <a:cubicBezTo>
                  <a:pt x="3133" y="107"/>
                  <a:pt x="3130" y="106"/>
                  <a:pt x="3126" y="106"/>
                </a:cubicBezTo>
                <a:cubicBezTo>
                  <a:pt x="3120" y="106"/>
                  <a:pt x="3120" y="106"/>
                  <a:pt x="3120" y="106"/>
                </a:cubicBezTo>
                <a:cubicBezTo>
                  <a:pt x="3120" y="135"/>
                  <a:pt x="3120" y="135"/>
                  <a:pt x="3120" y="135"/>
                </a:cubicBezTo>
                <a:lnTo>
                  <a:pt x="3109" y="135"/>
                </a:lnTo>
                <a:close/>
                <a:moveTo>
                  <a:pt x="2276" y="420"/>
                </a:moveTo>
                <a:lnTo>
                  <a:pt x="2276" y="420"/>
                </a:lnTo>
                <a:cubicBezTo>
                  <a:pt x="2276" y="466"/>
                  <a:pt x="2287" y="501"/>
                  <a:pt x="2309" y="526"/>
                </a:cubicBezTo>
                <a:cubicBezTo>
                  <a:pt x="2331" y="550"/>
                  <a:pt x="2359" y="562"/>
                  <a:pt x="2391" y="562"/>
                </a:cubicBezTo>
                <a:cubicBezTo>
                  <a:pt x="2424" y="562"/>
                  <a:pt x="2451" y="550"/>
                  <a:pt x="2473" y="526"/>
                </a:cubicBezTo>
                <a:cubicBezTo>
                  <a:pt x="2495" y="501"/>
                  <a:pt x="2507" y="465"/>
                  <a:pt x="2507" y="419"/>
                </a:cubicBezTo>
                <a:cubicBezTo>
                  <a:pt x="2507" y="373"/>
                  <a:pt x="2495" y="338"/>
                  <a:pt x="2473" y="314"/>
                </a:cubicBezTo>
                <a:cubicBezTo>
                  <a:pt x="2451" y="289"/>
                  <a:pt x="2424" y="277"/>
                  <a:pt x="2391" y="277"/>
                </a:cubicBezTo>
                <a:cubicBezTo>
                  <a:pt x="2359" y="277"/>
                  <a:pt x="2331" y="289"/>
                  <a:pt x="2309" y="314"/>
                </a:cubicBezTo>
                <a:cubicBezTo>
                  <a:pt x="2287" y="338"/>
                  <a:pt x="2276" y="374"/>
                  <a:pt x="2276" y="420"/>
                </a:cubicBezTo>
                <a:close/>
                <a:moveTo>
                  <a:pt x="2147" y="413"/>
                </a:moveTo>
                <a:lnTo>
                  <a:pt x="2147" y="413"/>
                </a:lnTo>
                <a:cubicBezTo>
                  <a:pt x="2147" y="372"/>
                  <a:pt x="2157" y="333"/>
                  <a:pt x="2178" y="294"/>
                </a:cubicBezTo>
                <a:cubicBezTo>
                  <a:pt x="2198" y="256"/>
                  <a:pt x="2228" y="227"/>
                  <a:pt x="2265" y="207"/>
                </a:cubicBezTo>
                <a:cubicBezTo>
                  <a:pt x="2302" y="187"/>
                  <a:pt x="2344" y="177"/>
                  <a:pt x="2391" y="177"/>
                </a:cubicBezTo>
                <a:cubicBezTo>
                  <a:pt x="2462" y="177"/>
                  <a:pt x="2521" y="200"/>
                  <a:pt x="2567" y="245"/>
                </a:cubicBezTo>
                <a:cubicBezTo>
                  <a:pt x="2613" y="291"/>
                  <a:pt x="2635" y="349"/>
                  <a:pt x="2635" y="418"/>
                </a:cubicBezTo>
                <a:cubicBezTo>
                  <a:pt x="2635" y="489"/>
                  <a:pt x="2612" y="547"/>
                  <a:pt x="2566" y="593"/>
                </a:cubicBezTo>
                <a:cubicBezTo>
                  <a:pt x="2520" y="639"/>
                  <a:pt x="2462" y="662"/>
                  <a:pt x="2392" y="662"/>
                </a:cubicBezTo>
                <a:cubicBezTo>
                  <a:pt x="2348" y="662"/>
                  <a:pt x="2307" y="653"/>
                  <a:pt x="2268" y="634"/>
                </a:cubicBezTo>
                <a:cubicBezTo>
                  <a:pt x="2228" y="614"/>
                  <a:pt x="2198" y="586"/>
                  <a:pt x="2178" y="549"/>
                </a:cubicBezTo>
                <a:cubicBezTo>
                  <a:pt x="2157" y="512"/>
                  <a:pt x="2147" y="466"/>
                  <a:pt x="2147" y="413"/>
                </a:cubicBezTo>
                <a:close/>
                <a:moveTo>
                  <a:pt x="616" y="420"/>
                </a:moveTo>
                <a:lnTo>
                  <a:pt x="616" y="420"/>
                </a:lnTo>
                <a:cubicBezTo>
                  <a:pt x="616" y="466"/>
                  <a:pt x="627" y="501"/>
                  <a:pt x="649" y="526"/>
                </a:cubicBezTo>
                <a:cubicBezTo>
                  <a:pt x="671" y="550"/>
                  <a:pt x="699" y="562"/>
                  <a:pt x="732" y="562"/>
                </a:cubicBezTo>
                <a:cubicBezTo>
                  <a:pt x="764" y="562"/>
                  <a:pt x="792" y="550"/>
                  <a:pt x="814" y="526"/>
                </a:cubicBezTo>
                <a:cubicBezTo>
                  <a:pt x="836" y="501"/>
                  <a:pt x="847" y="465"/>
                  <a:pt x="847" y="419"/>
                </a:cubicBezTo>
                <a:cubicBezTo>
                  <a:pt x="847" y="373"/>
                  <a:pt x="836" y="338"/>
                  <a:pt x="814" y="314"/>
                </a:cubicBezTo>
                <a:cubicBezTo>
                  <a:pt x="792" y="289"/>
                  <a:pt x="764" y="277"/>
                  <a:pt x="732" y="277"/>
                </a:cubicBezTo>
                <a:cubicBezTo>
                  <a:pt x="699" y="277"/>
                  <a:pt x="671" y="289"/>
                  <a:pt x="649" y="314"/>
                </a:cubicBezTo>
                <a:cubicBezTo>
                  <a:pt x="627" y="338"/>
                  <a:pt x="616" y="374"/>
                  <a:pt x="616" y="420"/>
                </a:cubicBezTo>
                <a:close/>
                <a:moveTo>
                  <a:pt x="488" y="413"/>
                </a:moveTo>
                <a:lnTo>
                  <a:pt x="488" y="413"/>
                </a:lnTo>
                <a:cubicBezTo>
                  <a:pt x="488" y="372"/>
                  <a:pt x="498" y="333"/>
                  <a:pt x="518" y="294"/>
                </a:cubicBezTo>
                <a:cubicBezTo>
                  <a:pt x="539" y="256"/>
                  <a:pt x="568" y="227"/>
                  <a:pt x="605" y="207"/>
                </a:cubicBezTo>
                <a:cubicBezTo>
                  <a:pt x="643" y="187"/>
                  <a:pt x="685" y="177"/>
                  <a:pt x="731" y="177"/>
                </a:cubicBezTo>
                <a:cubicBezTo>
                  <a:pt x="803" y="177"/>
                  <a:pt x="861" y="200"/>
                  <a:pt x="907" y="245"/>
                </a:cubicBezTo>
                <a:cubicBezTo>
                  <a:pt x="953" y="291"/>
                  <a:pt x="976" y="349"/>
                  <a:pt x="976" y="418"/>
                </a:cubicBezTo>
                <a:cubicBezTo>
                  <a:pt x="976" y="489"/>
                  <a:pt x="953" y="547"/>
                  <a:pt x="906" y="593"/>
                </a:cubicBezTo>
                <a:cubicBezTo>
                  <a:pt x="860" y="639"/>
                  <a:pt x="802" y="662"/>
                  <a:pt x="732" y="662"/>
                </a:cubicBezTo>
                <a:cubicBezTo>
                  <a:pt x="689" y="662"/>
                  <a:pt x="647" y="653"/>
                  <a:pt x="608" y="634"/>
                </a:cubicBezTo>
                <a:cubicBezTo>
                  <a:pt x="569" y="614"/>
                  <a:pt x="539" y="586"/>
                  <a:pt x="518" y="549"/>
                </a:cubicBezTo>
                <a:cubicBezTo>
                  <a:pt x="498" y="512"/>
                  <a:pt x="488" y="466"/>
                  <a:pt x="488" y="413"/>
                </a:cubicBezTo>
                <a:close/>
                <a:moveTo>
                  <a:pt x="3137" y="48"/>
                </a:moveTo>
                <a:lnTo>
                  <a:pt x="3137" y="48"/>
                </a:lnTo>
                <a:cubicBezTo>
                  <a:pt x="3128" y="48"/>
                  <a:pt x="3119" y="51"/>
                  <a:pt x="3111" y="55"/>
                </a:cubicBezTo>
                <a:cubicBezTo>
                  <a:pt x="3102" y="60"/>
                  <a:pt x="3096" y="66"/>
                  <a:pt x="3091" y="74"/>
                </a:cubicBezTo>
                <a:cubicBezTo>
                  <a:pt x="3086" y="83"/>
                  <a:pt x="3084" y="91"/>
                  <a:pt x="3084" y="100"/>
                </a:cubicBezTo>
                <a:cubicBezTo>
                  <a:pt x="3084" y="109"/>
                  <a:pt x="3086" y="118"/>
                  <a:pt x="3091" y="126"/>
                </a:cubicBezTo>
                <a:cubicBezTo>
                  <a:pt x="3095" y="134"/>
                  <a:pt x="3102" y="141"/>
                  <a:pt x="3110" y="145"/>
                </a:cubicBezTo>
                <a:cubicBezTo>
                  <a:pt x="3119" y="150"/>
                  <a:pt x="3128" y="152"/>
                  <a:pt x="3137" y="152"/>
                </a:cubicBezTo>
                <a:cubicBezTo>
                  <a:pt x="3146" y="152"/>
                  <a:pt x="3155" y="150"/>
                  <a:pt x="3163" y="145"/>
                </a:cubicBezTo>
                <a:cubicBezTo>
                  <a:pt x="3171" y="141"/>
                  <a:pt x="3178" y="134"/>
                  <a:pt x="3182" y="126"/>
                </a:cubicBezTo>
                <a:cubicBezTo>
                  <a:pt x="3187" y="118"/>
                  <a:pt x="3190" y="109"/>
                  <a:pt x="3190" y="100"/>
                </a:cubicBezTo>
                <a:cubicBezTo>
                  <a:pt x="3190" y="91"/>
                  <a:pt x="3187" y="83"/>
                  <a:pt x="3182" y="74"/>
                </a:cubicBezTo>
                <a:cubicBezTo>
                  <a:pt x="3178" y="66"/>
                  <a:pt x="3171" y="60"/>
                  <a:pt x="3163" y="55"/>
                </a:cubicBezTo>
                <a:cubicBezTo>
                  <a:pt x="3154" y="51"/>
                  <a:pt x="3145" y="48"/>
                  <a:pt x="3137" y="48"/>
                </a:cubicBezTo>
                <a:close/>
                <a:moveTo>
                  <a:pt x="3137" y="38"/>
                </a:moveTo>
                <a:lnTo>
                  <a:pt x="3137" y="38"/>
                </a:lnTo>
                <a:cubicBezTo>
                  <a:pt x="3147" y="38"/>
                  <a:pt x="3158" y="41"/>
                  <a:pt x="3168" y="46"/>
                </a:cubicBezTo>
                <a:cubicBezTo>
                  <a:pt x="3178" y="51"/>
                  <a:pt x="3186" y="59"/>
                  <a:pt x="3191" y="69"/>
                </a:cubicBezTo>
                <a:cubicBezTo>
                  <a:pt x="3197" y="79"/>
                  <a:pt x="3200" y="89"/>
                  <a:pt x="3200" y="100"/>
                </a:cubicBezTo>
                <a:cubicBezTo>
                  <a:pt x="3200" y="111"/>
                  <a:pt x="3197" y="121"/>
                  <a:pt x="3192" y="131"/>
                </a:cubicBezTo>
                <a:cubicBezTo>
                  <a:pt x="3186" y="141"/>
                  <a:pt x="3178" y="149"/>
                  <a:pt x="3168" y="154"/>
                </a:cubicBezTo>
                <a:cubicBezTo>
                  <a:pt x="3158" y="160"/>
                  <a:pt x="3148" y="162"/>
                  <a:pt x="3137" y="162"/>
                </a:cubicBezTo>
                <a:cubicBezTo>
                  <a:pt x="3126" y="162"/>
                  <a:pt x="3115" y="160"/>
                  <a:pt x="3105" y="154"/>
                </a:cubicBezTo>
                <a:cubicBezTo>
                  <a:pt x="3095" y="149"/>
                  <a:pt x="3087" y="141"/>
                  <a:pt x="3082" y="131"/>
                </a:cubicBezTo>
                <a:cubicBezTo>
                  <a:pt x="3076" y="121"/>
                  <a:pt x="3073" y="111"/>
                  <a:pt x="3073" y="100"/>
                </a:cubicBezTo>
                <a:cubicBezTo>
                  <a:pt x="3073" y="89"/>
                  <a:pt x="3076" y="79"/>
                  <a:pt x="3082" y="69"/>
                </a:cubicBezTo>
                <a:cubicBezTo>
                  <a:pt x="3087" y="59"/>
                  <a:pt x="3095" y="51"/>
                  <a:pt x="3106" y="46"/>
                </a:cubicBezTo>
                <a:cubicBezTo>
                  <a:pt x="3116" y="41"/>
                  <a:pt x="3126" y="38"/>
                  <a:pt x="3137" y="38"/>
                </a:cubicBezTo>
                <a:close/>
                <a:moveTo>
                  <a:pt x="2809" y="652"/>
                </a:moveTo>
                <a:lnTo>
                  <a:pt x="2809" y="652"/>
                </a:lnTo>
                <a:cubicBezTo>
                  <a:pt x="2618" y="187"/>
                  <a:pt x="2618" y="187"/>
                  <a:pt x="2618" y="187"/>
                </a:cubicBezTo>
                <a:cubicBezTo>
                  <a:pt x="2749" y="187"/>
                  <a:pt x="2749" y="187"/>
                  <a:pt x="2749" y="187"/>
                </a:cubicBezTo>
                <a:cubicBezTo>
                  <a:pt x="2839" y="425"/>
                  <a:pt x="2839" y="425"/>
                  <a:pt x="2839" y="425"/>
                </a:cubicBezTo>
                <a:cubicBezTo>
                  <a:pt x="2864" y="504"/>
                  <a:pt x="2864" y="504"/>
                  <a:pt x="2864" y="504"/>
                </a:cubicBezTo>
                <a:cubicBezTo>
                  <a:pt x="2871" y="483"/>
                  <a:pt x="2875" y="470"/>
                  <a:pt x="2877" y="464"/>
                </a:cubicBezTo>
                <a:cubicBezTo>
                  <a:pt x="2881" y="451"/>
                  <a:pt x="2886" y="438"/>
                  <a:pt x="2891" y="425"/>
                </a:cubicBezTo>
                <a:cubicBezTo>
                  <a:pt x="2981" y="187"/>
                  <a:pt x="2981" y="187"/>
                  <a:pt x="2981" y="187"/>
                </a:cubicBezTo>
                <a:cubicBezTo>
                  <a:pt x="3109" y="187"/>
                  <a:pt x="3109" y="187"/>
                  <a:pt x="3109" y="187"/>
                </a:cubicBezTo>
                <a:cubicBezTo>
                  <a:pt x="2921" y="652"/>
                  <a:pt x="2921" y="652"/>
                  <a:pt x="2921" y="652"/>
                </a:cubicBezTo>
                <a:lnTo>
                  <a:pt x="2809" y="652"/>
                </a:lnTo>
                <a:close/>
                <a:moveTo>
                  <a:pt x="1826" y="416"/>
                </a:moveTo>
                <a:lnTo>
                  <a:pt x="1826" y="416"/>
                </a:lnTo>
                <a:cubicBezTo>
                  <a:pt x="1826" y="308"/>
                  <a:pt x="1826" y="308"/>
                  <a:pt x="1826" y="308"/>
                </a:cubicBezTo>
                <a:cubicBezTo>
                  <a:pt x="2110" y="308"/>
                  <a:pt x="2110" y="308"/>
                  <a:pt x="2110" y="308"/>
                </a:cubicBezTo>
                <a:cubicBezTo>
                  <a:pt x="2110" y="563"/>
                  <a:pt x="2110" y="563"/>
                  <a:pt x="2110" y="563"/>
                </a:cubicBezTo>
                <a:cubicBezTo>
                  <a:pt x="2083" y="590"/>
                  <a:pt x="2043" y="613"/>
                  <a:pt x="1990" y="633"/>
                </a:cubicBezTo>
                <a:cubicBezTo>
                  <a:pt x="1938" y="653"/>
                  <a:pt x="1885" y="663"/>
                  <a:pt x="1831" y="663"/>
                </a:cubicBezTo>
                <a:cubicBezTo>
                  <a:pt x="1763" y="663"/>
                  <a:pt x="1703" y="649"/>
                  <a:pt x="1652" y="621"/>
                </a:cubicBezTo>
                <a:cubicBezTo>
                  <a:pt x="1602" y="593"/>
                  <a:pt x="1563" y="552"/>
                  <a:pt x="1538" y="500"/>
                </a:cubicBezTo>
                <a:cubicBezTo>
                  <a:pt x="1512" y="448"/>
                  <a:pt x="1500" y="391"/>
                  <a:pt x="1500" y="329"/>
                </a:cubicBezTo>
                <a:cubicBezTo>
                  <a:pt x="1500" y="262"/>
                  <a:pt x="1514" y="203"/>
                  <a:pt x="1542" y="151"/>
                </a:cubicBezTo>
                <a:cubicBezTo>
                  <a:pt x="1571" y="99"/>
                  <a:pt x="1613" y="59"/>
                  <a:pt x="1668" y="32"/>
                </a:cubicBezTo>
                <a:cubicBezTo>
                  <a:pt x="1709" y="10"/>
                  <a:pt x="1762" y="0"/>
                  <a:pt x="1824" y="0"/>
                </a:cubicBezTo>
                <a:cubicBezTo>
                  <a:pt x="1905" y="0"/>
                  <a:pt x="1968" y="16"/>
                  <a:pt x="2014" y="50"/>
                </a:cubicBezTo>
                <a:cubicBezTo>
                  <a:pt x="2059" y="83"/>
                  <a:pt x="2089" y="129"/>
                  <a:pt x="2102" y="188"/>
                </a:cubicBezTo>
                <a:cubicBezTo>
                  <a:pt x="1971" y="212"/>
                  <a:pt x="1971" y="212"/>
                  <a:pt x="1971" y="212"/>
                </a:cubicBezTo>
                <a:cubicBezTo>
                  <a:pt x="1961" y="181"/>
                  <a:pt x="1944" y="156"/>
                  <a:pt x="1919" y="138"/>
                </a:cubicBezTo>
                <a:cubicBezTo>
                  <a:pt x="1894" y="119"/>
                  <a:pt x="1862" y="110"/>
                  <a:pt x="1824" y="110"/>
                </a:cubicBezTo>
                <a:cubicBezTo>
                  <a:pt x="1766" y="110"/>
                  <a:pt x="1720" y="128"/>
                  <a:pt x="1686" y="164"/>
                </a:cubicBezTo>
                <a:cubicBezTo>
                  <a:pt x="1652" y="200"/>
                  <a:pt x="1635" y="253"/>
                  <a:pt x="1635" y="324"/>
                </a:cubicBezTo>
                <a:cubicBezTo>
                  <a:pt x="1635" y="400"/>
                  <a:pt x="1653" y="457"/>
                  <a:pt x="1687" y="495"/>
                </a:cubicBezTo>
                <a:cubicBezTo>
                  <a:pt x="1722" y="533"/>
                  <a:pt x="1767" y="552"/>
                  <a:pt x="1822" y="552"/>
                </a:cubicBezTo>
                <a:cubicBezTo>
                  <a:pt x="1850" y="552"/>
                  <a:pt x="1878" y="547"/>
                  <a:pt x="1906" y="536"/>
                </a:cubicBezTo>
                <a:cubicBezTo>
                  <a:pt x="1933" y="526"/>
                  <a:pt x="1957" y="513"/>
                  <a:pt x="1977" y="497"/>
                </a:cubicBezTo>
                <a:cubicBezTo>
                  <a:pt x="1977" y="416"/>
                  <a:pt x="1977" y="416"/>
                  <a:pt x="1977" y="416"/>
                </a:cubicBezTo>
                <a:lnTo>
                  <a:pt x="1826" y="416"/>
                </a:lnTo>
                <a:close/>
                <a:moveTo>
                  <a:pt x="1330" y="652"/>
                </a:moveTo>
                <a:lnTo>
                  <a:pt x="1330" y="652"/>
                </a:lnTo>
                <a:cubicBezTo>
                  <a:pt x="1330" y="583"/>
                  <a:pt x="1330" y="583"/>
                  <a:pt x="1330" y="583"/>
                </a:cubicBezTo>
                <a:cubicBezTo>
                  <a:pt x="1313" y="607"/>
                  <a:pt x="1290" y="627"/>
                  <a:pt x="1262" y="641"/>
                </a:cubicBezTo>
                <a:cubicBezTo>
                  <a:pt x="1234" y="655"/>
                  <a:pt x="1205" y="662"/>
                  <a:pt x="1174" y="662"/>
                </a:cubicBezTo>
                <a:cubicBezTo>
                  <a:pt x="1142" y="662"/>
                  <a:pt x="1113" y="656"/>
                  <a:pt x="1088" y="642"/>
                </a:cubicBezTo>
                <a:cubicBezTo>
                  <a:pt x="1063" y="628"/>
                  <a:pt x="1045" y="609"/>
                  <a:pt x="1033" y="584"/>
                </a:cubicBezTo>
                <a:cubicBezTo>
                  <a:pt x="1022" y="559"/>
                  <a:pt x="1016" y="525"/>
                  <a:pt x="1016" y="481"/>
                </a:cubicBezTo>
                <a:cubicBezTo>
                  <a:pt x="1016" y="187"/>
                  <a:pt x="1016" y="187"/>
                  <a:pt x="1016" y="187"/>
                </a:cubicBezTo>
                <a:cubicBezTo>
                  <a:pt x="1141" y="187"/>
                  <a:pt x="1141" y="187"/>
                  <a:pt x="1141" y="187"/>
                </a:cubicBezTo>
                <a:cubicBezTo>
                  <a:pt x="1141" y="401"/>
                  <a:pt x="1141" y="401"/>
                  <a:pt x="1141" y="401"/>
                </a:cubicBezTo>
                <a:cubicBezTo>
                  <a:pt x="1141" y="466"/>
                  <a:pt x="1144" y="506"/>
                  <a:pt x="1148" y="521"/>
                </a:cubicBezTo>
                <a:cubicBezTo>
                  <a:pt x="1153" y="536"/>
                  <a:pt x="1161" y="547"/>
                  <a:pt x="1174" y="556"/>
                </a:cubicBezTo>
                <a:cubicBezTo>
                  <a:pt x="1186" y="564"/>
                  <a:pt x="1201" y="569"/>
                  <a:pt x="1220" y="569"/>
                </a:cubicBezTo>
                <a:cubicBezTo>
                  <a:pt x="1241" y="569"/>
                  <a:pt x="1260" y="563"/>
                  <a:pt x="1277" y="552"/>
                </a:cubicBezTo>
                <a:cubicBezTo>
                  <a:pt x="1294" y="540"/>
                  <a:pt x="1306" y="526"/>
                  <a:pt x="1312" y="509"/>
                </a:cubicBezTo>
                <a:cubicBezTo>
                  <a:pt x="1318" y="492"/>
                  <a:pt x="1321" y="450"/>
                  <a:pt x="1321" y="383"/>
                </a:cubicBezTo>
                <a:cubicBezTo>
                  <a:pt x="1321" y="187"/>
                  <a:pt x="1321" y="187"/>
                  <a:pt x="1321" y="187"/>
                </a:cubicBezTo>
                <a:cubicBezTo>
                  <a:pt x="1447" y="187"/>
                  <a:pt x="1447" y="187"/>
                  <a:pt x="1447" y="187"/>
                </a:cubicBezTo>
                <a:cubicBezTo>
                  <a:pt x="1447" y="652"/>
                  <a:pt x="1447" y="652"/>
                  <a:pt x="1447" y="652"/>
                </a:cubicBezTo>
                <a:lnTo>
                  <a:pt x="1330" y="652"/>
                </a:lnTo>
                <a:close/>
                <a:moveTo>
                  <a:pt x="239" y="382"/>
                </a:moveTo>
                <a:lnTo>
                  <a:pt x="239" y="382"/>
                </a:lnTo>
                <a:cubicBezTo>
                  <a:pt x="0" y="10"/>
                  <a:pt x="0" y="10"/>
                  <a:pt x="0" y="10"/>
                </a:cubicBezTo>
                <a:cubicBezTo>
                  <a:pt x="154" y="10"/>
                  <a:pt x="154" y="10"/>
                  <a:pt x="154" y="10"/>
                </a:cubicBezTo>
                <a:cubicBezTo>
                  <a:pt x="308" y="264"/>
                  <a:pt x="308" y="264"/>
                  <a:pt x="308" y="264"/>
                </a:cubicBezTo>
                <a:cubicBezTo>
                  <a:pt x="459" y="10"/>
                  <a:pt x="459" y="10"/>
                  <a:pt x="459" y="10"/>
                </a:cubicBezTo>
                <a:cubicBezTo>
                  <a:pt x="611" y="10"/>
                  <a:pt x="611" y="10"/>
                  <a:pt x="611" y="10"/>
                </a:cubicBezTo>
                <a:cubicBezTo>
                  <a:pt x="371" y="383"/>
                  <a:pt x="371" y="383"/>
                  <a:pt x="371" y="383"/>
                </a:cubicBezTo>
                <a:cubicBezTo>
                  <a:pt x="371" y="652"/>
                  <a:pt x="371" y="652"/>
                  <a:pt x="371" y="652"/>
                </a:cubicBezTo>
                <a:cubicBezTo>
                  <a:pt x="239" y="652"/>
                  <a:pt x="239" y="652"/>
                  <a:pt x="239" y="652"/>
                </a:cubicBezTo>
                <a:lnTo>
                  <a:pt x="239" y="382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  <a:effectLst/>
        </p:spPr>
        <p:txBody>
          <a:bodyPr wrap="none" anchor="ctr"/>
          <a:lstStyle/>
          <a:p>
            <a:pPr rtl="0"/>
            <a:endParaRPr lang="de-DE" dirty="0"/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CCC7153D-9533-0AF3-BDC0-E0960C5B9AD6}"/>
              </a:ext>
            </a:extLst>
          </p:cNvPr>
          <p:cNvCxnSpPr>
            <a:cxnSpLocks/>
          </p:cNvCxnSpPr>
          <p:nvPr userDrawn="1"/>
        </p:nvCxnSpPr>
        <p:spPr>
          <a:xfrm>
            <a:off x="539750" y="657225"/>
            <a:ext cx="3576638" cy="0"/>
          </a:xfrm>
          <a:prstGeom prst="line">
            <a:avLst/>
          </a:prstGeom>
          <a:ln w="63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15AD71DF-FA65-33B2-8695-C06159BB8396}"/>
              </a:ext>
            </a:extLst>
          </p:cNvPr>
          <p:cNvCxnSpPr>
            <a:cxnSpLocks/>
          </p:cNvCxnSpPr>
          <p:nvPr userDrawn="1"/>
        </p:nvCxnSpPr>
        <p:spPr>
          <a:xfrm>
            <a:off x="4303713" y="657225"/>
            <a:ext cx="7348537" cy="0"/>
          </a:xfrm>
          <a:prstGeom prst="line">
            <a:avLst/>
          </a:prstGeom>
          <a:ln w="63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Footer Placeholder 3">
            <a:extLst>
              <a:ext uri="{FF2B5EF4-FFF2-40B4-BE49-F238E27FC236}">
                <a16:creationId xmlns:a16="http://schemas.microsoft.com/office/drawing/2014/main" id="{CDC9BDEB-9C02-2553-15E9-805FDA739B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186488" y="486888"/>
            <a:ext cx="4525962" cy="149730"/>
          </a:xfrm>
        </p:spPr>
        <p:txBody>
          <a:bodyPr/>
          <a:lstStyle>
            <a:lvl1pPr rtl="0">
              <a:defRPr/>
            </a:lvl1pPr>
          </a:lstStyle>
          <a:p>
            <a:r>
              <a:rPr lang="de-DE"/>
              <a:t>Charting Manual</a:t>
            </a:r>
            <a:endParaRPr lang="de-DE" dirty="0"/>
          </a:p>
        </p:txBody>
      </p:sp>
      <p:sp>
        <p:nvSpPr>
          <p:cNvPr id="7" name="Text Placeholder Eyebrow">
            <a:extLst>
              <a:ext uri="{FF2B5EF4-FFF2-40B4-BE49-F238E27FC236}">
                <a16:creationId xmlns:a16="http://schemas.microsoft.com/office/drawing/2014/main" id="{2FED1214-FA2E-CAAC-1A57-41A20E80BA77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1300163" y="481818"/>
            <a:ext cx="2642400" cy="154800"/>
          </a:xfrm>
        </p:spPr>
        <p:txBody>
          <a:bodyPr/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1"/>
                </a:solidFill>
              </a:defRPr>
            </a:lvl1pPr>
            <a:lvl2pPr marL="180000" indent="0">
              <a:buNone/>
              <a:defRPr sz="900">
                <a:solidFill>
                  <a:schemeClr val="accent1"/>
                </a:solidFill>
              </a:defRPr>
            </a:lvl2pPr>
            <a:lvl3pPr marL="360000" indent="0">
              <a:buNone/>
              <a:defRPr sz="900">
                <a:solidFill>
                  <a:schemeClr val="accent1"/>
                </a:solidFill>
              </a:defRPr>
            </a:lvl3pPr>
            <a:lvl4pPr>
              <a:buNone/>
              <a:defRPr sz="900">
                <a:solidFill>
                  <a:schemeClr val="accent1"/>
                </a:solidFill>
              </a:defRPr>
            </a:lvl4pPr>
            <a:lvl5pPr>
              <a:buNone/>
              <a:defRPr sz="900">
                <a:solidFill>
                  <a:schemeClr val="accent1"/>
                </a:solidFill>
              </a:defRPr>
            </a:lvl5pPr>
          </a:lstStyle>
          <a:p>
            <a:pPr lvl="0"/>
            <a:r>
              <a:rPr lang="de-DE"/>
              <a:t>Click to add Eyebrow text</a:t>
            </a:r>
            <a:endParaRPr lang="de-DE" dirty="0"/>
          </a:p>
        </p:txBody>
      </p:sp>
      <p:sp>
        <p:nvSpPr>
          <p:cNvPr id="8" name="Slide Number Placeholder 4">
            <a:extLst>
              <a:ext uri="{FF2B5EF4-FFF2-40B4-BE49-F238E27FC236}">
                <a16:creationId xmlns:a16="http://schemas.microsoft.com/office/drawing/2014/main" id="{7B033BBA-4792-0DE0-A56E-C3ED082C99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39750" y="481818"/>
            <a:ext cx="270000" cy="154800"/>
          </a:xfrm>
        </p:spPr>
        <p:txBody>
          <a:bodyPr/>
          <a:lstStyle>
            <a:lvl1pPr algn="l" rtl="0">
              <a:defRPr/>
            </a:lvl1pPr>
          </a:lstStyle>
          <a:p>
            <a:fld id="{23AA811B-2EBD-4900-905E-5BE206449611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9" name="Title 3">
            <a:extLst>
              <a:ext uri="{FF2B5EF4-FFF2-40B4-BE49-F238E27FC236}">
                <a16:creationId xmlns:a16="http://schemas.microsoft.com/office/drawing/2014/main" id="{72B83114-D5FA-B53C-93BF-2B48E38AAEC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white">
          <a:xfrm>
            <a:off x="540000" y="1132678"/>
            <a:ext cx="3576388" cy="846935"/>
          </a:xfrm>
        </p:spPr>
        <p:txBody>
          <a:bodyPr vert="horz"/>
          <a:lstStyle>
            <a:lvl1pPr rtl="0">
              <a:defRPr sz="3200">
                <a:solidFill>
                  <a:schemeClr val="tx1"/>
                </a:solidFill>
              </a:defRPr>
            </a:lvl1pPr>
          </a:lstStyle>
          <a:p>
            <a:r>
              <a:rPr lang="de-DE"/>
              <a:t>Click to add title</a:t>
            </a:r>
            <a:endParaRPr lang="de-DE" dirty="0"/>
          </a:p>
        </p:txBody>
      </p:sp>
      <p:sp>
        <p:nvSpPr>
          <p:cNvPr id="11" name="Text Placeholder 5">
            <a:extLst>
              <a:ext uri="{FF2B5EF4-FFF2-40B4-BE49-F238E27FC236}">
                <a16:creationId xmlns:a16="http://schemas.microsoft.com/office/drawing/2014/main" id="{A083C955-6988-96BE-116D-B5C4245D409B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39999" y="2513442"/>
            <a:ext cx="3576389" cy="2582540"/>
          </a:xfrm>
        </p:spPr>
        <p:txBody>
          <a:bodyPr/>
          <a:lstStyle>
            <a:lvl1pPr marL="0" indent="0" rtl="0">
              <a:buNone/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  <a:lvl6pPr>
              <a:defRPr>
                <a:solidFill>
                  <a:schemeClr val="tx1"/>
                </a:solidFill>
              </a:defRPr>
            </a:lvl6pPr>
            <a:lvl7pPr>
              <a:defRPr>
                <a:solidFill>
                  <a:schemeClr val="tx1"/>
                </a:solidFill>
              </a:defRPr>
            </a:lvl7pPr>
            <a:lvl8pPr>
              <a:defRPr>
                <a:solidFill>
                  <a:schemeClr val="tx1"/>
                </a:solidFill>
              </a:defRPr>
            </a:lvl8pPr>
            <a:lvl9pPr>
              <a:defRPr>
                <a:solidFill>
                  <a:schemeClr val="tx1"/>
                </a:solidFill>
              </a:defRPr>
            </a:lvl9pPr>
          </a:lstStyle>
          <a:p>
            <a:pPr lvl="0"/>
            <a:r>
              <a:rPr lang="de-DE" noProof="0"/>
              <a:t>Click to add</a:t>
            </a:r>
            <a:endParaRPr lang="de-DE" noProof="0" dirty="0"/>
          </a:p>
        </p:txBody>
      </p:sp>
      <p:sp>
        <p:nvSpPr>
          <p:cNvPr id="12" name="Text Placeholder 5">
            <a:extLst>
              <a:ext uri="{FF2B5EF4-FFF2-40B4-BE49-F238E27FC236}">
                <a16:creationId xmlns:a16="http://schemas.microsoft.com/office/drawing/2014/main" id="{967F9BF2-5EA0-A36C-1193-5C5081AFEE87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539999" y="6052457"/>
            <a:ext cx="3576389" cy="272144"/>
          </a:xfrm>
        </p:spPr>
        <p:txBody>
          <a:bodyPr/>
          <a:lstStyle>
            <a:lvl1pPr marL="0" indent="0" rtl="0">
              <a:buNone/>
              <a:defRPr sz="900">
                <a:solidFill>
                  <a:schemeClr val="tx1"/>
                </a:solidFill>
              </a:defRPr>
            </a:lvl1pPr>
            <a:lvl2pPr marL="180000" indent="0">
              <a:buNone/>
              <a:defRPr sz="1100"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  <a:lvl6pPr>
              <a:defRPr>
                <a:solidFill>
                  <a:schemeClr val="tx1"/>
                </a:solidFill>
              </a:defRPr>
            </a:lvl6pPr>
            <a:lvl7pPr>
              <a:defRPr>
                <a:solidFill>
                  <a:schemeClr val="tx1"/>
                </a:solidFill>
              </a:defRPr>
            </a:lvl7pPr>
            <a:lvl8pPr>
              <a:defRPr>
                <a:solidFill>
                  <a:schemeClr val="tx1"/>
                </a:solidFill>
              </a:defRPr>
            </a:lvl8pPr>
            <a:lvl9pPr>
              <a:defRPr>
                <a:solidFill>
                  <a:schemeClr val="tx1"/>
                </a:solidFill>
              </a:defRPr>
            </a:lvl9pPr>
          </a:lstStyle>
          <a:p>
            <a:pPr lvl="0"/>
            <a:r>
              <a:rPr lang="de-DE" noProof="0"/>
              <a:t>Click to add text</a:t>
            </a:r>
            <a:endParaRPr lang="de-DE" noProof="0" dirty="0"/>
          </a:p>
        </p:txBody>
      </p:sp>
      <p:sp>
        <p:nvSpPr>
          <p:cNvPr id="14" name="Text Placeholder 27">
            <a:extLst>
              <a:ext uri="{FF2B5EF4-FFF2-40B4-BE49-F238E27FC236}">
                <a16:creationId xmlns:a16="http://schemas.microsoft.com/office/drawing/2014/main" id="{EADD985F-E99B-C431-FFE9-57B6D29C0A5A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541338" y="5499706"/>
            <a:ext cx="758825" cy="234950"/>
          </a:xfrm>
          <a:prstGeom prst="roundRect">
            <a:avLst>
              <a:gd name="adj" fmla="val 50000"/>
            </a:avLst>
          </a:prstGeom>
          <a:blipFill>
            <a:blip r:embed="rId7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anchor="ctr" anchorCtr="0"/>
          <a:lstStyle>
            <a:lvl1pPr marL="0" indent="0" algn="ctr" rtl="0">
              <a:buNone/>
              <a:defRPr sz="1100" b="1" i="0">
                <a:solidFill>
                  <a:schemeClr val="bg1"/>
                </a:solidFill>
                <a:latin typeface="Graphik Bold" panose="020B0503030202060203" pitchFamily="34" charset="77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7DCEAB04-B127-58DC-BBDC-5860C7EB7279}"/>
              </a:ext>
            </a:extLst>
          </p:cNvPr>
          <p:cNvCxnSpPr>
            <a:cxnSpLocks/>
          </p:cNvCxnSpPr>
          <p:nvPr userDrawn="1"/>
        </p:nvCxnSpPr>
        <p:spPr>
          <a:xfrm>
            <a:off x="539750" y="5910943"/>
            <a:ext cx="1700213" cy="0"/>
          </a:xfrm>
          <a:prstGeom prst="line">
            <a:avLst/>
          </a:prstGeom>
          <a:ln w="63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8675369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570" userDrawn="1">
          <p15:clr>
            <a:srgbClr val="FBAE40"/>
          </p15:clr>
        </p15:guide>
        <p15:guide id="2" orient="horz" pos="3453" userDrawn="1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Gradient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hink-cell data - do not delete" hidden="1">
            <a:extLst>
              <a:ext uri="{FF2B5EF4-FFF2-40B4-BE49-F238E27FC236}">
                <a16:creationId xmlns:a16="http://schemas.microsoft.com/office/drawing/2014/main" id="{9D8AC50B-A21A-1979-B1CF-720C8D553312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20488887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78" imgH="377" progId="TCLayout.ActiveDocument.1">
                  <p:embed/>
                </p:oleObj>
              </mc:Choice>
              <mc:Fallback>
                <p:oleObj name="think-cell Slide" r:id="rId4" imgW="378" imgH="377" progId="TCLayout.ActiveDocument.1">
                  <p:embed/>
                  <p:pic>
                    <p:nvPicPr>
                      <p:cNvPr id="6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9D8AC50B-A21A-1979-B1CF-720C8D55331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Date Placeholder 3" hidden="1">
            <a:extLst>
              <a:ext uri="{FF2B5EF4-FFF2-40B4-BE49-F238E27FC236}">
                <a16:creationId xmlns:a16="http://schemas.microsoft.com/office/drawing/2014/main" id="{DA70F102-654C-47C7-A601-E29FF62A2D14}"/>
              </a:ext>
            </a:extLst>
          </p:cNvPr>
          <p:cNvSpPr>
            <a:spLocks noGrp="1"/>
          </p:cNvSpPr>
          <p:nvPr>
            <p:ph type="dt" sz="half" idx="19"/>
          </p:nvPr>
        </p:nvSpPr>
        <p:spPr/>
        <p:txBody>
          <a:bodyPr/>
          <a:lstStyle>
            <a:lvl1pPr rtl="0">
              <a:defRPr/>
            </a:lvl1pPr>
          </a:lstStyle>
          <a:p>
            <a:fld id="{092FB086-FD54-49A7-8291-6DE6E4011F03}" type="datetime4">
              <a:rPr lang="en-US" smtClean="0"/>
              <a:t>April 23, 2026</a:t>
            </a:fld>
            <a:endParaRPr lang="de-DE" dirty="0"/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 bwMode="white">
          <a:xfrm>
            <a:off x="2422800" y="1980000"/>
            <a:ext cx="6408000" cy="2073600"/>
          </a:xfrm>
        </p:spPr>
        <p:txBody>
          <a:bodyPr vert="horz" anchor="t" anchorCtr="0"/>
          <a:lstStyle>
            <a:lvl1pPr algn="l" rtl="0">
              <a:lnSpc>
                <a:spcPct val="90000"/>
              </a:lnSpc>
              <a:defRPr sz="7200">
                <a:solidFill>
                  <a:schemeClr val="tx1"/>
                </a:solidFill>
              </a:defRPr>
            </a:lvl1pPr>
          </a:lstStyle>
          <a:p>
            <a:r>
              <a:rPr lang="de-DE" noProof="0"/>
              <a:t>Click to add title</a:t>
            </a:r>
            <a:endParaRPr lang="de-DE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1F28C65-3092-4106-A8DF-27457D5E869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 bwMode="white">
          <a:xfrm>
            <a:off x="540000" y="1980000"/>
            <a:ext cx="1702800" cy="1036800"/>
          </a:xfrm>
        </p:spPr>
        <p:txBody>
          <a:bodyPr/>
          <a:lstStyle>
            <a:lvl1pPr marL="0" indent="0" rtl="0">
              <a:lnSpc>
                <a:spcPct val="90000"/>
              </a:lnSpc>
              <a:buNone/>
              <a:defRPr sz="7200">
                <a:latin typeface="+mj-lt"/>
              </a:defRPr>
            </a:lvl1pPr>
            <a:lvl2pPr marL="180000" indent="0">
              <a:buNone/>
              <a:defRPr sz="7200"/>
            </a:lvl2pPr>
          </a:lstStyle>
          <a:p>
            <a:pPr lvl="0"/>
            <a:r>
              <a:rPr lang="de-DE"/>
              <a:t>0</a:t>
            </a:r>
            <a:endParaRPr lang="de-DE" dirty="0"/>
          </a:p>
        </p:txBody>
      </p:sp>
      <p:sp>
        <p:nvSpPr>
          <p:cNvPr id="8" name="Logo">
            <a:extLst>
              <a:ext uri="{FF2B5EF4-FFF2-40B4-BE49-F238E27FC236}">
                <a16:creationId xmlns:a16="http://schemas.microsoft.com/office/drawing/2014/main" id="{0D2306D1-8F7B-138B-B386-757BE02069EB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1157045" y="491598"/>
            <a:ext cx="493617" cy="102665"/>
          </a:xfrm>
          <a:custGeom>
            <a:avLst/>
            <a:gdLst>
              <a:gd name="T0" fmla="*/ 3133 w 3201"/>
              <a:gd name="T1" fmla="*/ 97 h 664"/>
              <a:gd name="T2" fmla="*/ 3148 w 3201"/>
              <a:gd name="T3" fmla="*/ 81 h 664"/>
              <a:gd name="T4" fmla="*/ 3120 w 3201"/>
              <a:gd name="T5" fmla="*/ 77 h 664"/>
              <a:gd name="T6" fmla="*/ 3109 w 3201"/>
              <a:gd name="T7" fmla="*/ 135 h 664"/>
              <a:gd name="T8" fmla="*/ 3150 w 3201"/>
              <a:gd name="T9" fmla="*/ 69 h 664"/>
              <a:gd name="T10" fmla="*/ 3156 w 3201"/>
              <a:gd name="T11" fmla="*/ 99 h 664"/>
              <a:gd name="T12" fmla="*/ 3158 w 3201"/>
              <a:gd name="T13" fmla="*/ 122 h 664"/>
              <a:gd name="T14" fmla="*/ 3147 w 3201"/>
              <a:gd name="T15" fmla="*/ 124 h 664"/>
              <a:gd name="T16" fmla="*/ 3120 w 3201"/>
              <a:gd name="T17" fmla="*/ 106 h 664"/>
              <a:gd name="T18" fmla="*/ 2276 w 3201"/>
              <a:gd name="T19" fmla="*/ 420 h 664"/>
              <a:gd name="T20" fmla="*/ 2391 w 3201"/>
              <a:gd name="T21" fmla="*/ 562 h 664"/>
              <a:gd name="T22" fmla="*/ 2473 w 3201"/>
              <a:gd name="T23" fmla="*/ 314 h 664"/>
              <a:gd name="T24" fmla="*/ 2276 w 3201"/>
              <a:gd name="T25" fmla="*/ 420 h 664"/>
              <a:gd name="T26" fmla="*/ 2178 w 3201"/>
              <a:gd name="T27" fmla="*/ 294 h 664"/>
              <a:gd name="T28" fmla="*/ 2567 w 3201"/>
              <a:gd name="T29" fmla="*/ 245 h 664"/>
              <a:gd name="T30" fmla="*/ 2392 w 3201"/>
              <a:gd name="T31" fmla="*/ 662 h 664"/>
              <a:gd name="T32" fmla="*/ 2147 w 3201"/>
              <a:gd name="T33" fmla="*/ 413 h 664"/>
              <a:gd name="T34" fmla="*/ 649 w 3201"/>
              <a:gd name="T35" fmla="*/ 526 h 664"/>
              <a:gd name="T36" fmla="*/ 847 w 3201"/>
              <a:gd name="T37" fmla="*/ 419 h 664"/>
              <a:gd name="T38" fmla="*/ 649 w 3201"/>
              <a:gd name="T39" fmla="*/ 314 h 664"/>
              <a:gd name="T40" fmla="*/ 488 w 3201"/>
              <a:gd name="T41" fmla="*/ 413 h 664"/>
              <a:gd name="T42" fmla="*/ 731 w 3201"/>
              <a:gd name="T43" fmla="*/ 177 h 664"/>
              <a:gd name="T44" fmla="*/ 906 w 3201"/>
              <a:gd name="T45" fmla="*/ 593 h 664"/>
              <a:gd name="T46" fmla="*/ 518 w 3201"/>
              <a:gd name="T47" fmla="*/ 549 h 664"/>
              <a:gd name="T48" fmla="*/ 3137 w 3201"/>
              <a:gd name="T49" fmla="*/ 48 h 664"/>
              <a:gd name="T50" fmla="*/ 3084 w 3201"/>
              <a:gd name="T51" fmla="*/ 100 h 664"/>
              <a:gd name="T52" fmla="*/ 3137 w 3201"/>
              <a:gd name="T53" fmla="*/ 152 h 664"/>
              <a:gd name="T54" fmla="*/ 3190 w 3201"/>
              <a:gd name="T55" fmla="*/ 100 h 664"/>
              <a:gd name="T56" fmla="*/ 3137 w 3201"/>
              <a:gd name="T57" fmla="*/ 48 h 664"/>
              <a:gd name="T58" fmla="*/ 3168 w 3201"/>
              <a:gd name="T59" fmla="*/ 46 h 664"/>
              <a:gd name="T60" fmla="*/ 3192 w 3201"/>
              <a:gd name="T61" fmla="*/ 131 h 664"/>
              <a:gd name="T62" fmla="*/ 3105 w 3201"/>
              <a:gd name="T63" fmla="*/ 154 h 664"/>
              <a:gd name="T64" fmla="*/ 3082 w 3201"/>
              <a:gd name="T65" fmla="*/ 69 h 664"/>
              <a:gd name="T66" fmla="*/ 2809 w 3201"/>
              <a:gd name="T67" fmla="*/ 652 h 664"/>
              <a:gd name="T68" fmla="*/ 2749 w 3201"/>
              <a:gd name="T69" fmla="*/ 187 h 664"/>
              <a:gd name="T70" fmla="*/ 2877 w 3201"/>
              <a:gd name="T71" fmla="*/ 464 h 664"/>
              <a:gd name="T72" fmla="*/ 3109 w 3201"/>
              <a:gd name="T73" fmla="*/ 187 h 664"/>
              <a:gd name="T74" fmla="*/ 1826 w 3201"/>
              <a:gd name="T75" fmla="*/ 416 h 664"/>
              <a:gd name="T76" fmla="*/ 2110 w 3201"/>
              <a:gd name="T77" fmla="*/ 308 h 664"/>
              <a:gd name="T78" fmla="*/ 1831 w 3201"/>
              <a:gd name="T79" fmla="*/ 663 h 664"/>
              <a:gd name="T80" fmla="*/ 1500 w 3201"/>
              <a:gd name="T81" fmla="*/ 329 h 664"/>
              <a:gd name="T82" fmla="*/ 1824 w 3201"/>
              <a:gd name="T83" fmla="*/ 0 h 664"/>
              <a:gd name="T84" fmla="*/ 1971 w 3201"/>
              <a:gd name="T85" fmla="*/ 212 h 664"/>
              <a:gd name="T86" fmla="*/ 1686 w 3201"/>
              <a:gd name="T87" fmla="*/ 164 h 664"/>
              <a:gd name="T88" fmla="*/ 1822 w 3201"/>
              <a:gd name="T89" fmla="*/ 552 h 664"/>
              <a:gd name="T90" fmla="*/ 1977 w 3201"/>
              <a:gd name="T91" fmla="*/ 416 h 664"/>
              <a:gd name="T92" fmla="*/ 1330 w 3201"/>
              <a:gd name="T93" fmla="*/ 652 h 664"/>
              <a:gd name="T94" fmla="*/ 1174 w 3201"/>
              <a:gd name="T95" fmla="*/ 662 h 664"/>
              <a:gd name="T96" fmla="*/ 1016 w 3201"/>
              <a:gd name="T97" fmla="*/ 481 h 664"/>
              <a:gd name="T98" fmla="*/ 1141 w 3201"/>
              <a:gd name="T99" fmla="*/ 401 h 664"/>
              <a:gd name="T100" fmla="*/ 1220 w 3201"/>
              <a:gd name="T101" fmla="*/ 569 h 664"/>
              <a:gd name="T102" fmla="*/ 1321 w 3201"/>
              <a:gd name="T103" fmla="*/ 383 h 664"/>
              <a:gd name="T104" fmla="*/ 1447 w 3201"/>
              <a:gd name="T105" fmla="*/ 652 h 664"/>
              <a:gd name="T106" fmla="*/ 239 w 3201"/>
              <a:gd name="T107" fmla="*/ 382 h 664"/>
              <a:gd name="T108" fmla="*/ 308 w 3201"/>
              <a:gd name="T109" fmla="*/ 264 h 664"/>
              <a:gd name="T110" fmla="*/ 371 w 3201"/>
              <a:gd name="T111" fmla="*/ 383 h 664"/>
              <a:gd name="T112" fmla="*/ 239 w 3201"/>
              <a:gd name="T113" fmla="*/ 382 h 66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</a:cxnLst>
            <a:rect l="0" t="0" r="r" b="b"/>
            <a:pathLst>
              <a:path w="3201" h="664">
                <a:moveTo>
                  <a:pt x="3120" y="97"/>
                </a:moveTo>
                <a:lnTo>
                  <a:pt x="3120" y="97"/>
                </a:lnTo>
                <a:cubicBezTo>
                  <a:pt x="3133" y="97"/>
                  <a:pt x="3133" y="97"/>
                  <a:pt x="3133" y="97"/>
                </a:cubicBezTo>
                <a:cubicBezTo>
                  <a:pt x="3140" y="97"/>
                  <a:pt x="3144" y="96"/>
                  <a:pt x="3146" y="94"/>
                </a:cubicBezTo>
                <a:cubicBezTo>
                  <a:pt x="3149" y="92"/>
                  <a:pt x="3150" y="90"/>
                  <a:pt x="3150" y="87"/>
                </a:cubicBezTo>
                <a:cubicBezTo>
                  <a:pt x="3150" y="85"/>
                  <a:pt x="3149" y="83"/>
                  <a:pt x="3148" y="81"/>
                </a:cubicBezTo>
                <a:cubicBezTo>
                  <a:pt x="3147" y="80"/>
                  <a:pt x="3145" y="79"/>
                  <a:pt x="3143" y="78"/>
                </a:cubicBezTo>
                <a:cubicBezTo>
                  <a:pt x="3141" y="77"/>
                  <a:pt x="3138" y="77"/>
                  <a:pt x="3132" y="77"/>
                </a:cubicBezTo>
                <a:cubicBezTo>
                  <a:pt x="3120" y="77"/>
                  <a:pt x="3120" y="77"/>
                  <a:pt x="3120" y="77"/>
                </a:cubicBezTo>
                <a:lnTo>
                  <a:pt x="3120" y="97"/>
                </a:lnTo>
                <a:close/>
                <a:moveTo>
                  <a:pt x="3109" y="135"/>
                </a:moveTo>
                <a:lnTo>
                  <a:pt x="3109" y="135"/>
                </a:lnTo>
                <a:cubicBezTo>
                  <a:pt x="3109" y="68"/>
                  <a:pt x="3109" y="68"/>
                  <a:pt x="3109" y="68"/>
                </a:cubicBezTo>
                <a:cubicBezTo>
                  <a:pt x="3132" y="68"/>
                  <a:pt x="3132" y="68"/>
                  <a:pt x="3132" y="68"/>
                </a:cubicBezTo>
                <a:cubicBezTo>
                  <a:pt x="3140" y="68"/>
                  <a:pt x="3146" y="68"/>
                  <a:pt x="3150" y="69"/>
                </a:cubicBezTo>
                <a:cubicBezTo>
                  <a:pt x="3153" y="71"/>
                  <a:pt x="3156" y="73"/>
                  <a:pt x="3158" y="76"/>
                </a:cubicBezTo>
                <a:cubicBezTo>
                  <a:pt x="3160" y="79"/>
                  <a:pt x="3161" y="82"/>
                  <a:pt x="3161" y="86"/>
                </a:cubicBezTo>
                <a:cubicBezTo>
                  <a:pt x="3161" y="91"/>
                  <a:pt x="3160" y="95"/>
                  <a:pt x="3156" y="99"/>
                </a:cubicBezTo>
                <a:cubicBezTo>
                  <a:pt x="3153" y="102"/>
                  <a:pt x="3148" y="104"/>
                  <a:pt x="3142" y="105"/>
                </a:cubicBezTo>
                <a:cubicBezTo>
                  <a:pt x="3144" y="106"/>
                  <a:pt x="3146" y="107"/>
                  <a:pt x="3148" y="108"/>
                </a:cubicBezTo>
                <a:cubicBezTo>
                  <a:pt x="3150" y="111"/>
                  <a:pt x="3154" y="115"/>
                  <a:pt x="3158" y="122"/>
                </a:cubicBezTo>
                <a:cubicBezTo>
                  <a:pt x="3166" y="135"/>
                  <a:pt x="3166" y="135"/>
                  <a:pt x="3166" y="135"/>
                </a:cubicBezTo>
                <a:cubicBezTo>
                  <a:pt x="3153" y="135"/>
                  <a:pt x="3153" y="135"/>
                  <a:pt x="3153" y="135"/>
                </a:cubicBezTo>
                <a:cubicBezTo>
                  <a:pt x="3147" y="124"/>
                  <a:pt x="3147" y="124"/>
                  <a:pt x="3147" y="124"/>
                </a:cubicBezTo>
                <a:cubicBezTo>
                  <a:pt x="3142" y="116"/>
                  <a:pt x="3138" y="111"/>
                  <a:pt x="3135" y="109"/>
                </a:cubicBezTo>
                <a:cubicBezTo>
                  <a:pt x="3133" y="107"/>
                  <a:pt x="3130" y="106"/>
                  <a:pt x="3126" y="106"/>
                </a:cubicBezTo>
                <a:cubicBezTo>
                  <a:pt x="3120" y="106"/>
                  <a:pt x="3120" y="106"/>
                  <a:pt x="3120" y="106"/>
                </a:cubicBezTo>
                <a:cubicBezTo>
                  <a:pt x="3120" y="135"/>
                  <a:pt x="3120" y="135"/>
                  <a:pt x="3120" y="135"/>
                </a:cubicBezTo>
                <a:lnTo>
                  <a:pt x="3109" y="135"/>
                </a:lnTo>
                <a:close/>
                <a:moveTo>
                  <a:pt x="2276" y="420"/>
                </a:moveTo>
                <a:lnTo>
                  <a:pt x="2276" y="420"/>
                </a:lnTo>
                <a:cubicBezTo>
                  <a:pt x="2276" y="466"/>
                  <a:pt x="2287" y="501"/>
                  <a:pt x="2309" y="526"/>
                </a:cubicBezTo>
                <a:cubicBezTo>
                  <a:pt x="2331" y="550"/>
                  <a:pt x="2359" y="562"/>
                  <a:pt x="2391" y="562"/>
                </a:cubicBezTo>
                <a:cubicBezTo>
                  <a:pt x="2424" y="562"/>
                  <a:pt x="2451" y="550"/>
                  <a:pt x="2473" y="526"/>
                </a:cubicBezTo>
                <a:cubicBezTo>
                  <a:pt x="2495" y="501"/>
                  <a:pt x="2507" y="465"/>
                  <a:pt x="2507" y="419"/>
                </a:cubicBezTo>
                <a:cubicBezTo>
                  <a:pt x="2507" y="373"/>
                  <a:pt x="2495" y="338"/>
                  <a:pt x="2473" y="314"/>
                </a:cubicBezTo>
                <a:cubicBezTo>
                  <a:pt x="2451" y="289"/>
                  <a:pt x="2424" y="277"/>
                  <a:pt x="2391" y="277"/>
                </a:cubicBezTo>
                <a:cubicBezTo>
                  <a:pt x="2359" y="277"/>
                  <a:pt x="2331" y="289"/>
                  <a:pt x="2309" y="314"/>
                </a:cubicBezTo>
                <a:cubicBezTo>
                  <a:pt x="2287" y="338"/>
                  <a:pt x="2276" y="374"/>
                  <a:pt x="2276" y="420"/>
                </a:cubicBezTo>
                <a:close/>
                <a:moveTo>
                  <a:pt x="2147" y="413"/>
                </a:moveTo>
                <a:lnTo>
                  <a:pt x="2147" y="413"/>
                </a:lnTo>
                <a:cubicBezTo>
                  <a:pt x="2147" y="372"/>
                  <a:pt x="2157" y="333"/>
                  <a:pt x="2178" y="294"/>
                </a:cubicBezTo>
                <a:cubicBezTo>
                  <a:pt x="2198" y="256"/>
                  <a:pt x="2228" y="227"/>
                  <a:pt x="2265" y="207"/>
                </a:cubicBezTo>
                <a:cubicBezTo>
                  <a:pt x="2302" y="187"/>
                  <a:pt x="2344" y="177"/>
                  <a:pt x="2391" y="177"/>
                </a:cubicBezTo>
                <a:cubicBezTo>
                  <a:pt x="2462" y="177"/>
                  <a:pt x="2521" y="200"/>
                  <a:pt x="2567" y="245"/>
                </a:cubicBezTo>
                <a:cubicBezTo>
                  <a:pt x="2613" y="291"/>
                  <a:pt x="2635" y="349"/>
                  <a:pt x="2635" y="418"/>
                </a:cubicBezTo>
                <a:cubicBezTo>
                  <a:pt x="2635" y="489"/>
                  <a:pt x="2612" y="547"/>
                  <a:pt x="2566" y="593"/>
                </a:cubicBezTo>
                <a:cubicBezTo>
                  <a:pt x="2520" y="639"/>
                  <a:pt x="2462" y="662"/>
                  <a:pt x="2392" y="662"/>
                </a:cubicBezTo>
                <a:cubicBezTo>
                  <a:pt x="2348" y="662"/>
                  <a:pt x="2307" y="653"/>
                  <a:pt x="2268" y="634"/>
                </a:cubicBezTo>
                <a:cubicBezTo>
                  <a:pt x="2228" y="614"/>
                  <a:pt x="2198" y="586"/>
                  <a:pt x="2178" y="549"/>
                </a:cubicBezTo>
                <a:cubicBezTo>
                  <a:pt x="2157" y="512"/>
                  <a:pt x="2147" y="466"/>
                  <a:pt x="2147" y="413"/>
                </a:cubicBezTo>
                <a:close/>
                <a:moveTo>
                  <a:pt x="616" y="420"/>
                </a:moveTo>
                <a:lnTo>
                  <a:pt x="616" y="420"/>
                </a:lnTo>
                <a:cubicBezTo>
                  <a:pt x="616" y="466"/>
                  <a:pt x="627" y="501"/>
                  <a:pt x="649" y="526"/>
                </a:cubicBezTo>
                <a:cubicBezTo>
                  <a:pt x="671" y="550"/>
                  <a:pt x="699" y="562"/>
                  <a:pt x="732" y="562"/>
                </a:cubicBezTo>
                <a:cubicBezTo>
                  <a:pt x="764" y="562"/>
                  <a:pt x="792" y="550"/>
                  <a:pt x="814" y="526"/>
                </a:cubicBezTo>
                <a:cubicBezTo>
                  <a:pt x="836" y="501"/>
                  <a:pt x="847" y="465"/>
                  <a:pt x="847" y="419"/>
                </a:cubicBezTo>
                <a:cubicBezTo>
                  <a:pt x="847" y="373"/>
                  <a:pt x="836" y="338"/>
                  <a:pt x="814" y="314"/>
                </a:cubicBezTo>
                <a:cubicBezTo>
                  <a:pt x="792" y="289"/>
                  <a:pt x="764" y="277"/>
                  <a:pt x="732" y="277"/>
                </a:cubicBezTo>
                <a:cubicBezTo>
                  <a:pt x="699" y="277"/>
                  <a:pt x="671" y="289"/>
                  <a:pt x="649" y="314"/>
                </a:cubicBezTo>
                <a:cubicBezTo>
                  <a:pt x="627" y="338"/>
                  <a:pt x="616" y="374"/>
                  <a:pt x="616" y="420"/>
                </a:cubicBezTo>
                <a:close/>
                <a:moveTo>
                  <a:pt x="488" y="413"/>
                </a:moveTo>
                <a:lnTo>
                  <a:pt x="488" y="413"/>
                </a:lnTo>
                <a:cubicBezTo>
                  <a:pt x="488" y="372"/>
                  <a:pt x="498" y="333"/>
                  <a:pt x="518" y="294"/>
                </a:cubicBezTo>
                <a:cubicBezTo>
                  <a:pt x="539" y="256"/>
                  <a:pt x="568" y="227"/>
                  <a:pt x="605" y="207"/>
                </a:cubicBezTo>
                <a:cubicBezTo>
                  <a:pt x="643" y="187"/>
                  <a:pt x="685" y="177"/>
                  <a:pt x="731" y="177"/>
                </a:cubicBezTo>
                <a:cubicBezTo>
                  <a:pt x="803" y="177"/>
                  <a:pt x="861" y="200"/>
                  <a:pt x="907" y="245"/>
                </a:cubicBezTo>
                <a:cubicBezTo>
                  <a:pt x="953" y="291"/>
                  <a:pt x="976" y="349"/>
                  <a:pt x="976" y="418"/>
                </a:cubicBezTo>
                <a:cubicBezTo>
                  <a:pt x="976" y="489"/>
                  <a:pt x="953" y="547"/>
                  <a:pt x="906" y="593"/>
                </a:cubicBezTo>
                <a:cubicBezTo>
                  <a:pt x="860" y="639"/>
                  <a:pt x="802" y="662"/>
                  <a:pt x="732" y="662"/>
                </a:cubicBezTo>
                <a:cubicBezTo>
                  <a:pt x="689" y="662"/>
                  <a:pt x="647" y="653"/>
                  <a:pt x="608" y="634"/>
                </a:cubicBezTo>
                <a:cubicBezTo>
                  <a:pt x="569" y="614"/>
                  <a:pt x="539" y="586"/>
                  <a:pt x="518" y="549"/>
                </a:cubicBezTo>
                <a:cubicBezTo>
                  <a:pt x="498" y="512"/>
                  <a:pt x="488" y="466"/>
                  <a:pt x="488" y="413"/>
                </a:cubicBezTo>
                <a:close/>
                <a:moveTo>
                  <a:pt x="3137" y="48"/>
                </a:moveTo>
                <a:lnTo>
                  <a:pt x="3137" y="48"/>
                </a:lnTo>
                <a:cubicBezTo>
                  <a:pt x="3128" y="48"/>
                  <a:pt x="3119" y="51"/>
                  <a:pt x="3111" y="55"/>
                </a:cubicBezTo>
                <a:cubicBezTo>
                  <a:pt x="3102" y="60"/>
                  <a:pt x="3096" y="66"/>
                  <a:pt x="3091" y="74"/>
                </a:cubicBezTo>
                <a:cubicBezTo>
                  <a:pt x="3086" y="83"/>
                  <a:pt x="3084" y="91"/>
                  <a:pt x="3084" y="100"/>
                </a:cubicBezTo>
                <a:cubicBezTo>
                  <a:pt x="3084" y="109"/>
                  <a:pt x="3086" y="118"/>
                  <a:pt x="3091" y="126"/>
                </a:cubicBezTo>
                <a:cubicBezTo>
                  <a:pt x="3095" y="134"/>
                  <a:pt x="3102" y="141"/>
                  <a:pt x="3110" y="145"/>
                </a:cubicBezTo>
                <a:cubicBezTo>
                  <a:pt x="3119" y="150"/>
                  <a:pt x="3128" y="152"/>
                  <a:pt x="3137" y="152"/>
                </a:cubicBezTo>
                <a:cubicBezTo>
                  <a:pt x="3146" y="152"/>
                  <a:pt x="3155" y="150"/>
                  <a:pt x="3163" y="145"/>
                </a:cubicBezTo>
                <a:cubicBezTo>
                  <a:pt x="3171" y="141"/>
                  <a:pt x="3178" y="134"/>
                  <a:pt x="3182" y="126"/>
                </a:cubicBezTo>
                <a:cubicBezTo>
                  <a:pt x="3187" y="118"/>
                  <a:pt x="3190" y="109"/>
                  <a:pt x="3190" y="100"/>
                </a:cubicBezTo>
                <a:cubicBezTo>
                  <a:pt x="3190" y="91"/>
                  <a:pt x="3187" y="83"/>
                  <a:pt x="3182" y="74"/>
                </a:cubicBezTo>
                <a:cubicBezTo>
                  <a:pt x="3178" y="66"/>
                  <a:pt x="3171" y="60"/>
                  <a:pt x="3163" y="55"/>
                </a:cubicBezTo>
                <a:cubicBezTo>
                  <a:pt x="3154" y="51"/>
                  <a:pt x="3145" y="48"/>
                  <a:pt x="3137" y="48"/>
                </a:cubicBezTo>
                <a:close/>
                <a:moveTo>
                  <a:pt x="3137" y="38"/>
                </a:moveTo>
                <a:lnTo>
                  <a:pt x="3137" y="38"/>
                </a:lnTo>
                <a:cubicBezTo>
                  <a:pt x="3147" y="38"/>
                  <a:pt x="3158" y="41"/>
                  <a:pt x="3168" y="46"/>
                </a:cubicBezTo>
                <a:cubicBezTo>
                  <a:pt x="3178" y="51"/>
                  <a:pt x="3186" y="59"/>
                  <a:pt x="3191" y="69"/>
                </a:cubicBezTo>
                <a:cubicBezTo>
                  <a:pt x="3197" y="79"/>
                  <a:pt x="3200" y="89"/>
                  <a:pt x="3200" y="100"/>
                </a:cubicBezTo>
                <a:cubicBezTo>
                  <a:pt x="3200" y="111"/>
                  <a:pt x="3197" y="121"/>
                  <a:pt x="3192" y="131"/>
                </a:cubicBezTo>
                <a:cubicBezTo>
                  <a:pt x="3186" y="141"/>
                  <a:pt x="3178" y="149"/>
                  <a:pt x="3168" y="154"/>
                </a:cubicBezTo>
                <a:cubicBezTo>
                  <a:pt x="3158" y="160"/>
                  <a:pt x="3148" y="162"/>
                  <a:pt x="3137" y="162"/>
                </a:cubicBezTo>
                <a:cubicBezTo>
                  <a:pt x="3126" y="162"/>
                  <a:pt x="3115" y="160"/>
                  <a:pt x="3105" y="154"/>
                </a:cubicBezTo>
                <a:cubicBezTo>
                  <a:pt x="3095" y="149"/>
                  <a:pt x="3087" y="141"/>
                  <a:pt x="3082" y="131"/>
                </a:cubicBezTo>
                <a:cubicBezTo>
                  <a:pt x="3076" y="121"/>
                  <a:pt x="3073" y="111"/>
                  <a:pt x="3073" y="100"/>
                </a:cubicBezTo>
                <a:cubicBezTo>
                  <a:pt x="3073" y="89"/>
                  <a:pt x="3076" y="79"/>
                  <a:pt x="3082" y="69"/>
                </a:cubicBezTo>
                <a:cubicBezTo>
                  <a:pt x="3087" y="59"/>
                  <a:pt x="3095" y="51"/>
                  <a:pt x="3106" y="46"/>
                </a:cubicBezTo>
                <a:cubicBezTo>
                  <a:pt x="3116" y="41"/>
                  <a:pt x="3126" y="38"/>
                  <a:pt x="3137" y="38"/>
                </a:cubicBezTo>
                <a:close/>
                <a:moveTo>
                  <a:pt x="2809" y="652"/>
                </a:moveTo>
                <a:lnTo>
                  <a:pt x="2809" y="652"/>
                </a:lnTo>
                <a:cubicBezTo>
                  <a:pt x="2618" y="187"/>
                  <a:pt x="2618" y="187"/>
                  <a:pt x="2618" y="187"/>
                </a:cubicBezTo>
                <a:cubicBezTo>
                  <a:pt x="2749" y="187"/>
                  <a:pt x="2749" y="187"/>
                  <a:pt x="2749" y="187"/>
                </a:cubicBezTo>
                <a:cubicBezTo>
                  <a:pt x="2839" y="425"/>
                  <a:pt x="2839" y="425"/>
                  <a:pt x="2839" y="425"/>
                </a:cubicBezTo>
                <a:cubicBezTo>
                  <a:pt x="2864" y="504"/>
                  <a:pt x="2864" y="504"/>
                  <a:pt x="2864" y="504"/>
                </a:cubicBezTo>
                <a:cubicBezTo>
                  <a:pt x="2871" y="483"/>
                  <a:pt x="2875" y="470"/>
                  <a:pt x="2877" y="464"/>
                </a:cubicBezTo>
                <a:cubicBezTo>
                  <a:pt x="2881" y="451"/>
                  <a:pt x="2886" y="438"/>
                  <a:pt x="2891" y="425"/>
                </a:cubicBezTo>
                <a:cubicBezTo>
                  <a:pt x="2981" y="187"/>
                  <a:pt x="2981" y="187"/>
                  <a:pt x="2981" y="187"/>
                </a:cubicBezTo>
                <a:cubicBezTo>
                  <a:pt x="3109" y="187"/>
                  <a:pt x="3109" y="187"/>
                  <a:pt x="3109" y="187"/>
                </a:cubicBezTo>
                <a:cubicBezTo>
                  <a:pt x="2921" y="652"/>
                  <a:pt x="2921" y="652"/>
                  <a:pt x="2921" y="652"/>
                </a:cubicBezTo>
                <a:lnTo>
                  <a:pt x="2809" y="652"/>
                </a:lnTo>
                <a:close/>
                <a:moveTo>
                  <a:pt x="1826" y="416"/>
                </a:moveTo>
                <a:lnTo>
                  <a:pt x="1826" y="416"/>
                </a:lnTo>
                <a:cubicBezTo>
                  <a:pt x="1826" y="308"/>
                  <a:pt x="1826" y="308"/>
                  <a:pt x="1826" y="308"/>
                </a:cubicBezTo>
                <a:cubicBezTo>
                  <a:pt x="2110" y="308"/>
                  <a:pt x="2110" y="308"/>
                  <a:pt x="2110" y="308"/>
                </a:cubicBezTo>
                <a:cubicBezTo>
                  <a:pt x="2110" y="563"/>
                  <a:pt x="2110" y="563"/>
                  <a:pt x="2110" y="563"/>
                </a:cubicBezTo>
                <a:cubicBezTo>
                  <a:pt x="2083" y="590"/>
                  <a:pt x="2043" y="613"/>
                  <a:pt x="1990" y="633"/>
                </a:cubicBezTo>
                <a:cubicBezTo>
                  <a:pt x="1938" y="653"/>
                  <a:pt x="1885" y="663"/>
                  <a:pt x="1831" y="663"/>
                </a:cubicBezTo>
                <a:cubicBezTo>
                  <a:pt x="1763" y="663"/>
                  <a:pt x="1703" y="649"/>
                  <a:pt x="1652" y="621"/>
                </a:cubicBezTo>
                <a:cubicBezTo>
                  <a:pt x="1602" y="593"/>
                  <a:pt x="1563" y="552"/>
                  <a:pt x="1538" y="500"/>
                </a:cubicBezTo>
                <a:cubicBezTo>
                  <a:pt x="1512" y="448"/>
                  <a:pt x="1500" y="391"/>
                  <a:pt x="1500" y="329"/>
                </a:cubicBezTo>
                <a:cubicBezTo>
                  <a:pt x="1500" y="262"/>
                  <a:pt x="1514" y="203"/>
                  <a:pt x="1542" y="151"/>
                </a:cubicBezTo>
                <a:cubicBezTo>
                  <a:pt x="1571" y="99"/>
                  <a:pt x="1613" y="59"/>
                  <a:pt x="1668" y="32"/>
                </a:cubicBezTo>
                <a:cubicBezTo>
                  <a:pt x="1709" y="10"/>
                  <a:pt x="1762" y="0"/>
                  <a:pt x="1824" y="0"/>
                </a:cubicBezTo>
                <a:cubicBezTo>
                  <a:pt x="1905" y="0"/>
                  <a:pt x="1968" y="16"/>
                  <a:pt x="2014" y="50"/>
                </a:cubicBezTo>
                <a:cubicBezTo>
                  <a:pt x="2059" y="83"/>
                  <a:pt x="2089" y="129"/>
                  <a:pt x="2102" y="188"/>
                </a:cubicBezTo>
                <a:cubicBezTo>
                  <a:pt x="1971" y="212"/>
                  <a:pt x="1971" y="212"/>
                  <a:pt x="1971" y="212"/>
                </a:cubicBezTo>
                <a:cubicBezTo>
                  <a:pt x="1961" y="181"/>
                  <a:pt x="1944" y="156"/>
                  <a:pt x="1919" y="138"/>
                </a:cubicBezTo>
                <a:cubicBezTo>
                  <a:pt x="1894" y="119"/>
                  <a:pt x="1862" y="110"/>
                  <a:pt x="1824" y="110"/>
                </a:cubicBezTo>
                <a:cubicBezTo>
                  <a:pt x="1766" y="110"/>
                  <a:pt x="1720" y="128"/>
                  <a:pt x="1686" y="164"/>
                </a:cubicBezTo>
                <a:cubicBezTo>
                  <a:pt x="1652" y="200"/>
                  <a:pt x="1635" y="253"/>
                  <a:pt x="1635" y="324"/>
                </a:cubicBezTo>
                <a:cubicBezTo>
                  <a:pt x="1635" y="400"/>
                  <a:pt x="1653" y="457"/>
                  <a:pt x="1687" y="495"/>
                </a:cubicBezTo>
                <a:cubicBezTo>
                  <a:pt x="1722" y="533"/>
                  <a:pt x="1767" y="552"/>
                  <a:pt x="1822" y="552"/>
                </a:cubicBezTo>
                <a:cubicBezTo>
                  <a:pt x="1850" y="552"/>
                  <a:pt x="1878" y="547"/>
                  <a:pt x="1906" y="536"/>
                </a:cubicBezTo>
                <a:cubicBezTo>
                  <a:pt x="1933" y="526"/>
                  <a:pt x="1957" y="513"/>
                  <a:pt x="1977" y="497"/>
                </a:cubicBezTo>
                <a:cubicBezTo>
                  <a:pt x="1977" y="416"/>
                  <a:pt x="1977" y="416"/>
                  <a:pt x="1977" y="416"/>
                </a:cubicBezTo>
                <a:lnTo>
                  <a:pt x="1826" y="416"/>
                </a:lnTo>
                <a:close/>
                <a:moveTo>
                  <a:pt x="1330" y="652"/>
                </a:moveTo>
                <a:lnTo>
                  <a:pt x="1330" y="652"/>
                </a:lnTo>
                <a:cubicBezTo>
                  <a:pt x="1330" y="583"/>
                  <a:pt x="1330" y="583"/>
                  <a:pt x="1330" y="583"/>
                </a:cubicBezTo>
                <a:cubicBezTo>
                  <a:pt x="1313" y="607"/>
                  <a:pt x="1290" y="627"/>
                  <a:pt x="1262" y="641"/>
                </a:cubicBezTo>
                <a:cubicBezTo>
                  <a:pt x="1234" y="655"/>
                  <a:pt x="1205" y="662"/>
                  <a:pt x="1174" y="662"/>
                </a:cubicBezTo>
                <a:cubicBezTo>
                  <a:pt x="1142" y="662"/>
                  <a:pt x="1113" y="656"/>
                  <a:pt x="1088" y="642"/>
                </a:cubicBezTo>
                <a:cubicBezTo>
                  <a:pt x="1063" y="628"/>
                  <a:pt x="1045" y="609"/>
                  <a:pt x="1033" y="584"/>
                </a:cubicBezTo>
                <a:cubicBezTo>
                  <a:pt x="1022" y="559"/>
                  <a:pt x="1016" y="525"/>
                  <a:pt x="1016" y="481"/>
                </a:cubicBezTo>
                <a:cubicBezTo>
                  <a:pt x="1016" y="187"/>
                  <a:pt x="1016" y="187"/>
                  <a:pt x="1016" y="187"/>
                </a:cubicBezTo>
                <a:cubicBezTo>
                  <a:pt x="1141" y="187"/>
                  <a:pt x="1141" y="187"/>
                  <a:pt x="1141" y="187"/>
                </a:cubicBezTo>
                <a:cubicBezTo>
                  <a:pt x="1141" y="401"/>
                  <a:pt x="1141" y="401"/>
                  <a:pt x="1141" y="401"/>
                </a:cubicBezTo>
                <a:cubicBezTo>
                  <a:pt x="1141" y="466"/>
                  <a:pt x="1144" y="506"/>
                  <a:pt x="1148" y="521"/>
                </a:cubicBezTo>
                <a:cubicBezTo>
                  <a:pt x="1153" y="536"/>
                  <a:pt x="1161" y="547"/>
                  <a:pt x="1174" y="556"/>
                </a:cubicBezTo>
                <a:cubicBezTo>
                  <a:pt x="1186" y="564"/>
                  <a:pt x="1201" y="569"/>
                  <a:pt x="1220" y="569"/>
                </a:cubicBezTo>
                <a:cubicBezTo>
                  <a:pt x="1241" y="569"/>
                  <a:pt x="1260" y="563"/>
                  <a:pt x="1277" y="552"/>
                </a:cubicBezTo>
                <a:cubicBezTo>
                  <a:pt x="1294" y="540"/>
                  <a:pt x="1306" y="526"/>
                  <a:pt x="1312" y="509"/>
                </a:cubicBezTo>
                <a:cubicBezTo>
                  <a:pt x="1318" y="492"/>
                  <a:pt x="1321" y="450"/>
                  <a:pt x="1321" y="383"/>
                </a:cubicBezTo>
                <a:cubicBezTo>
                  <a:pt x="1321" y="187"/>
                  <a:pt x="1321" y="187"/>
                  <a:pt x="1321" y="187"/>
                </a:cubicBezTo>
                <a:cubicBezTo>
                  <a:pt x="1447" y="187"/>
                  <a:pt x="1447" y="187"/>
                  <a:pt x="1447" y="187"/>
                </a:cubicBezTo>
                <a:cubicBezTo>
                  <a:pt x="1447" y="652"/>
                  <a:pt x="1447" y="652"/>
                  <a:pt x="1447" y="652"/>
                </a:cubicBezTo>
                <a:lnTo>
                  <a:pt x="1330" y="652"/>
                </a:lnTo>
                <a:close/>
                <a:moveTo>
                  <a:pt x="239" y="382"/>
                </a:moveTo>
                <a:lnTo>
                  <a:pt x="239" y="382"/>
                </a:lnTo>
                <a:cubicBezTo>
                  <a:pt x="0" y="10"/>
                  <a:pt x="0" y="10"/>
                  <a:pt x="0" y="10"/>
                </a:cubicBezTo>
                <a:cubicBezTo>
                  <a:pt x="154" y="10"/>
                  <a:pt x="154" y="10"/>
                  <a:pt x="154" y="10"/>
                </a:cubicBezTo>
                <a:cubicBezTo>
                  <a:pt x="308" y="264"/>
                  <a:pt x="308" y="264"/>
                  <a:pt x="308" y="264"/>
                </a:cubicBezTo>
                <a:cubicBezTo>
                  <a:pt x="459" y="10"/>
                  <a:pt x="459" y="10"/>
                  <a:pt x="459" y="10"/>
                </a:cubicBezTo>
                <a:cubicBezTo>
                  <a:pt x="611" y="10"/>
                  <a:pt x="611" y="10"/>
                  <a:pt x="611" y="10"/>
                </a:cubicBezTo>
                <a:cubicBezTo>
                  <a:pt x="371" y="383"/>
                  <a:pt x="371" y="383"/>
                  <a:pt x="371" y="383"/>
                </a:cubicBezTo>
                <a:cubicBezTo>
                  <a:pt x="371" y="652"/>
                  <a:pt x="371" y="652"/>
                  <a:pt x="371" y="652"/>
                </a:cubicBezTo>
                <a:cubicBezTo>
                  <a:pt x="239" y="652"/>
                  <a:pt x="239" y="652"/>
                  <a:pt x="239" y="652"/>
                </a:cubicBezTo>
                <a:lnTo>
                  <a:pt x="239" y="382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  <a:effectLst/>
        </p:spPr>
        <p:txBody>
          <a:bodyPr wrap="none" anchor="ctr"/>
          <a:lstStyle/>
          <a:p>
            <a:pPr rtl="0"/>
            <a:endParaRPr lang="de-DE" dirty="0">
              <a:solidFill>
                <a:schemeClr val="tx1"/>
              </a:solidFill>
            </a:endParaRP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082B44F-27B9-0393-FF62-8452A38D9228}"/>
              </a:ext>
            </a:extLst>
          </p:cNvPr>
          <p:cNvCxnSpPr>
            <a:cxnSpLocks/>
          </p:cNvCxnSpPr>
          <p:nvPr userDrawn="1"/>
        </p:nvCxnSpPr>
        <p:spPr>
          <a:xfrm>
            <a:off x="539750" y="657225"/>
            <a:ext cx="3576638" cy="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815C9CB-8FA3-7FCA-ECC6-015690622493}"/>
              </a:ext>
            </a:extLst>
          </p:cNvPr>
          <p:cNvCxnSpPr>
            <a:cxnSpLocks/>
          </p:cNvCxnSpPr>
          <p:nvPr userDrawn="1"/>
        </p:nvCxnSpPr>
        <p:spPr>
          <a:xfrm>
            <a:off x="4303713" y="657225"/>
            <a:ext cx="7348537" cy="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Footer Placeholder 3">
            <a:extLst>
              <a:ext uri="{FF2B5EF4-FFF2-40B4-BE49-F238E27FC236}">
                <a16:creationId xmlns:a16="http://schemas.microsoft.com/office/drawing/2014/main" id="{2FCA8F1A-CC64-EEAF-26D0-FBCC51EA2A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186488" y="486888"/>
            <a:ext cx="4525962" cy="149730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</a:lstStyle>
          <a:p>
            <a:r>
              <a:rPr lang="de-DE"/>
              <a:t>Charting Manual</a:t>
            </a:r>
            <a:endParaRPr lang="de-DE" dirty="0"/>
          </a:p>
        </p:txBody>
      </p:sp>
      <p:sp>
        <p:nvSpPr>
          <p:cNvPr id="14" name="Text Placeholder Eyebrow">
            <a:extLst>
              <a:ext uri="{FF2B5EF4-FFF2-40B4-BE49-F238E27FC236}">
                <a16:creationId xmlns:a16="http://schemas.microsoft.com/office/drawing/2014/main" id="{D13DE08A-6130-FE16-CD48-C9739A8197F2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1300163" y="481818"/>
            <a:ext cx="2642400" cy="154800"/>
          </a:xfrm>
        </p:spPr>
        <p:txBody>
          <a:bodyPr/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tx1"/>
                </a:solidFill>
              </a:defRPr>
            </a:lvl1pPr>
            <a:lvl2pPr marL="180000" indent="0">
              <a:buNone/>
              <a:defRPr sz="900">
                <a:solidFill>
                  <a:schemeClr val="accent1"/>
                </a:solidFill>
              </a:defRPr>
            </a:lvl2pPr>
            <a:lvl3pPr marL="360000" indent="0">
              <a:buNone/>
              <a:defRPr sz="900">
                <a:solidFill>
                  <a:schemeClr val="accent1"/>
                </a:solidFill>
              </a:defRPr>
            </a:lvl3pPr>
            <a:lvl4pPr>
              <a:buNone/>
              <a:defRPr sz="900">
                <a:solidFill>
                  <a:schemeClr val="accent1"/>
                </a:solidFill>
              </a:defRPr>
            </a:lvl4pPr>
            <a:lvl5pPr>
              <a:buNone/>
              <a:defRPr sz="900">
                <a:solidFill>
                  <a:schemeClr val="accent1"/>
                </a:solidFill>
              </a:defRPr>
            </a:lvl5pPr>
          </a:lstStyle>
          <a:p>
            <a:pPr lvl="0"/>
            <a:r>
              <a:rPr lang="de-DE"/>
              <a:t>Click to add Eyebrow text</a:t>
            </a:r>
            <a:endParaRPr lang="de-DE" dirty="0"/>
          </a:p>
        </p:txBody>
      </p:sp>
      <p:sp>
        <p:nvSpPr>
          <p:cNvPr id="15" name="Slide Number Placeholder 4">
            <a:extLst>
              <a:ext uri="{FF2B5EF4-FFF2-40B4-BE49-F238E27FC236}">
                <a16:creationId xmlns:a16="http://schemas.microsoft.com/office/drawing/2014/main" id="{5F02757D-D37D-7C71-2E61-E2801DC80B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39750" y="481818"/>
            <a:ext cx="270000" cy="154800"/>
          </a:xfrm>
        </p:spPr>
        <p:txBody>
          <a:bodyPr/>
          <a:lstStyle>
            <a:lvl1pPr algn="l" rtl="0">
              <a:defRPr>
                <a:solidFill>
                  <a:schemeClr val="tx1"/>
                </a:solidFill>
              </a:defRPr>
            </a:lvl1pPr>
          </a:lstStyle>
          <a:p>
            <a:fld id="{23AA811B-2EBD-4900-905E-5BE206449611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43475943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Gradient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hink-cell data - do not delete" hidden="1">
            <a:extLst>
              <a:ext uri="{FF2B5EF4-FFF2-40B4-BE49-F238E27FC236}">
                <a16:creationId xmlns:a16="http://schemas.microsoft.com/office/drawing/2014/main" id="{3C832DC3-9198-A0F6-06F2-09F40304033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38448872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78" imgH="377" progId="TCLayout.ActiveDocument.1">
                  <p:embed/>
                </p:oleObj>
              </mc:Choice>
              <mc:Fallback>
                <p:oleObj name="think-cell Slide" r:id="rId4" imgW="378" imgH="377" progId="TCLayout.ActiveDocument.1">
                  <p:embed/>
                  <p:pic>
                    <p:nvPicPr>
                      <p:cNvPr id="7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3C832DC3-9198-A0F6-06F2-09F40304033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6" name="Date Placeholder 3" hidden="1">
            <a:extLst>
              <a:ext uri="{FF2B5EF4-FFF2-40B4-BE49-F238E27FC236}">
                <a16:creationId xmlns:a16="http://schemas.microsoft.com/office/drawing/2014/main" id="{2E54130F-9ED5-4851-A7A0-1B8BFC10F02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93200" y="6858000"/>
            <a:ext cx="0" cy="0"/>
          </a:xfrm>
        </p:spPr>
        <p:txBody>
          <a:bodyPr/>
          <a:lstStyle>
            <a:lvl1pPr rtl="0">
              <a:defRPr/>
            </a:lvl1pPr>
          </a:lstStyle>
          <a:p>
            <a:fld id="{58999B77-4FC6-4762-B722-87B16B605134}" type="datetime4">
              <a:rPr lang="en-US" smtClean="0"/>
              <a:t>April 23, 2026</a:t>
            </a:fld>
            <a:endParaRPr lang="de-DE" dirty="0"/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 bwMode="white">
          <a:xfrm>
            <a:off x="1479600" y="1980000"/>
            <a:ext cx="9230400" cy="2217600"/>
          </a:xfrm>
        </p:spPr>
        <p:txBody>
          <a:bodyPr vert="horz" anchor="t" anchorCtr="0"/>
          <a:lstStyle>
            <a:lvl1pPr algn="ctr" rtl="0">
              <a:lnSpc>
                <a:spcPct val="90000"/>
              </a:lnSpc>
              <a:defRPr sz="8000">
                <a:solidFill>
                  <a:schemeClr val="tx1"/>
                </a:solidFill>
              </a:defRPr>
            </a:lvl1pPr>
          </a:lstStyle>
          <a:p>
            <a:r>
              <a:rPr lang="de-DE" noProof="0"/>
              <a:t>Click to add quote</a:t>
            </a:r>
            <a:endParaRPr lang="de-DE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241ABEE-80CA-4CC6-8A52-6B374DA4E2C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481138" y="4320000"/>
            <a:ext cx="9230400" cy="576000"/>
          </a:xfrm>
        </p:spPr>
        <p:txBody>
          <a:bodyPr/>
          <a:lstStyle>
            <a:lvl1pPr marL="0" indent="0" algn="ctr" rtl="0"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  <a:buNone/>
              <a:defRPr sz="1200" cap="none" spc="0" baseline="0"/>
            </a:lvl1pPr>
            <a:lvl2pPr marL="0" indent="0" algn="ctr"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  <a:buNone/>
              <a:defRPr sz="1200" b="0" cap="all" spc="600"/>
            </a:lvl2pPr>
            <a:lvl3pPr marL="0" indent="0" algn="ctr"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  <a:buNone/>
              <a:defRPr sz="1200" b="0" cap="all" spc="600"/>
            </a:lvl3pPr>
            <a:lvl4pPr marL="0" algn="ctr"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  <a:buNone/>
              <a:defRPr sz="1200" b="0" cap="all" spc="600"/>
            </a:lvl4pPr>
            <a:lvl5pPr marL="0" algn="ctr"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  <a:buNone/>
              <a:defRPr sz="1200" b="0" cap="all" spc="600"/>
            </a:lvl5pPr>
          </a:lstStyle>
          <a:p>
            <a:r>
              <a:rPr lang="de-DE"/>
              <a:t>Click to add text</a:t>
            </a:r>
            <a:endParaRPr lang="de-DE" dirty="0"/>
          </a:p>
        </p:txBody>
      </p:sp>
      <p:sp>
        <p:nvSpPr>
          <p:cNvPr id="19" name="Logo">
            <a:extLst>
              <a:ext uri="{FF2B5EF4-FFF2-40B4-BE49-F238E27FC236}">
                <a16:creationId xmlns:a16="http://schemas.microsoft.com/office/drawing/2014/main" id="{6C6FEE0C-6C2A-B726-02F5-39E737C08A27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1157045" y="491598"/>
            <a:ext cx="493617" cy="102665"/>
          </a:xfrm>
          <a:custGeom>
            <a:avLst/>
            <a:gdLst>
              <a:gd name="T0" fmla="*/ 3133 w 3201"/>
              <a:gd name="T1" fmla="*/ 97 h 664"/>
              <a:gd name="T2" fmla="*/ 3148 w 3201"/>
              <a:gd name="T3" fmla="*/ 81 h 664"/>
              <a:gd name="T4" fmla="*/ 3120 w 3201"/>
              <a:gd name="T5" fmla="*/ 77 h 664"/>
              <a:gd name="T6" fmla="*/ 3109 w 3201"/>
              <a:gd name="T7" fmla="*/ 135 h 664"/>
              <a:gd name="T8" fmla="*/ 3150 w 3201"/>
              <a:gd name="T9" fmla="*/ 69 h 664"/>
              <a:gd name="T10" fmla="*/ 3156 w 3201"/>
              <a:gd name="T11" fmla="*/ 99 h 664"/>
              <a:gd name="T12" fmla="*/ 3158 w 3201"/>
              <a:gd name="T13" fmla="*/ 122 h 664"/>
              <a:gd name="T14" fmla="*/ 3147 w 3201"/>
              <a:gd name="T15" fmla="*/ 124 h 664"/>
              <a:gd name="T16" fmla="*/ 3120 w 3201"/>
              <a:gd name="T17" fmla="*/ 106 h 664"/>
              <a:gd name="T18" fmla="*/ 2276 w 3201"/>
              <a:gd name="T19" fmla="*/ 420 h 664"/>
              <a:gd name="T20" fmla="*/ 2391 w 3201"/>
              <a:gd name="T21" fmla="*/ 562 h 664"/>
              <a:gd name="T22" fmla="*/ 2473 w 3201"/>
              <a:gd name="T23" fmla="*/ 314 h 664"/>
              <a:gd name="T24" fmla="*/ 2276 w 3201"/>
              <a:gd name="T25" fmla="*/ 420 h 664"/>
              <a:gd name="T26" fmla="*/ 2178 w 3201"/>
              <a:gd name="T27" fmla="*/ 294 h 664"/>
              <a:gd name="T28" fmla="*/ 2567 w 3201"/>
              <a:gd name="T29" fmla="*/ 245 h 664"/>
              <a:gd name="T30" fmla="*/ 2392 w 3201"/>
              <a:gd name="T31" fmla="*/ 662 h 664"/>
              <a:gd name="T32" fmla="*/ 2147 w 3201"/>
              <a:gd name="T33" fmla="*/ 413 h 664"/>
              <a:gd name="T34" fmla="*/ 649 w 3201"/>
              <a:gd name="T35" fmla="*/ 526 h 664"/>
              <a:gd name="T36" fmla="*/ 847 w 3201"/>
              <a:gd name="T37" fmla="*/ 419 h 664"/>
              <a:gd name="T38" fmla="*/ 649 w 3201"/>
              <a:gd name="T39" fmla="*/ 314 h 664"/>
              <a:gd name="T40" fmla="*/ 488 w 3201"/>
              <a:gd name="T41" fmla="*/ 413 h 664"/>
              <a:gd name="T42" fmla="*/ 731 w 3201"/>
              <a:gd name="T43" fmla="*/ 177 h 664"/>
              <a:gd name="T44" fmla="*/ 906 w 3201"/>
              <a:gd name="T45" fmla="*/ 593 h 664"/>
              <a:gd name="T46" fmla="*/ 518 w 3201"/>
              <a:gd name="T47" fmla="*/ 549 h 664"/>
              <a:gd name="T48" fmla="*/ 3137 w 3201"/>
              <a:gd name="T49" fmla="*/ 48 h 664"/>
              <a:gd name="T50" fmla="*/ 3084 w 3201"/>
              <a:gd name="T51" fmla="*/ 100 h 664"/>
              <a:gd name="T52" fmla="*/ 3137 w 3201"/>
              <a:gd name="T53" fmla="*/ 152 h 664"/>
              <a:gd name="T54" fmla="*/ 3190 w 3201"/>
              <a:gd name="T55" fmla="*/ 100 h 664"/>
              <a:gd name="T56" fmla="*/ 3137 w 3201"/>
              <a:gd name="T57" fmla="*/ 48 h 664"/>
              <a:gd name="T58" fmla="*/ 3168 w 3201"/>
              <a:gd name="T59" fmla="*/ 46 h 664"/>
              <a:gd name="T60" fmla="*/ 3192 w 3201"/>
              <a:gd name="T61" fmla="*/ 131 h 664"/>
              <a:gd name="T62" fmla="*/ 3105 w 3201"/>
              <a:gd name="T63" fmla="*/ 154 h 664"/>
              <a:gd name="T64" fmla="*/ 3082 w 3201"/>
              <a:gd name="T65" fmla="*/ 69 h 664"/>
              <a:gd name="T66" fmla="*/ 2809 w 3201"/>
              <a:gd name="T67" fmla="*/ 652 h 664"/>
              <a:gd name="T68" fmla="*/ 2749 w 3201"/>
              <a:gd name="T69" fmla="*/ 187 h 664"/>
              <a:gd name="T70" fmla="*/ 2877 w 3201"/>
              <a:gd name="T71" fmla="*/ 464 h 664"/>
              <a:gd name="T72" fmla="*/ 3109 w 3201"/>
              <a:gd name="T73" fmla="*/ 187 h 664"/>
              <a:gd name="T74" fmla="*/ 1826 w 3201"/>
              <a:gd name="T75" fmla="*/ 416 h 664"/>
              <a:gd name="T76" fmla="*/ 2110 w 3201"/>
              <a:gd name="T77" fmla="*/ 308 h 664"/>
              <a:gd name="T78" fmla="*/ 1831 w 3201"/>
              <a:gd name="T79" fmla="*/ 663 h 664"/>
              <a:gd name="T80" fmla="*/ 1500 w 3201"/>
              <a:gd name="T81" fmla="*/ 329 h 664"/>
              <a:gd name="T82" fmla="*/ 1824 w 3201"/>
              <a:gd name="T83" fmla="*/ 0 h 664"/>
              <a:gd name="T84" fmla="*/ 1971 w 3201"/>
              <a:gd name="T85" fmla="*/ 212 h 664"/>
              <a:gd name="T86" fmla="*/ 1686 w 3201"/>
              <a:gd name="T87" fmla="*/ 164 h 664"/>
              <a:gd name="T88" fmla="*/ 1822 w 3201"/>
              <a:gd name="T89" fmla="*/ 552 h 664"/>
              <a:gd name="T90" fmla="*/ 1977 w 3201"/>
              <a:gd name="T91" fmla="*/ 416 h 664"/>
              <a:gd name="T92" fmla="*/ 1330 w 3201"/>
              <a:gd name="T93" fmla="*/ 652 h 664"/>
              <a:gd name="T94" fmla="*/ 1174 w 3201"/>
              <a:gd name="T95" fmla="*/ 662 h 664"/>
              <a:gd name="T96" fmla="*/ 1016 w 3201"/>
              <a:gd name="T97" fmla="*/ 481 h 664"/>
              <a:gd name="T98" fmla="*/ 1141 w 3201"/>
              <a:gd name="T99" fmla="*/ 401 h 664"/>
              <a:gd name="T100" fmla="*/ 1220 w 3201"/>
              <a:gd name="T101" fmla="*/ 569 h 664"/>
              <a:gd name="T102" fmla="*/ 1321 w 3201"/>
              <a:gd name="T103" fmla="*/ 383 h 664"/>
              <a:gd name="T104" fmla="*/ 1447 w 3201"/>
              <a:gd name="T105" fmla="*/ 652 h 664"/>
              <a:gd name="T106" fmla="*/ 239 w 3201"/>
              <a:gd name="T107" fmla="*/ 382 h 664"/>
              <a:gd name="T108" fmla="*/ 308 w 3201"/>
              <a:gd name="T109" fmla="*/ 264 h 664"/>
              <a:gd name="T110" fmla="*/ 371 w 3201"/>
              <a:gd name="T111" fmla="*/ 383 h 664"/>
              <a:gd name="T112" fmla="*/ 239 w 3201"/>
              <a:gd name="T113" fmla="*/ 382 h 66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</a:cxnLst>
            <a:rect l="0" t="0" r="r" b="b"/>
            <a:pathLst>
              <a:path w="3201" h="664">
                <a:moveTo>
                  <a:pt x="3120" y="97"/>
                </a:moveTo>
                <a:lnTo>
                  <a:pt x="3120" y="97"/>
                </a:lnTo>
                <a:cubicBezTo>
                  <a:pt x="3133" y="97"/>
                  <a:pt x="3133" y="97"/>
                  <a:pt x="3133" y="97"/>
                </a:cubicBezTo>
                <a:cubicBezTo>
                  <a:pt x="3140" y="97"/>
                  <a:pt x="3144" y="96"/>
                  <a:pt x="3146" y="94"/>
                </a:cubicBezTo>
                <a:cubicBezTo>
                  <a:pt x="3149" y="92"/>
                  <a:pt x="3150" y="90"/>
                  <a:pt x="3150" y="87"/>
                </a:cubicBezTo>
                <a:cubicBezTo>
                  <a:pt x="3150" y="85"/>
                  <a:pt x="3149" y="83"/>
                  <a:pt x="3148" y="81"/>
                </a:cubicBezTo>
                <a:cubicBezTo>
                  <a:pt x="3147" y="80"/>
                  <a:pt x="3145" y="79"/>
                  <a:pt x="3143" y="78"/>
                </a:cubicBezTo>
                <a:cubicBezTo>
                  <a:pt x="3141" y="77"/>
                  <a:pt x="3138" y="77"/>
                  <a:pt x="3132" y="77"/>
                </a:cubicBezTo>
                <a:cubicBezTo>
                  <a:pt x="3120" y="77"/>
                  <a:pt x="3120" y="77"/>
                  <a:pt x="3120" y="77"/>
                </a:cubicBezTo>
                <a:lnTo>
                  <a:pt x="3120" y="97"/>
                </a:lnTo>
                <a:close/>
                <a:moveTo>
                  <a:pt x="3109" y="135"/>
                </a:moveTo>
                <a:lnTo>
                  <a:pt x="3109" y="135"/>
                </a:lnTo>
                <a:cubicBezTo>
                  <a:pt x="3109" y="68"/>
                  <a:pt x="3109" y="68"/>
                  <a:pt x="3109" y="68"/>
                </a:cubicBezTo>
                <a:cubicBezTo>
                  <a:pt x="3132" y="68"/>
                  <a:pt x="3132" y="68"/>
                  <a:pt x="3132" y="68"/>
                </a:cubicBezTo>
                <a:cubicBezTo>
                  <a:pt x="3140" y="68"/>
                  <a:pt x="3146" y="68"/>
                  <a:pt x="3150" y="69"/>
                </a:cubicBezTo>
                <a:cubicBezTo>
                  <a:pt x="3153" y="71"/>
                  <a:pt x="3156" y="73"/>
                  <a:pt x="3158" y="76"/>
                </a:cubicBezTo>
                <a:cubicBezTo>
                  <a:pt x="3160" y="79"/>
                  <a:pt x="3161" y="82"/>
                  <a:pt x="3161" y="86"/>
                </a:cubicBezTo>
                <a:cubicBezTo>
                  <a:pt x="3161" y="91"/>
                  <a:pt x="3160" y="95"/>
                  <a:pt x="3156" y="99"/>
                </a:cubicBezTo>
                <a:cubicBezTo>
                  <a:pt x="3153" y="102"/>
                  <a:pt x="3148" y="104"/>
                  <a:pt x="3142" y="105"/>
                </a:cubicBezTo>
                <a:cubicBezTo>
                  <a:pt x="3144" y="106"/>
                  <a:pt x="3146" y="107"/>
                  <a:pt x="3148" y="108"/>
                </a:cubicBezTo>
                <a:cubicBezTo>
                  <a:pt x="3150" y="111"/>
                  <a:pt x="3154" y="115"/>
                  <a:pt x="3158" y="122"/>
                </a:cubicBezTo>
                <a:cubicBezTo>
                  <a:pt x="3166" y="135"/>
                  <a:pt x="3166" y="135"/>
                  <a:pt x="3166" y="135"/>
                </a:cubicBezTo>
                <a:cubicBezTo>
                  <a:pt x="3153" y="135"/>
                  <a:pt x="3153" y="135"/>
                  <a:pt x="3153" y="135"/>
                </a:cubicBezTo>
                <a:cubicBezTo>
                  <a:pt x="3147" y="124"/>
                  <a:pt x="3147" y="124"/>
                  <a:pt x="3147" y="124"/>
                </a:cubicBezTo>
                <a:cubicBezTo>
                  <a:pt x="3142" y="116"/>
                  <a:pt x="3138" y="111"/>
                  <a:pt x="3135" y="109"/>
                </a:cubicBezTo>
                <a:cubicBezTo>
                  <a:pt x="3133" y="107"/>
                  <a:pt x="3130" y="106"/>
                  <a:pt x="3126" y="106"/>
                </a:cubicBezTo>
                <a:cubicBezTo>
                  <a:pt x="3120" y="106"/>
                  <a:pt x="3120" y="106"/>
                  <a:pt x="3120" y="106"/>
                </a:cubicBezTo>
                <a:cubicBezTo>
                  <a:pt x="3120" y="135"/>
                  <a:pt x="3120" y="135"/>
                  <a:pt x="3120" y="135"/>
                </a:cubicBezTo>
                <a:lnTo>
                  <a:pt x="3109" y="135"/>
                </a:lnTo>
                <a:close/>
                <a:moveTo>
                  <a:pt x="2276" y="420"/>
                </a:moveTo>
                <a:lnTo>
                  <a:pt x="2276" y="420"/>
                </a:lnTo>
                <a:cubicBezTo>
                  <a:pt x="2276" y="466"/>
                  <a:pt x="2287" y="501"/>
                  <a:pt x="2309" y="526"/>
                </a:cubicBezTo>
                <a:cubicBezTo>
                  <a:pt x="2331" y="550"/>
                  <a:pt x="2359" y="562"/>
                  <a:pt x="2391" y="562"/>
                </a:cubicBezTo>
                <a:cubicBezTo>
                  <a:pt x="2424" y="562"/>
                  <a:pt x="2451" y="550"/>
                  <a:pt x="2473" y="526"/>
                </a:cubicBezTo>
                <a:cubicBezTo>
                  <a:pt x="2495" y="501"/>
                  <a:pt x="2507" y="465"/>
                  <a:pt x="2507" y="419"/>
                </a:cubicBezTo>
                <a:cubicBezTo>
                  <a:pt x="2507" y="373"/>
                  <a:pt x="2495" y="338"/>
                  <a:pt x="2473" y="314"/>
                </a:cubicBezTo>
                <a:cubicBezTo>
                  <a:pt x="2451" y="289"/>
                  <a:pt x="2424" y="277"/>
                  <a:pt x="2391" y="277"/>
                </a:cubicBezTo>
                <a:cubicBezTo>
                  <a:pt x="2359" y="277"/>
                  <a:pt x="2331" y="289"/>
                  <a:pt x="2309" y="314"/>
                </a:cubicBezTo>
                <a:cubicBezTo>
                  <a:pt x="2287" y="338"/>
                  <a:pt x="2276" y="374"/>
                  <a:pt x="2276" y="420"/>
                </a:cubicBezTo>
                <a:close/>
                <a:moveTo>
                  <a:pt x="2147" y="413"/>
                </a:moveTo>
                <a:lnTo>
                  <a:pt x="2147" y="413"/>
                </a:lnTo>
                <a:cubicBezTo>
                  <a:pt x="2147" y="372"/>
                  <a:pt x="2157" y="333"/>
                  <a:pt x="2178" y="294"/>
                </a:cubicBezTo>
                <a:cubicBezTo>
                  <a:pt x="2198" y="256"/>
                  <a:pt x="2228" y="227"/>
                  <a:pt x="2265" y="207"/>
                </a:cubicBezTo>
                <a:cubicBezTo>
                  <a:pt x="2302" y="187"/>
                  <a:pt x="2344" y="177"/>
                  <a:pt x="2391" y="177"/>
                </a:cubicBezTo>
                <a:cubicBezTo>
                  <a:pt x="2462" y="177"/>
                  <a:pt x="2521" y="200"/>
                  <a:pt x="2567" y="245"/>
                </a:cubicBezTo>
                <a:cubicBezTo>
                  <a:pt x="2613" y="291"/>
                  <a:pt x="2635" y="349"/>
                  <a:pt x="2635" y="418"/>
                </a:cubicBezTo>
                <a:cubicBezTo>
                  <a:pt x="2635" y="489"/>
                  <a:pt x="2612" y="547"/>
                  <a:pt x="2566" y="593"/>
                </a:cubicBezTo>
                <a:cubicBezTo>
                  <a:pt x="2520" y="639"/>
                  <a:pt x="2462" y="662"/>
                  <a:pt x="2392" y="662"/>
                </a:cubicBezTo>
                <a:cubicBezTo>
                  <a:pt x="2348" y="662"/>
                  <a:pt x="2307" y="653"/>
                  <a:pt x="2268" y="634"/>
                </a:cubicBezTo>
                <a:cubicBezTo>
                  <a:pt x="2228" y="614"/>
                  <a:pt x="2198" y="586"/>
                  <a:pt x="2178" y="549"/>
                </a:cubicBezTo>
                <a:cubicBezTo>
                  <a:pt x="2157" y="512"/>
                  <a:pt x="2147" y="466"/>
                  <a:pt x="2147" y="413"/>
                </a:cubicBezTo>
                <a:close/>
                <a:moveTo>
                  <a:pt x="616" y="420"/>
                </a:moveTo>
                <a:lnTo>
                  <a:pt x="616" y="420"/>
                </a:lnTo>
                <a:cubicBezTo>
                  <a:pt x="616" y="466"/>
                  <a:pt x="627" y="501"/>
                  <a:pt x="649" y="526"/>
                </a:cubicBezTo>
                <a:cubicBezTo>
                  <a:pt x="671" y="550"/>
                  <a:pt x="699" y="562"/>
                  <a:pt x="732" y="562"/>
                </a:cubicBezTo>
                <a:cubicBezTo>
                  <a:pt x="764" y="562"/>
                  <a:pt x="792" y="550"/>
                  <a:pt x="814" y="526"/>
                </a:cubicBezTo>
                <a:cubicBezTo>
                  <a:pt x="836" y="501"/>
                  <a:pt x="847" y="465"/>
                  <a:pt x="847" y="419"/>
                </a:cubicBezTo>
                <a:cubicBezTo>
                  <a:pt x="847" y="373"/>
                  <a:pt x="836" y="338"/>
                  <a:pt x="814" y="314"/>
                </a:cubicBezTo>
                <a:cubicBezTo>
                  <a:pt x="792" y="289"/>
                  <a:pt x="764" y="277"/>
                  <a:pt x="732" y="277"/>
                </a:cubicBezTo>
                <a:cubicBezTo>
                  <a:pt x="699" y="277"/>
                  <a:pt x="671" y="289"/>
                  <a:pt x="649" y="314"/>
                </a:cubicBezTo>
                <a:cubicBezTo>
                  <a:pt x="627" y="338"/>
                  <a:pt x="616" y="374"/>
                  <a:pt x="616" y="420"/>
                </a:cubicBezTo>
                <a:close/>
                <a:moveTo>
                  <a:pt x="488" y="413"/>
                </a:moveTo>
                <a:lnTo>
                  <a:pt x="488" y="413"/>
                </a:lnTo>
                <a:cubicBezTo>
                  <a:pt x="488" y="372"/>
                  <a:pt x="498" y="333"/>
                  <a:pt x="518" y="294"/>
                </a:cubicBezTo>
                <a:cubicBezTo>
                  <a:pt x="539" y="256"/>
                  <a:pt x="568" y="227"/>
                  <a:pt x="605" y="207"/>
                </a:cubicBezTo>
                <a:cubicBezTo>
                  <a:pt x="643" y="187"/>
                  <a:pt x="685" y="177"/>
                  <a:pt x="731" y="177"/>
                </a:cubicBezTo>
                <a:cubicBezTo>
                  <a:pt x="803" y="177"/>
                  <a:pt x="861" y="200"/>
                  <a:pt x="907" y="245"/>
                </a:cubicBezTo>
                <a:cubicBezTo>
                  <a:pt x="953" y="291"/>
                  <a:pt x="976" y="349"/>
                  <a:pt x="976" y="418"/>
                </a:cubicBezTo>
                <a:cubicBezTo>
                  <a:pt x="976" y="489"/>
                  <a:pt x="953" y="547"/>
                  <a:pt x="906" y="593"/>
                </a:cubicBezTo>
                <a:cubicBezTo>
                  <a:pt x="860" y="639"/>
                  <a:pt x="802" y="662"/>
                  <a:pt x="732" y="662"/>
                </a:cubicBezTo>
                <a:cubicBezTo>
                  <a:pt x="689" y="662"/>
                  <a:pt x="647" y="653"/>
                  <a:pt x="608" y="634"/>
                </a:cubicBezTo>
                <a:cubicBezTo>
                  <a:pt x="569" y="614"/>
                  <a:pt x="539" y="586"/>
                  <a:pt x="518" y="549"/>
                </a:cubicBezTo>
                <a:cubicBezTo>
                  <a:pt x="498" y="512"/>
                  <a:pt x="488" y="466"/>
                  <a:pt x="488" y="413"/>
                </a:cubicBezTo>
                <a:close/>
                <a:moveTo>
                  <a:pt x="3137" y="48"/>
                </a:moveTo>
                <a:lnTo>
                  <a:pt x="3137" y="48"/>
                </a:lnTo>
                <a:cubicBezTo>
                  <a:pt x="3128" y="48"/>
                  <a:pt x="3119" y="51"/>
                  <a:pt x="3111" y="55"/>
                </a:cubicBezTo>
                <a:cubicBezTo>
                  <a:pt x="3102" y="60"/>
                  <a:pt x="3096" y="66"/>
                  <a:pt x="3091" y="74"/>
                </a:cubicBezTo>
                <a:cubicBezTo>
                  <a:pt x="3086" y="83"/>
                  <a:pt x="3084" y="91"/>
                  <a:pt x="3084" y="100"/>
                </a:cubicBezTo>
                <a:cubicBezTo>
                  <a:pt x="3084" y="109"/>
                  <a:pt x="3086" y="118"/>
                  <a:pt x="3091" y="126"/>
                </a:cubicBezTo>
                <a:cubicBezTo>
                  <a:pt x="3095" y="134"/>
                  <a:pt x="3102" y="141"/>
                  <a:pt x="3110" y="145"/>
                </a:cubicBezTo>
                <a:cubicBezTo>
                  <a:pt x="3119" y="150"/>
                  <a:pt x="3128" y="152"/>
                  <a:pt x="3137" y="152"/>
                </a:cubicBezTo>
                <a:cubicBezTo>
                  <a:pt x="3146" y="152"/>
                  <a:pt x="3155" y="150"/>
                  <a:pt x="3163" y="145"/>
                </a:cubicBezTo>
                <a:cubicBezTo>
                  <a:pt x="3171" y="141"/>
                  <a:pt x="3178" y="134"/>
                  <a:pt x="3182" y="126"/>
                </a:cubicBezTo>
                <a:cubicBezTo>
                  <a:pt x="3187" y="118"/>
                  <a:pt x="3190" y="109"/>
                  <a:pt x="3190" y="100"/>
                </a:cubicBezTo>
                <a:cubicBezTo>
                  <a:pt x="3190" y="91"/>
                  <a:pt x="3187" y="83"/>
                  <a:pt x="3182" y="74"/>
                </a:cubicBezTo>
                <a:cubicBezTo>
                  <a:pt x="3178" y="66"/>
                  <a:pt x="3171" y="60"/>
                  <a:pt x="3163" y="55"/>
                </a:cubicBezTo>
                <a:cubicBezTo>
                  <a:pt x="3154" y="51"/>
                  <a:pt x="3145" y="48"/>
                  <a:pt x="3137" y="48"/>
                </a:cubicBezTo>
                <a:close/>
                <a:moveTo>
                  <a:pt x="3137" y="38"/>
                </a:moveTo>
                <a:lnTo>
                  <a:pt x="3137" y="38"/>
                </a:lnTo>
                <a:cubicBezTo>
                  <a:pt x="3147" y="38"/>
                  <a:pt x="3158" y="41"/>
                  <a:pt x="3168" y="46"/>
                </a:cubicBezTo>
                <a:cubicBezTo>
                  <a:pt x="3178" y="51"/>
                  <a:pt x="3186" y="59"/>
                  <a:pt x="3191" y="69"/>
                </a:cubicBezTo>
                <a:cubicBezTo>
                  <a:pt x="3197" y="79"/>
                  <a:pt x="3200" y="89"/>
                  <a:pt x="3200" y="100"/>
                </a:cubicBezTo>
                <a:cubicBezTo>
                  <a:pt x="3200" y="111"/>
                  <a:pt x="3197" y="121"/>
                  <a:pt x="3192" y="131"/>
                </a:cubicBezTo>
                <a:cubicBezTo>
                  <a:pt x="3186" y="141"/>
                  <a:pt x="3178" y="149"/>
                  <a:pt x="3168" y="154"/>
                </a:cubicBezTo>
                <a:cubicBezTo>
                  <a:pt x="3158" y="160"/>
                  <a:pt x="3148" y="162"/>
                  <a:pt x="3137" y="162"/>
                </a:cubicBezTo>
                <a:cubicBezTo>
                  <a:pt x="3126" y="162"/>
                  <a:pt x="3115" y="160"/>
                  <a:pt x="3105" y="154"/>
                </a:cubicBezTo>
                <a:cubicBezTo>
                  <a:pt x="3095" y="149"/>
                  <a:pt x="3087" y="141"/>
                  <a:pt x="3082" y="131"/>
                </a:cubicBezTo>
                <a:cubicBezTo>
                  <a:pt x="3076" y="121"/>
                  <a:pt x="3073" y="111"/>
                  <a:pt x="3073" y="100"/>
                </a:cubicBezTo>
                <a:cubicBezTo>
                  <a:pt x="3073" y="89"/>
                  <a:pt x="3076" y="79"/>
                  <a:pt x="3082" y="69"/>
                </a:cubicBezTo>
                <a:cubicBezTo>
                  <a:pt x="3087" y="59"/>
                  <a:pt x="3095" y="51"/>
                  <a:pt x="3106" y="46"/>
                </a:cubicBezTo>
                <a:cubicBezTo>
                  <a:pt x="3116" y="41"/>
                  <a:pt x="3126" y="38"/>
                  <a:pt x="3137" y="38"/>
                </a:cubicBezTo>
                <a:close/>
                <a:moveTo>
                  <a:pt x="2809" y="652"/>
                </a:moveTo>
                <a:lnTo>
                  <a:pt x="2809" y="652"/>
                </a:lnTo>
                <a:cubicBezTo>
                  <a:pt x="2618" y="187"/>
                  <a:pt x="2618" y="187"/>
                  <a:pt x="2618" y="187"/>
                </a:cubicBezTo>
                <a:cubicBezTo>
                  <a:pt x="2749" y="187"/>
                  <a:pt x="2749" y="187"/>
                  <a:pt x="2749" y="187"/>
                </a:cubicBezTo>
                <a:cubicBezTo>
                  <a:pt x="2839" y="425"/>
                  <a:pt x="2839" y="425"/>
                  <a:pt x="2839" y="425"/>
                </a:cubicBezTo>
                <a:cubicBezTo>
                  <a:pt x="2864" y="504"/>
                  <a:pt x="2864" y="504"/>
                  <a:pt x="2864" y="504"/>
                </a:cubicBezTo>
                <a:cubicBezTo>
                  <a:pt x="2871" y="483"/>
                  <a:pt x="2875" y="470"/>
                  <a:pt x="2877" y="464"/>
                </a:cubicBezTo>
                <a:cubicBezTo>
                  <a:pt x="2881" y="451"/>
                  <a:pt x="2886" y="438"/>
                  <a:pt x="2891" y="425"/>
                </a:cubicBezTo>
                <a:cubicBezTo>
                  <a:pt x="2981" y="187"/>
                  <a:pt x="2981" y="187"/>
                  <a:pt x="2981" y="187"/>
                </a:cubicBezTo>
                <a:cubicBezTo>
                  <a:pt x="3109" y="187"/>
                  <a:pt x="3109" y="187"/>
                  <a:pt x="3109" y="187"/>
                </a:cubicBezTo>
                <a:cubicBezTo>
                  <a:pt x="2921" y="652"/>
                  <a:pt x="2921" y="652"/>
                  <a:pt x="2921" y="652"/>
                </a:cubicBezTo>
                <a:lnTo>
                  <a:pt x="2809" y="652"/>
                </a:lnTo>
                <a:close/>
                <a:moveTo>
                  <a:pt x="1826" y="416"/>
                </a:moveTo>
                <a:lnTo>
                  <a:pt x="1826" y="416"/>
                </a:lnTo>
                <a:cubicBezTo>
                  <a:pt x="1826" y="308"/>
                  <a:pt x="1826" y="308"/>
                  <a:pt x="1826" y="308"/>
                </a:cubicBezTo>
                <a:cubicBezTo>
                  <a:pt x="2110" y="308"/>
                  <a:pt x="2110" y="308"/>
                  <a:pt x="2110" y="308"/>
                </a:cubicBezTo>
                <a:cubicBezTo>
                  <a:pt x="2110" y="563"/>
                  <a:pt x="2110" y="563"/>
                  <a:pt x="2110" y="563"/>
                </a:cubicBezTo>
                <a:cubicBezTo>
                  <a:pt x="2083" y="590"/>
                  <a:pt x="2043" y="613"/>
                  <a:pt x="1990" y="633"/>
                </a:cubicBezTo>
                <a:cubicBezTo>
                  <a:pt x="1938" y="653"/>
                  <a:pt x="1885" y="663"/>
                  <a:pt x="1831" y="663"/>
                </a:cubicBezTo>
                <a:cubicBezTo>
                  <a:pt x="1763" y="663"/>
                  <a:pt x="1703" y="649"/>
                  <a:pt x="1652" y="621"/>
                </a:cubicBezTo>
                <a:cubicBezTo>
                  <a:pt x="1602" y="593"/>
                  <a:pt x="1563" y="552"/>
                  <a:pt x="1538" y="500"/>
                </a:cubicBezTo>
                <a:cubicBezTo>
                  <a:pt x="1512" y="448"/>
                  <a:pt x="1500" y="391"/>
                  <a:pt x="1500" y="329"/>
                </a:cubicBezTo>
                <a:cubicBezTo>
                  <a:pt x="1500" y="262"/>
                  <a:pt x="1514" y="203"/>
                  <a:pt x="1542" y="151"/>
                </a:cubicBezTo>
                <a:cubicBezTo>
                  <a:pt x="1571" y="99"/>
                  <a:pt x="1613" y="59"/>
                  <a:pt x="1668" y="32"/>
                </a:cubicBezTo>
                <a:cubicBezTo>
                  <a:pt x="1709" y="10"/>
                  <a:pt x="1762" y="0"/>
                  <a:pt x="1824" y="0"/>
                </a:cubicBezTo>
                <a:cubicBezTo>
                  <a:pt x="1905" y="0"/>
                  <a:pt x="1968" y="16"/>
                  <a:pt x="2014" y="50"/>
                </a:cubicBezTo>
                <a:cubicBezTo>
                  <a:pt x="2059" y="83"/>
                  <a:pt x="2089" y="129"/>
                  <a:pt x="2102" y="188"/>
                </a:cubicBezTo>
                <a:cubicBezTo>
                  <a:pt x="1971" y="212"/>
                  <a:pt x="1971" y="212"/>
                  <a:pt x="1971" y="212"/>
                </a:cubicBezTo>
                <a:cubicBezTo>
                  <a:pt x="1961" y="181"/>
                  <a:pt x="1944" y="156"/>
                  <a:pt x="1919" y="138"/>
                </a:cubicBezTo>
                <a:cubicBezTo>
                  <a:pt x="1894" y="119"/>
                  <a:pt x="1862" y="110"/>
                  <a:pt x="1824" y="110"/>
                </a:cubicBezTo>
                <a:cubicBezTo>
                  <a:pt x="1766" y="110"/>
                  <a:pt x="1720" y="128"/>
                  <a:pt x="1686" y="164"/>
                </a:cubicBezTo>
                <a:cubicBezTo>
                  <a:pt x="1652" y="200"/>
                  <a:pt x="1635" y="253"/>
                  <a:pt x="1635" y="324"/>
                </a:cubicBezTo>
                <a:cubicBezTo>
                  <a:pt x="1635" y="400"/>
                  <a:pt x="1653" y="457"/>
                  <a:pt x="1687" y="495"/>
                </a:cubicBezTo>
                <a:cubicBezTo>
                  <a:pt x="1722" y="533"/>
                  <a:pt x="1767" y="552"/>
                  <a:pt x="1822" y="552"/>
                </a:cubicBezTo>
                <a:cubicBezTo>
                  <a:pt x="1850" y="552"/>
                  <a:pt x="1878" y="547"/>
                  <a:pt x="1906" y="536"/>
                </a:cubicBezTo>
                <a:cubicBezTo>
                  <a:pt x="1933" y="526"/>
                  <a:pt x="1957" y="513"/>
                  <a:pt x="1977" y="497"/>
                </a:cubicBezTo>
                <a:cubicBezTo>
                  <a:pt x="1977" y="416"/>
                  <a:pt x="1977" y="416"/>
                  <a:pt x="1977" y="416"/>
                </a:cubicBezTo>
                <a:lnTo>
                  <a:pt x="1826" y="416"/>
                </a:lnTo>
                <a:close/>
                <a:moveTo>
                  <a:pt x="1330" y="652"/>
                </a:moveTo>
                <a:lnTo>
                  <a:pt x="1330" y="652"/>
                </a:lnTo>
                <a:cubicBezTo>
                  <a:pt x="1330" y="583"/>
                  <a:pt x="1330" y="583"/>
                  <a:pt x="1330" y="583"/>
                </a:cubicBezTo>
                <a:cubicBezTo>
                  <a:pt x="1313" y="607"/>
                  <a:pt x="1290" y="627"/>
                  <a:pt x="1262" y="641"/>
                </a:cubicBezTo>
                <a:cubicBezTo>
                  <a:pt x="1234" y="655"/>
                  <a:pt x="1205" y="662"/>
                  <a:pt x="1174" y="662"/>
                </a:cubicBezTo>
                <a:cubicBezTo>
                  <a:pt x="1142" y="662"/>
                  <a:pt x="1113" y="656"/>
                  <a:pt x="1088" y="642"/>
                </a:cubicBezTo>
                <a:cubicBezTo>
                  <a:pt x="1063" y="628"/>
                  <a:pt x="1045" y="609"/>
                  <a:pt x="1033" y="584"/>
                </a:cubicBezTo>
                <a:cubicBezTo>
                  <a:pt x="1022" y="559"/>
                  <a:pt x="1016" y="525"/>
                  <a:pt x="1016" y="481"/>
                </a:cubicBezTo>
                <a:cubicBezTo>
                  <a:pt x="1016" y="187"/>
                  <a:pt x="1016" y="187"/>
                  <a:pt x="1016" y="187"/>
                </a:cubicBezTo>
                <a:cubicBezTo>
                  <a:pt x="1141" y="187"/>
                  <a:pt x="1141" y="187"/>
                  <a:pt x="1141" y="187"/>
                </a:cubicBezTo>
                <a:cubicBezTo>
                  <a:pt x="1141" y="401"/>
                  <a:pt x="1141" y="401"/>
                  <a:pt x="1141" y="401"/>
                </a:cubicBezTo>
                <a:cubicBezTo>
                  <a:pt x="1141" y="466"/>
                  <a:pt x="1144" y="506"/>
                  <a:pt x="1148" y="521"/>
                </a:cubicBezTo>
                <a:cubicBezTo>
                  <a:pt x="1153" y="536"/>
                  <a:pt x="1161" y="547"/>
                  <a:pt x="1174" y="556"/>
                </a:cubicBezTo>
                <a:cubicBezTo>
                  <a:pt x="1186" y="564"/>
                  <a:pt x="1201" y="569"/>
                  <a:pt x="1220" y="569"/>
                </a:cubicBezTo>
                <a:cubicBezTo>
                  <a:pt x="1241" y="569"/>
                  <a:pt x="1260" y="563"/>
                  <a:pt x="1277" y="552"/>
                </a:cubicBezTo>
                <a:cubicBezTo>
                  <a:pt x="1294" y="540"/>
                  <a:pt x="1306" y="526"/>
                  <a:pt x="1312" y="509"/>
                </a:cubicBezTo>
                <a:cubicBezTo>
                  <a:pt x="1318" y="492"/>
                  <a:pt x="1321" y="450"/>
                  <a:pt x="1321" y="383"/>
                </a:cubicBezTo>
                <a:cubicBezTo>
                  <a:pt x="1321" y="187"/>
                  <a:pt x="1321" y="187"/>
                  <a:pt x="1321" y="187"/>
                </a:cubicBezTo>
                <a:cubicBezTo>
                  <a:pt x="1447" y="187"/>
                  <a:pt x="1447" y="187"/>
                  <a:pt x="1447" y="187"/>
                </a:cubicBezTo>
                <a:cubicBezTo>
                  <a:pt x="1447" y="652"/>
                  <a:pt x="1447" y="652"/>
                  <a:pt x="1447" y="652"/>
                </a:cubicBezTo>
                <a:lnTo>
                  <a:pt x="1330" y="652"/>
                </a:lnTo>
                <a:close/>
                <a:moveTo>
                  <a:pt x="239" y="382"/>
                </a:moveTo>
                <a:lnTo>
                  <a:pt x="239" y="382"/>
                </a:lnTo>
                <a:cubicBezTo>
                  <a:pt x="0" y="10"/>
                  <a:pt x="0" y="10"/>
                  <a:pt x="0" y="10"/>
                </a:cubicBezTo>
                <a:cubicBezTo>
                  <a:pt x="154" y="10"/>
                  <a:pt x="154" y="10"/>
                  <a:pt x="154" y="10"/>
                </a:cubicBezTo>
                <a:cubicBezTo>
                  <a:pt x="308" y="264"/>
                  <a:pt x="308" y="264"/>
                  <a:pt x="308" y="264"/>
                </a:cubicBezTo>
                <a:cubicBezTo>
                  <a:pt x="459" y="10"/>
                  <a:pt x="459" y="10"/>
                  <a:pt x="459" y="10"/>
                </a:cubicBezTo>
                <a:cubicBezTo>
                  <a:pt x="611" y="10"/>
                  <a:pt x="611" y="10"/>
                  <a:pt x="611" y="10"/>
                </a:cubicBezTo>
                <a:cubicBezTo>
                  <a:pt x="371" y="383"/>
                  <a:pt x="371" y="383"/>
                  <a:pt x="371" y="383"/>
                </a:cubicBezTo>
                <a:cubicBezTo>
                  <a:pt x="371" y="652"/>
                  <a:pt x="371" y="652"/>
                  <a:pt x="371" y="652"/>
                </a:cubicBezTo>
                <a:cubicBezTo>
                  <a:pt x="239" y="652"/>
                  <a:pt x="239" y="652"/>
                  <a:pt x="239" y="652"/>
                </a:cubicBezTo>
                <a:lnTo>
                  <a:pt x="239" y="382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  <a:effectLst/>
        </p:spPr>
        <p:txBody>
          <a:bodyPr wrap="none" anchor="ctr"/>
          <a:lstStyle/>
          <a:p>
            <a:pPr rtl="0"/>
            <a:endParaRPr lang="de-DE" dirty="0">
              <a:solidFill>
                <a:schemeClr val="tx1"/>
              </a:solidFill>
            </a:endParaRP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789A3C98-6A13-5FD2-D499-1329D478B38B}"/>
              </a:ext>
            </a:extLst>
          </p:cNvPr>
          <p:cNvCxnSpPr>
            <a:cxnSpLocks/>
          </p:cNvCxnSpPr>
          <p:nvPr userDrawn="1"/>
        </p:nvCxnSpPr>
        <p:spPr>
          <a:xfrm>
            <a:off x="539750" y="657225"/>
            <a:ext cx="3576638" cy="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A6D78F80-3F86-AE27-7FC0-FFA8BFD8D4A7}"/>
              </a:ext>
            </a:extLst>
          </p:cNvPr>
          <p:cNvCxnSpPr>
            <a:cxnSpLocks/>
          </p:cNvCxnSpPr>
          <p:nvPr userDrawn="1"/>
        </p:nvCxnSpPr>
        <p:spPr>
          <a:xfrm>
            <a:off x="4303713" y="657225"/>
            <a:ext cx="7348537" cy="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Footer Placeholder 3">
            <a:extLst>
              <a:ext uri="{FF2B5EF4-FFF2-40B4-BE49-F238E27FC236}">
                <a16:creationId xmlns:a16="http://schemas.microsoft.com/office/drawing/2014/main" id="{98ABE8E2-1ED0-F6CC-0CF6-FDDBDFA8D6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186488" y="486888"/>
            <a:ext cx="4525962" cy="149730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</a:lstStyle>
          <a:p>
            <a:r>
              <a:rPr lang="de-DE"/>
              <a:t>Charting Manual</a:t>
            </a:r>
            <a:endParaRPr lang="de-DE" dirty="0"/>
          </a:p>
        </p:txBody>
      </p:sp>
      <p:sp>
        <p:nvSpPr>
          <p:cNvPr id="3" name="Text Placeholder Eyebrow">
            <a:extLst>
              <a:ext uri="{FF2B5EF4-FFF2-40B4-BE49-F238E27FC236}">
                <a16:creationId xmlns:a16="http://schemas.microsoft.com/office/drawing/2014/main" id="{B9391B92-AA0D-6112-66AD-CD94AD1D11BD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1300163" y="481818"/>
            <a:ext cx="2642400" cy="154800"/>
          </a:xfrm>
        </p:spPr>
        <p:txBody>
          <a:bodyPr/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tx1"/>
                </a:solidFill>
              </a:defRPr>
            </a:lvl1pPr>
            <a:lvl2pPr marL="180000" indent="0">
              <a:buNone/>
              <a:defRPr sz="900">
                <a:solidFill>
                  <a:schemeClr val="accent1"/>
                </a:solidFill>
              </a:defRPr>
            </a:lvl2pPr>
            <a:lvl3pPr marL="360000" indent="0">
              <a:buNone/>
              <a:defRPr sz="900">
                <a:solidFill>
                  <a:schemeClr val="accent1"/>
                </a:solidFill>
              </a:defRPr>
            </a:lvl3pPr>
            <a:lvl4pPr>
              <a:buNone/>
              <a:defRPr sz="900">
                <a:solidFill>
                  <a:schemeClr val="accent1"/>
                </a:solidFill>
              </a:defRPr>
            </a:lvl4pPr>
            <a:lvl5pPr>
              <a:buNone/>
              <a:defRPr sz="900">
                <a:solidFill>
                  <a:schemeClr val="accent1"/>
                </a:solidFill>
              </a:defRPr>
            </a:lvl5pPr>
          </a:lstStyle>
          <a:p>
            <a:pPr lvl="0"/>
            <a:r>
              <a:rPr lang="de-DE"/>
              <a:t>Click to add Eyebrow text</a:t>
            </a:r>
            <a:endParaRPr lang="de-DE" dirty="0"/>
          </a:p>
        </p:txBody>
      </p:sp>
      <p:sp>
        <p:nvSpPr>
          <p:cNvPr id="4" name="Slide Number Placeholder 4">
            <a:extLst>
              <a:ext uri="{FF2B5EF4-FFF2-40B4-BE49-F238E27FC236}">
                <a16:creationId xmlns:a16="http://schemas.microsoft.com/office/drawing/2014/main" id="{EC33D853-031B-9683-2BE9-F2D167BD47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39750" y="481818"/>
            <a:ext cx="270000" cy="154800"/>
          </a:xfrm>
        </p:spPr>
        <p:txBody>
          <a:bodyPr/>
          <a:lstStyle>
            <a:lvl1pPr algn="l" rtl="0">
              <a:defRPr>
                <a:solidFill>
                  <a:schemeClr val="tx1"/>
                </a:solidFill>
              </a:defRPr>
            </a:lvl1pPr>
          </a:lstStyle>
          <a:p>
            <a:fld id="{23AA811B-2EBD-4900-905E-5BE206449611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13105497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Whit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FB59624A-3BE6-5DF8-3DF2-FCD1A15F7815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41510317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78" imgH="377" progId="TCLayout.ActiveDocument.1">
                  <p:embed/>
                </p:oleObj>
              </mc:Choice>
              <mc:Fallback>
                <p:oleObj name="think-cell Slide" r:id="rId3" imgW="378" imgH="377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FB59624A-3BE6-5DF8-3DF2-FCD1A15F781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Date Placeholder 3" hidden="1">
            <a:extLst>
              <a:ext uri="{FF2B5EF4-FFF2-40B4-BE49-F238E27FC236}">
                <a16:creationId xmlns:a16="http://schemas.microsoft.com/office/drawing/2014/main" id="{8D572D3D-47CC-4107-B5E4-EBD7357425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rtl="0">
              <a:defRPr/>
            </a:lvl1pPr>
          </a:lstStyle>
          <a:p>
            <a:fld id="{8EFCE01E-B905-405C-9BF2-055634675969}" type="datetime4">
              <a:rPr lang="en-US" smtClean="0"/>
              <a:t>April 23, 2026</a:t>
            </a:fld>
            <a:endParaRPr lang="de-DE" dirty="0"/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1479600" y="1980000"/>
            <a:ext cx="9230400" cy="2217600"/>
          </a:xfrm>
        </p:spPr>
        <p:txBody>
          <a:bodyPr vert="horz" anchor="t" anchorCtr="0"/>
          <a:lstStyle>
            <a:lvl1pPr algn="ctr" rtl="0">
              <a:lnSpc>
                <a:spcPct val="90000"/>
              </a:lnSpc>
              <a:defRPr sz="8000">
                <a:solidFill>
                  <a:schemeClr val="tx1"/>
                </a:solidFill>
              </a:defRPr>
            </a:lvl1pPr>
          </a:lstStyle>
          <a:p>
            <a:r>
              <a:rPr lang="de-DE" noProof="0"/>
              <a:t>Click to add quote</a:t>
            </a:r>
            <a:endParaRPr lang="de-DE" dirty="0"/>
          </a:p>
        </p:txBody>
      </p:sp>
      <p:sp>
        <p:nvSpPr>
          <p:cNvPr id="13" name="Text Placeholder 4">
            <a:extLst>
              <a:ext uri="{FF2B5EF4-FFF2-40B4-BE49-F238E27FC236}">
                <a16:creationId xmlns:a16="http://schemas.microsoft.com/office/drawing/2014/main" id="{17F63DC0-19C0-4D0C-8CBB-8E65D18A1D2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481138" y="4320000"/>
            <a:ext cx="9230400" cy="576000"/>
          </a:xfrm>
        </p:spPr>
        <p:txBody>
          <a:bodyPr/>
          <a:lstStyle>
            <a:lvl1pPr marL="0" indent="0" algn="ctr" rtl="0"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  <a:buNone/>
              <a:defRPr sz="1200" cap="none" spc="0" baseline="0"/>
            </a:lvl1pPr>
            <a:lvl2pPr marL="0" indent="0" algn="ctr"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  <a:buNone/>
              <a:defRPr sz="1200" b="0" cap="all" spc="600"/>
            </a:lvl2pPr>
            <a:lvl3pPr marL="0" indent="0" algn="ctr"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  <a:buNone/>
              <a:defRPr sz="1200" b="0" cap="all" spc="600"/>
            </a:lvl3pPr>
            <a:lvl4pPr marL="0" algn="ctr"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  <a:buNone/>
              <a:defRPr sz="1200" b="0" cap="all" spc="600"/>
            </a:lvl4pPr>
            <a:lvl5pPr marL="0" algn="ctr"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  <a:buNone/>
              <a:defRPr sz="1200" b="0" cap="all" spc="600"/>
            </a:lvl5pPr>
          </a:lstStyle>
          <a:p>
            <a:r>
              <a:rPr lang="de-DE"/>
              <a:t>Click to add text</a:t>
            </a:r>
            <a:endParaRPr lang="de-DE" dirty="0"/>
          </a:p>
        </p:txBody>
      </p:sp>
      <p:sp>
        <p:nvSpPr>
          <p:cNvPr id="7" name="Logo">
            <a:extLst>
              <a:ext uri="{FF2B5EF4-FFF2-40B4-BE49-F238E27FC236}">
                <a16:creationId xmlns:a16="http://schemas.microsoft.com/office/drawing/2014/main" id="{CDD8A832-BF6A-7677-FE41-A05BAE3328AD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1157045" y="491598"/>
            <a:ext cx="493617" cy="102665"/>
          </a:xfrm>
          <a:custGeom>
            <a:avLst/>
            <a:gdLst>
              <a:gd name="T0" fmla="*/ 3133 w 3201"/>
              <a:gd name="T1" fmla="*/ 97 h 664"/>
              <a:gd name="T2" fmla="*/ 3148 w 3201"/>
              <a:gd name="T3" fmla="*/ 81 h 664"/>
              <a:gd name="T4" fmla="*/ 3120 w 3201"/>
              <a:gd name="T5" fmla="*/ 77 h 664"/>
              <a:gd name="T6" fmla="*/ 3109 w 3201"/>
              <a:gd name="T7" fmla="*/ 135 h 664"/>
              <a:gd name="T8" fmla="*/ 3150 w 3201"/>
              <a:gd name="T9" fmla="*/ 69 h 664"/>
              <a:gd name="T10" fmla="*/ 3156 w 3201"/>
              <a:gd name="T11" fmla="*/ 99 h 664"/>
              <a:gd name="T12" fmla="*/ 3158 w 3201"/>
              <a:gd name="T13" fmla="*/ 122 h 664"/>
              <a:gd name="T14" fmla="*/ 3147 w 3201"/>
              <a:gd name="T15" fmla="*/ 124 h 664"/>
              <a:gd name="T16" fmla="*/ 3120 w 3201"/>
              <a:gd name="T17" fmla="*/ 106 h 664"/>
              <a:gd name="T18" fmla="*/ 2276 w 3201"/>
              <a:gd name="T19" fmla="*/ 420 h 664"/>
              <a:gd name="T20" fmla="*/ 2391 w 3201"/>
              <a:gd name="T21" fmla="*/ 562 h 664"/>
              <a:gd name="T22" fmla="*/ 2473 w 3201"/>
              <a:gd name="T23" fmla="*/ 314 h 664"/>
              <a:gd name="T24" fmla="*/ 2276 w 3201"/>
              <a:gd name="T25" fmla="*/ 420 h 664"/>
              <a:gd name="T26" fmla="*/ 2178 w 3201"/>
              <a:gd name="T27" fmla="*/ 294 h 664"/>
              <a:gd name="T28" fmla="*/ 2567 w 3201"/>
              <a:gd name="T29" fmla="*/ 245 h 664"/>
              <a:gd name="T30" fmla="*/ 2392 w 3201"/>
              <a:gd name="T31" fmla="*/ 662 h 664"/>
              <a:gd name="T32" fmla="*/ 2147 w 3201"/>
              <a:gd name="T33" fmla="*/ 413 h 664"/>
              <a:gd name="T34" fmla="*/ 649 w 3201"/>
              <a:gd name="T35" fmla="*/ 526 h 664"/>
              <a:gd name="T36" fmla="*/ 847 w 3201"/>
              <a:gd name="T37" fmla="*/ 419 h 664"/>
              <a:gd name="T38" fmla="*/ 649 w 3201"/>
              <a:gd name="T39" fmla="*/ 314 h 664"/>
              <a:gd name="T40" fmla="*/ 488 w 3201"/>
              <a:gd name="T41" fmla="*/ 413 h 664"/>
              <a:gd name="T42" fmla="*/ 731 w 3201"/>
              <a:gd name="T43" fmla="*/ 177 h 664"/>
              <a:gd name="T44" fmla="*/ 906 w 3201"/>
              <a:gd name="T45" fmla="*/ 593 h 664"/>
              <a:gd name="T46" fmla="*/ 518 w 3201"/>
              <a:gd name="T47" fmla="*/ 549 h 664"/>
              <a:gd name="T48" fmla="*/ 3137 w 3201"/>
              <a:gd name="T49" fmla="*/ 48 h 664"/>
              <a:gd name="T50" fmla="*/ 3084 w 3201"/>
              <a:gd name="T51" fmla="*/ 100 h 664"/>
              <a:gd name="T52" fmla="*/ 3137 w 3201"/>
              <a:gd name="T53" fmla="*/ 152 h 664"/>
              <a:gd name="T54" fmla="*/ 3190 w 3201"/>
              <a:gd name="T55" fmla="*/ 100 h 664"/>
              <a:gd name="T56" fmla="*/ 3137 w 3201"/>
              <a:gd name="T57" fmla="*/ 48 h 664"/>
              <a:gd name="T58" fmla="*/ 3168 w 3201"/>
              <a:gd name="T59" fmla="*/ 46 h 664"/>
              <a:gd name="T60" fmla="*/ 3192 w 3201"/>
              <a:gd name="T61" fmla="*/ 131 h 664"/>
              <a:gd name="T62" fmla="*/ 3105 w 3201"/>
              <a:gd name="T63" fmla="*/ 154 h 664"/>
              <a:gd name="T64" fmla="*/ 3082 w 3201"/>
              <a:gd name="T65" fmla="*/ 69 h 664"/>
              <a:gd name="T66" fmla="*/ 2809 w 3201"/>
              <a:gd name="T67" fmla="*/ 652 h 664"/>
              <a:gd name="T68" fmla="*/ 2749 w 3201"/>
              <a:gd name="T69" fmla="*/ 187 h 664"/>
              <a:gd name="T70" fmla="*/ 2877 w 3201"/>
              <a:gd name="T71" fmla="*/ 464 h 664"/>
              <a:gd name="T72" fmla="*/ 3109 w 3201"/>
              <a:gd name="T73" fmla="*/ 187 h 664"/>
              <a:gd name="T74" fmla="*/ 1826 w 3201"/>
              <a:gd name="T75" fmla="*/ 416 h 664"/>
              <a:gd name="T76" fmla="*/ 2110 w 3201"/>
              <a:gd name="T77" fmla="*/ 308 h 664"/>
              <a:gd name="T78" fmla="*/ 1831 w 3201"/>
              <a:gd name="T79" fmla="*/ 663 h 664"/>
              <a:gd name="T80" fmla="*/ 1500 w 3201"/>
              <a:gd name="T81" fmla="*/ 329 h 664"/>
              <a:gd name="T82" fmla="*/ 1824 w 3201"/>
              <a:gd name="T83" fmla="*/ 0 h 664"/>
              <a:gd name="T84" fmla="*/ 1971 w 3201"/>
              <a:gd name="T85" fmla="*/ 212 h 664"/>
              <a:gd name="T86" fmla="*/ 1686 w 3201"/>
              <a:gd name="T87" fmla="*/ 164 h 664"/>
              <a:gd name="T88" fmla="*/ 1822 w 3201"/>
              <a:gd name="T89" fmla="*/ 552 h 664"/>
              <a:gd name="T90" fmla="*/ 1977 w 3201"/>
              <a:gd name="T91" fmla="*/ 416 h 664"/>
              <a:gd name="T92" fmla="*/ 1330 w 3201"/>
              <a:gd name="T93" fmla="*/ 652 h 664"/>
              <a:gd name="T94" fmla="*/ 1174 w 3201"/>
              <a:gd name="T95" fmla="*/ 662 h 664"/>
              <a:gd name="T96" fmla="*/ 1016 w 3201"/>
              <a:gd name="T97" fmla="*/ 481 h 664"/>
              <a:gd name="T98" fmla="*/ 1141 w 3201"/>
              <a:gd name="T99" fmla="*/ 401 h 664"/>
              <a:gd name="T100" fmla="*/ 1220 w 3201"/>
              <a:gd name="T101" fmla="*/ 569 h 664"/>
              <a:gd name="T102" fmla="*/ 1321 w 3201"/>
              <a:gd name="T103" fmla="*/ 383 h 664"/>
              <a:gd name="T104" fmla="*/ 1447 w 3201"/>
              <a:gd name="T105" fmla="*/ 652 h 664"/>
              <a:gd name="T106" fmla="*/ 239 w 3201"/>
              <a:gd name="T107" fmla="*/ 382 h 664"/>
              <a:gd name="T108" fmla="*/ 308 w 3201"/>
              <a:gd name="T109" fmla="*/ 264 h 664"/>
              <a:gd name="T110" fmla="*/ 371 w 3201"/>
              <a:gd name="T111" fmla="*/ 383 h 664"/>
              <a:gd name="T112" fmla="*/ 239 w 3201"/>
              <a:gd name="T113" fmla="*/ 382 h 66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</a:cxnLst>
            <a:rect l="0" t="0" r="r" b="b"/>
            <a:pathLst>
              <a:path w="3201" h="664">
                <a:moveTo>
                  <a:pt x="3120" y="97"/>
                </a:moveTo>
                <a:lnTo>
                  <a:pt x="3120" y="97"/>
                </a:lnTo>
                <a:cubicBezTo>
                  <a:pt x="3133" y="97"/>
                  <a:pt x="3133" y="97"/>
                  <a:pt x="3133" y="97"/>
                </a:cubicBezTo>
                <a:cubicBezTo>
                  <a:pt x="3140" y="97"/>
                  <a:pt x="3144" y="96"/>
                  <a:pt x="3146" y="94"/>
                </a:cubicBezTo>
                <a:cubicBezTo>
                  <a:pt x="3149" y="92"/>
                  <a:pt x="3150" y="90"/>
                  <a:pt x="3150" y="87"/>
                </a:cubicBezTo>
                <a:cubicBezTo>
                  <a:pt x="3150" y="85"/>
                  <a:pt x="3149" y="83"/>
                  <a:pt x="3148" y="81"/>
                </a:cubicBezTo>
                <a:cubicBezTo>
                  <a:pt x="3147" y="80"/>
                  <a:pt x="3145" y="79"/>
                  <a:pt x="3143" y="78"/>
                </a:cubicBezTo>
                <a:cubicBezTo>
                  <a:pt x="3141" y="77"/>
                  <a:pt x="3138" y="77"/>
                  <a:pt x="3132" y="77"/>
                </a:cubicBezTo>
                <a:cubicBezTo>
                  <a:pt x="3120" y="77"/>
                  <a:pt x="3120" y="77"/>
                  <a:pt x="3120" y="77"/>
                </a:cubicBezTo>
                <a:lnTo>
                  <a:pt x="3120" y="97"/>
                </a:lnTo>
                <a:close/>
                <a:moveTo>
                  <a:pt x="3109" y="135"/>
                </a:moveTo>
                <a:lnTo>
                  <a:pt x="3109" y="135"/>
                </a:lnTo>
                <a:cubicBezTo>
                  <a:pt x="3109" y="68"/>
                  <a:pt x="3109" y="68"/>
                  <a:pt x="3109" y="68"/>
                </a:cubicBezTo>
                <a:cubicBezTo>
                  <a:pt x="3132" y="68"/>
                  <a:pt x="3132" y="68"/>
                  <a:pt x="3132" y="68"/>
                </a:cubicBezTo>
                <a:cubicBezTo>
                  <a:pt x="3140" y="68"/>
                  <a:pt x="3146" y="68"/>
                  <a:pt x="3150" y="69"/>
                </a:cubicBezTo>
                <a:cubicBezTo>
                  <a:pt x="3153" y="71"/>
                  <a:pt x="3156" y="73"/>
                  <a:pt x="3158" y="76"/>
                </a:cubicBezTo>
                <a:cubicBezTo>
                  <a:pt x="3160" y="79"/>
                  <a:pt x="3161" y="82"/>
                  <a:pt x="3161" y="86"/>
                </a:cubicBezTo>
                <a:cubicBezTo>
                  <a:pt x="3161" y="91"/>
                  <a:pt x="3160" y="95"/>
                  <a:pt x="3156" y="99"/>
                </a:cubicBezTo>
                <a:cubicBezTo>
                  <a:pt x="3153" y="102"/>
                  <a:pt x="3148" y="104"/>
                  <a:pt x="3142" y="105"/>
                </a:cubicBezTo>
                <a:cubicBezTo>
                  <a:pt x="3144" y="106"/>
                  <a:pt x="3146" y="107"/>
                  <a:pt x="3148" y="108"/>
                </a:cubicBezTo>
                <a:cubicBezTo>
                  <a:pt x="3150" y="111"/>
                  <a:pt x="3154" y="115"/>
                  <a:pt x="3158" y="122"/>
                </a:cubicBezTo>
                <a:cubicBezTo>
                  <a:pt x="3166" y="135"/>
                  <a:pt x="3166" y="135"/>
                  <a:pt x="3166" y="135"/>
                </a:cubicBezTo>
                <a:cubicBezTo>
                  <a:pt x="3153" y="135"/>
                  <a:pt x="3153" y="135"/>
                  <a:pt x="3153" y="135"/>
                </a:cubicBezTo>
                <a:cubicBezTo>
                  <a:pt x="3147" y="124"/>
                  <a:pt x="3147" y="124"/>
                  <a:pt x="3147" y="124"/>
                </a:cubicBezTo>
                <a:cubicBezTo>
                  <a:pt x="3142" y="116"/>
                  <a:pt x="3138" y="111"/>
                  <a:pt x="3135" y="109"/>
                </a:cubicBezTo>
                <a:cubicBezTo>
                  <a:pt x="3133" y="107"/>
                  <a:pt x="3130" y="106"/>
                  <a:pt x="3126" y="106"/>
                </a:cubicBezTo>
                <a:cubicBezTo>
                  <a:pt x="3120" y="106"/>
                  <a:pt x="3120" y="106"/>
                  <a:pt x="3120" y="106"/>
                </a:cubicBezTo>
                <a:cubicBezTo>
                  <a:pt x="3120" y="135"/>
                  <a:pt x="3120" y="135"/>
                  <a:pt x="3120" y="135"/>
                </a:cubicBezTo>
                <a:lnTo>
                  <a:pt x="3109" y="135"/>
                </a:lnTo>
                <a:close/>
                <a:moveTo>
                  <a:pt x="2276" y="420"/>
                </a:moveTo>
                <a:lnTo>
                  <a:pt x="2276" y="420"/>
                </a:lnTo>
                <a:cubicBezTo>
                  <a:pt x="2276" y="466"/>
                  <a:pt x="2287" y="501"/>
                  <a:pt x="2309" y="526"/>
                </a:cubicBezTo>
                <a:cubicBezTo>
                  <a:pt x="2331" y="550"/>
                  <a:pt x="2359" y="562"/>
                  <a:pt x="2391" y="562"/>
                </a:cubicBezTo>
                <a:cubicBezTo>
                  <a:pt x="2424" y="562"/>
                  <a:pt x="2451" y="550"/>
                  <a:pt x="2473" y="526"/>
                </a:cubicBezTo>
                <a:cubicBezTo>
                  <a:pt x="2495" y="501"/>
                  <a:pt x="2507" y="465"/>
                  <a:pt x="2507" y="419"/>
                </a:cubicBezTo>
                <a:cubicBezTo>
                  <a:pt x="2507" y="373"/>
                  <a:pt x="2495" y="338"/>
                  <a:pt x="2473" y="314"/>
                </a:cubicBezTo>
                <a:cubicBezTo>
                  <a:pt x="2451" y="289"/>
                  <a:pt x="2424" y="277"/>
                  <a:pt x="2391" y="277"/>
                </a:cubicBezTo>
                <a:cubicBezTo>
                  <a:pt x="2359" y="277"/>
                  <a:pt x="2331" y="289"/>
                  <a:pt x="2309" y="314"/>
                </a:cubicBezTo>
                <a:cubicBezTo>
                  <a:pt x="2287" y="338"/>
                  <a:pt x="2276" y="374"/>
                  <a:pt x="2276" y="420"/>
                </a:cubicBezTo>
                <a:close/>
                <a:moveTo>
                  <a:pt x="2147" y="413"/>
                </a:moveTo>
                <a:lnTo>
                  <a:pt x="2147" y="413"/>
                </a:lnTo>
                <a:cubicBezTo>
                  <a:pt x="2147" y="372"/>
                  <a:pt x="2157" y="333"/>
                  <a:pt x="2178" y="294"/>
                </a:cubicBezTo>
                <a:cubicBezTo>
                  <a:pt x="2198" y="256"/>
                  <a:pt x="2228" y="227"/>
                  <a:pt x="2265" y="207"/>
                </a:cubicBezTo>
                <a:cubicBezTo>
                  <a:pt x="2302" y="187"/>
                  <a:pt x="2344" y="177"/>
                  <a:pt x="2391" y="177"/>
                </a:cubicBezTo>
                <a:cubicBezTo>
                  <a:pt x="2462" y="177"/>
                  <a:pt x="2521" y="200"/>
                  <a:pt x="2567" y="245"/>
                </a:cubicBezTo>
                <a:cubicBezTo>
                  <a:pt x="2613" y="291"/>
                  <a:pt x="2635" y="349"/>
                  <a:pt x="2635" y="418"/>
                </a:cubicBezTo>
                <a:cubicBezTo>
                  <a:pt x="2635" y="489"/>
                  <a:pt x="2612" y="547"/>
                  <a:pt x="2566" y="593"/>
                </a:cubicBezTo>
                <a:cubicBezTo>
                  <a:pt x="2520" y="639"/>
                  <a:pt x="2462" y="662"/>
                  <a:pt x="2392" y="662"/>
                </a:cubicBezTo>
                <a:cubicBezTo>
                  <a:pt x="2348" y="662"/>
                  <a:pt x="2307" y="653"/>
                  <a:pt x="2268" y="634"/>
                </a:cubicBezTo>
                <a:cubicBezTo>
                  <a:pt x="2228" y="614"/>
                  <a:pt x="2198" y="586"/>
                  <a:pt x="2178" y="549"/>
                </a:cubicBezTo>
                <a:cubicBezTo>
                  <a:pt x="2157" y="512"/>
                  <a:pt x="2147" y="466"/>
                  <a:pt x="2147" y="413"/>
                </a:cubicBezTo>
                <a:close/>
                <a:moveTo>
                  <a:pt x="616" y="420"/>
                </a:moveTo>
                <a:lnTo>
                  <a:pt x="616" y="420"/>
                </a:lnTo>
                <a:cubicBezTo>
                  <a:pt x="616" y="466"/>
                  <a:pt x="627" y="501"/>
                  <a:pt x="649" y="526"/>
                </a:cubicBezTo>
                <a:cubicBezTo>
                  <a:pt x="671" y="550"/>
                  <a:pt x="699" y="562"/>
                  <a:pt x="732" y="562"/>
                </a:cubicBezTo>
                <a:cubicBezTo>
                  <a:pt x="764" y="562"/>
                  <a:pt x="792" y="550"/>
                  <a:pt x="814" y="526"/>
                </a:cubicBezTo>
                <a:cubicBezTo>
                  <a:pt x="836" y="501"/>
                  <a:pt x="847" y="465"/>
                  <a:pt x="847" y="419"/>
                </a:cubicBezTo>
                <a:cubicBezTo>
                  <a:pt x="847" y="373"/>
                  <a:pt x="836" y="338"/>
                  <a:pt x="814" y="314"/>
                </a:cubicBezTo>
                <a:cubicBezTo>
                  <a:pt x="792" y="289"/>
                  <a:pt x="764" y="277"/>
                  <a:pt x="732" y="277"/>
                </a:cubicBezTo>
                <a:cubicBezTo>
                  <a:pt x="699" y="277"/>
                  <a:pt x="671" y="289"/>
                  <a:pt x="649" y="314"/>
                </a:cubicBezTo>
                <a:cubicBezTo>
                  <a:pt x="627" y="338"/>
                  <a:pt x="616" y="374"/>
                  <a:pt x="616" y="420"/>
                </a:cubicBezTo>
                <a:close/>
                <a:moveTo>
                  <a:pt x="488" y="413"/>
                </a:moveTo>
                <a:lnTo>
                  <a:pt x="488" y="413"/>
                </a:lnTo>
                <a:cubicBezTo>
                  <a:pt x="488" y="372"/>
                  <a:pt x="498" y="333"/>
                  <a:pt x="518" y="294"/>
                </a:cubicBezTo>
                <a:cubicBezTo>
                  <a:pt x="539" y="256"/>
                  <a:pt x="568" y="227"/>
                  <a:pt x="605" y="207"/>
                </a:cubicBezTo>
                <a:cubicBezTo>
                  <a:pt x="643" y="187"/>
                  <a:pt x="685" y="177"/>
                  <a:pt x="731" y="177"/>
                </a:cubicBezTo>
                <a:cubicBezTo>
                  <a:pt x="803" y="177"/>
                  <a:pt x="861" y="200"/>
                  <a:pt x="907" y="245"/>
                </a:cubicBezTo>
                <a:cubicBezTo>
                  <a:pt x="953" y="291"/>
                  <a:pt x="976" y="349"/>
                  <a:pt x="976" y="418"/>
                </a:cubicBezTo>
                <a:cubicBezTo>
                  <a:pt x="976" y="489"/>
                  <a:pt x="953" y="547"/>
                  <a:pt x="906" y="593"/>
                </a:cubicBezTo>
                <a:cubicBezTo>
                  <a:pt x="860" y="639"/>
                  <a:pt x="802" y="662"/>
                  <a:pt x="732" y="662"/>
                </a:cubicBezTo>
                <a:cubicBezTo>
                  <a:pt x="689" y="662"/>
                  <a:pt x="647" y="653"/>
                  <a:pt x="608" y="634"/>
                </a:cubicBezTo>
                <a:cubicBezTo>
                  <a:pt x="569" y="614"/>
                  <a:pt x="539" y="586"/>
                  <a:pt x="518" y="549"/>
                </a:cubicBezTo>
                <a:cubicBezTo>
                  <a:pt x="498" y="512"/>
                  <a:pt x="488" y="466"/>
                  <a:pt x="488" y="413"/>
                </a:cubicBezTo>
                <a:close/>
                <a:moveTo>
                  <a:pt x="3137" y="48"/>
                </a:moveTo>
                <a:lnTo>
                  <a:pt x="3137" y="48"/>
                </a:lnTo>
                <a:cubicBezTo>
                  <a:pt x="3128" y="48"/>
                  <a:pt x="3119" y="51"/>
                  <a:pt x="3111" y="55"/>
                </a:cubicBezTo>
                <a:cubicBezTo>
                  <a:pt x="3102" y="60"/>
                  <a:pt x="3096" y="66"/>
                  <a:pt x="3091" y="74"/>
                </a:cubicBezTo>
                <a:cubicBezTo>
                  <a:pt x="3086" y="83"/>
                  <a:pt x="3084" y="91"/>
                  <a:pt x="3084" y="100"/>
                </a:cubicBezTo>
                <a:cubicBezTo>
                  <a:pt x="3084" y="109"/>
                  <a:pt x="3086" y="118"/>
                  <a:pt x="3091" y="126"/>
                </a:cubicBezTo>
                <a:cubicBezTo>
                  <a:pt x="3095" y="134"/>
                  <a:pt x="3102" y="141"/>
                  <a:pt x="3110" y="145"/>
                </a:cubicBezTo>
                <a:cubicBezTo>
                  <a:pt x="3119" y="150"/>
                  <a:pt x="3128" y="152"/>
                  <a:pt x="3137" y="152"/>
                </a:cubicBezTo>
                <a:cubicBezTo>
                  <a:pt x="3146" y="152"/>
                  <a:pt x="3155" y="150"/>
                  <a:pt x="3163" y="145"/>
                </a:cubicBezTo>
                <a:cubicBezTo>
                  <a:pt x="3171" y="141"/>
                  <a:pt x="3178" y="134"/>
                  <a:pt x="3182" y="126"/>
                </a:cubicBezTo>
                <a:cubicBezTo>
                  <a:pt x="3187" y="118"/>
                  <a:pt x="3190" y="109"/>
                  <a:pt x="3190" y="100"/>
                </a:cubicBezTo>
                <a:cubicBezTo>
                  <a:pt x="3190" y="91"/>
                  <a:pt x="3187" y="83"/>
                  <a:pt x="3182" y="74"/>
                </a:cubicBezTo>
                <a:cubicBezTo>
                  <a:pt x="3178" y="66"/>
                  <a:pt x="3171" y="60"/>
                  <a:pt x="3163" y="55"/>
                </a:cubicBezTo>
                <a:cubicBezTo>
                  <a:pt x="3154" y="51"/>
                  <a:pt x="3145" y="48"/>
                  <a:pt x="3137" y="48"/>
                </a:cubicBezTo>
                <a:close/>
                <a:moveTo>
                  <a:pt x="3137" y="38"/>
                </a:moveTo>
                <a:lnTo>
                  <a:pt x="3137" y="38"/>
                </a:lnTo>
                <a:cubicBezTo>
                  <a:pt x="3147" y="38"/>
                  <a:pt x="3158" y="41"/>
                  <a:pt x="3168" y="46"/>
                </a:cubicBezTo>
                <a:cubicBezTo>
                  <a:pt x="3178" y="51"/>
                  <a:pt x="3186" y="59"/>
                  <a:pt x="3191" y="69"/>
                </a:cubicBezTo>
                <a:cubicBezTo>
                  <a:pt x="3197" y="79"/>
                  <a:pt x="3200" y="89"/>
                  <a:pt x="3200" y="100"/>
                </a:cubicBezTo>
                <a:cubicBezTo>
                  <a:pt x="3200" y="111"/>
                  <a:pt x="3197" y="121"/>
                  <a:pt x="3192" y="131"/>
                </a:cubicBezTo>
                <a:cubicBezTo>
                  <a:pt x="3186" y="141"/>
                  <a:pt x="3178" y="149"/>
                  <a:pt x="3168" y="154"/>
                </a:cubicBezTo>
                <a:cubicBezTo>
                  <a:pt x="3158" y="160"/>
                  <a:pt x="3148" y="162"/>
                  <a:pt x="3137" y="162"/>
                </a:cubicBezTo>
                <a:cubicBezTo>
                  <a:pt x="3126" y="162"/>
                  <a:pt x="3115" y="160"/>
                  <a:pt x="3105" y="154"/>
                </a:cubicBezTo>
                <a:cubicBezTo>
                  <a:pt x="3095" y="149"/>
                  <a:pt x="3087" y="141"/>
                  <a:pt x="3082" y="131"/>
                </a:cubicBezTo>
                <a:cubicBezTo>
                  <a:pt x="3076" y="121"/>
                  <a:pt x="3073" y="111"/>
                  <a:pt x="3073" y="100"/>
                </a:cubicBezTo>
                <a:cubicBezTo>
                  <a:pt x="3073" y="89"/>
                  <a:pt x="3076" y="79"/>
                  <a:pt x="3082" y="69"/>
                </a:cubicBezTo>
                <a:cubicBezTo>
                  <a:pt x="3087" y="59"/>
                  <a:pt x="3095" y="51"/>
                  <a:pt x="3106" y="46"/>
                </a:cubicBezTo>
                <a:cubicBezTo>
                  <a:pt x="3116" y="41"/>
                  <a:pt x="3126" y="38"/>
                  <a:pt x="3137" y="38"/>
                </a:cubicBezTo>
                <a:close/>
                <a:moveTo>
                  <a:pt x="2809" y="652"/>
                </a:moveTo>
                <a:lnTo>
                  <a:pt x="2809" y="652"/>
                </a:lnTo>
                <a:cubicBezTo>
                  <a:pt x="2618" y="187"/>
                  <a:pt x="2618" y="187"/>
                  <a:pt x="2618" y="187"/>
                </a:cubicBezTo>
                <a:cubicBezTo>
                  <a:pt x="2749" y="187"/>
                  <a:pt x="2749" y="187"/>
                  <a:pt x="2749" y="187"/>
                </a:cubicBezTo>
                <a:cubicBezTo>
                  <a:pt x="2839" y="425"/>
                  <a:pt x="2839" y="425"/>
                  <a:pt x="2839" y="425"/>
                </a:cubicBezTo>
                <a:cubicBezTo>
                  <a:pt x="2864" y="504"/>
                  <a:pt x="2864" y="504"/>
                  <a:pt x="2864" y="504"/>
                </a:cubicBezTo>
                <a:cubicBezTo>
                  <a:pt x="2871" y="483"/>
                  <a:pt x="2875" y="470"/>
                  <a:pt x="2877" y="464"/>
                </a:cubicBezTo>
                <a:cubicBezTo>
                  <a:pt x="2881" y="451"/>
                  <a:pt x="2886" y="438"/>
                  <a:pt x="2891" y="425"/>
                </a:cubicBezTo>
                <a:cubicBezTo>
                  <a:pt x="2981" y="187"/>
                  <a:pt x="2981" y="187"/>
                  <a:pt x="2981" y="187"/>
                </a:cubicBezTo>
                <a:cubicBezTo>
                  <a:pt x="3109" y="187"/>
                  <a:pt x="3109" y="187"/>
                  <a:pt x="3109" y="187"/>
                </a:cubicBezTo>
                <a:cubicBezTo>
                  <a:pt x="2921" y="652"/>
                  <a:pt x="2921" y="652"/>
                  <a:pt x="2921" y="652"/>
                </a:cubicBezTo>
                <a:lnTo>
                  <a:pt x="2809" y="652"/>
                </a:lnTo>
                <a:close/>
                <a:moveTo>
                  <a:pt x="1826" y="416"/>
                </a:moveTo>
                <a:lnTo>
                  <a:pt x="1826" y="416"/>
                </a:lnTo>
                <a:cubicBezTo>
                  <a:pt x="1826" y="308"/>
                  <a:pt x="1826" y="308"/>
                  <a:pt x="1826" y="308"/>
                </a:cubicBezTo>
                <a:cubicBezTo>
                  <a:pt x="2110" y="308"/>
                  <a:pt x="2110" y="308"/>
                  <a:pt x="2110" y="308"/>
                </a:cubicBezTo>
                <a:cubicBezTo>
                  <a:pt x="2110" y="563"/>
                  <a:pt x="2110" y="563"/>
                  <a:pt x="2110" y="563"/>
                </a:cubicBezTo>
                <a:cubicBezTo>
                  <a:pt x="2083" y="590"/>
                  <a:pt x="2043" y="613"/>
                  <a:pt x="1990" y="633"/>
                </a:cubicBezTo>
                <a:cubicBezTo>
                  <a:pt x="1938" y="653"/>
                  <a:pt x="1885" y="663"/>
                  <a:pt x="1831" y="663"/>
                </a:cubicBezTo>
                <a:cubicBezTo>
                  <a:pt x="1763" y="663"/>
                  <a:pt x="1703" y="649"/>
                  <a:pt x="1652" y="621"/>
                </a:cubicBezTo>
                <a:cubicBezTo>
                  <a:pt x="1602" y="593"/>
                  <a:pt x="1563" y="552"/>
                  <a:pt x="1538" y="500"/>
                </a:cubicBezTo>
                <a:cubicBezTo>
                  <a:pt x="1512" y="448"/>
                  <a:pt x="1500" y="391"/>
                  <a:pt x="1500" y="329"/>
                </a:cubicBezTo>
                <a:cubicBezTo>
                  <a:pt x="1500" y="262"/>
                  <a:pt x="1514" y="203"/>
                  <a:pt x="1542" y="151"/>
                </a:cubicBezTo>
                <a:cubicBezTo>
                  <a:pt x="1571" y="99"/>
                  <a:pt x="1613" y="59"/>
                  <a:pt x="1668" y="32"/>
                </a:cubicBezTo>
                <a:cubicBezTo>
                  <a:pt x="1709" y="10"/>
                  <a:pt x="1762" y="0"/>
                  <a:pt x="1824" y="0"/>
                </a:cubicBezTo>
                <a:cubicBezTo>
                  <a:pt x="1905" y="0"/>
                  <a:pt x="1968" y="16"/>
                  <a:pt x="2014" y="50"/>
                </a:cubicBezTo>
                <a:cubicBezTo>
                  <a:pt x="2059" y="83"/>
                  <a:pt x="2089" y="129"/>
                  <a:pt x="2102" y="188"/>
                </a:cubicBezTo>
                <a:cubicBezTo>
                  <a:pt x="1971" y="212"/>
                  <a:pt x="1971" y="212"/>
                  <a:pt x="1971" y="212"/>
                </a:cubicBezTo>
                <a:cubicBezTo>
                  <a:pt x="1961" y="181"/>
                  <a:pt x="1944" y="156"/>
                  <a:pt x="1919" y="138"/>
                </a:cubicBezTo>
                <a:cubicBezTo>
                  <a:pt x="1894" y="119"/>
                  <a:pt x="1862" y="110"/>
                  <a:pt x="1824" y="110"/>
                </a:cubicBezTo>
                <a:cubicBezTo>
                  <a:pt x="1766" y="110"/>
                  <a:pt x="1720" y="128"/>
                  <a:pt x="1686" y="164"/>
                </a:cubicBezTo>
                <a:cubicBezTo>
                  <a:pt x="1652" y="200"/>
                  <a:pt x="1635" y="253"/>
                  <a:pt x="1635" y="324"/>
                </a:cubicBezTo>
                <a:cubicBezTo>
                  <a:pt x="1635" y="400"/>
                  <a:pt x="1653" y="457"/>
                  <a:pt x="1687" y="495"/>
                </a:cubicBezTo>
                <a:cubicBezTo>
                  <a:pt x="1722" y="533"/>
                  <a:pt x="1767" y="552"/>
                  <a:pt x="1822" y="552"/>
                </a:cubicBezTo>
                <a:cubicBezTo>
                  <a:pt x="1850" y="552"/>
                  <a:pt x="1878" y="547"/>
                  <a:pt x="1906" y="536"/>
                </a:cubicBezTo>
                <a:cubicBezTo>
                  <a:pt x="1933" y="526"/>
                  <a:pt x="1957" y="513"/>
                  <a:pt x="1977" y="497"/>
                </a:cubicBezTo>
                <a:cubicBezTo>
                  <a:pt x="1977" y="416"/>
                  <a:pt x="1977" y="416"/>
                  <a:pt x="1977" y="416"/>
                </a:cubicBezTo>
                <a:lnTo>
                  <a:pt x="1826" y="416"/>
                </a:lnTo>
                <a:close/>
                <a:moveTo>
                  <a:pt x="1330" y="652"/>
                </a:moveTo>
                <a:lnTo>
                  <a:pt x="1330" y="652"/>
                </a:lnTo>
                <a:cubicBezTo>
                  <a:pt x="1330" y="583"/>
                  <a:pt x="1330" y="583"/>
                  <a:pt x="1330" y="583"/>
                </a:cubicBezTo>
                <a:cubicBezTo>
                  <a:pt x="1313" y="607"/>
                  <a:pt x="1290" y="627"/>
                  <a:pt x="1262" y="641"/>
                </a:cubicBezTo>
                <a:cubicBezTo>
                  <a:pt x="1234" y="655"/>
                  <a:pt x="1205" y="662"/>
                  <a:pt x="1174" y="662"/>
                </a:cubicBezTo>
                <a:cubicBezTo>
                  <a:pt x="1142" y="662"/>
                  <a:pt x="1113" y="656"/>
                  <a:pt x="1088" y="642"/>
                </a:cubicBezTo>
                <a:cubicBezTo>
                  <a:pt x="1063" y="628"/>
                  <a:pt x="1045" y="609"/>
                  <a:pt x="1033" y="584"/>
                </a:cubicBezTo>
                <a:cubicBezTo>
                  <a:pt x="1022" y="559"/>
                  <a:pt x="1016" y="525"/>
                  <a:pt x="1016" y="481"/>
                </a:cubicBezTo>
                <a:cubicBezTo>
                  <a:pt x="1016" y="187"/>
                  <a:pt x="1016" y="187"/>
                  <a:pt x="1016" y="187"/>
                </a:cubicBezTo>
                <a:cubicBezTo>
                  <a:pt x="1141" y="187"/>
                  <a:pt x="1141" y="187"/>
                  <a:pt x="1141" y="187"/>
                </a:cubicBezTo>
                <a:cubicBezTo>
                  <a:pt x="1141" y="401"/>
                  <a:pt x="1141" y="401"/>
                  <a:pt x="1141" y="401"/>
                </a:cubicBezTo>
                <a:cubicBezTo>
                  <a:pt x="1141" y="466"/>
                  <a:pt x="1144" y="506"/>
                  <a:pt x="1148" y="521"/>
                </a:cubicBezTo>
                <a:cubicBezTo>
                  <a:pt x="1153" y="536"/>
                  <a:pt x="1161" y="547"/>
                  <a:pt x="1174" y="556"/>
                </a:cubicBezTo>
                <a:cubicBezTo>
                  <a:pt x="1186" y="564"/>
                  <a:pt x="1201" y="569"/>
                  <a:pt x="1220" y="569"/>
                </a:cubicBezTo>
                <a:cubicBezTo>
                  <a:pt x="1241" y="569"/>
                  <a:pt x="1260" y="563"/>
                  <a:pt x="1277" y="552"/>
                </a:cubicBezTo>
                <a:cubicBezTo>
                  <a:pt x="1294" y="540"/>
                  <a:pt x="1306" y="526"/>
                  <a:pt x="1312" y="509"/>
                </a:cubicBezTo>
                <a:cubicBezTo>
                  <a:pt x="1318" y="492"/>
                  <a:pt x="1321" y="450"/>
                  <a:pt x="1321" y="383"/>
                </a:cubicBezTo>
                <a:cubicBezTo>
                  <a:pt x="1321" y="187"/>
                  <a:pt x="1321" y="187"/>
                  <a:pt x="1321" y="187"/>
                </a:cubicBezTo>
                <a:cubicBezTo>
                  <a:pt x="1447" y="187"/>
                  <a:pt x="1447" y="187"/>
                  <a:pt x="1447" y="187"/>
                </a:cubicBezTo>
                <a:cubicBezTo>
                  <a:pt x="1447" y="652"/>
                  <a:pt x="1447" y="652"/>
                  <a:pt x="1447" y="652"/>
                </a:cubicBezTo>
                <a:lnTo>
                  <a:pt x="1330" y="652"/>
                </a:lnTo>
                <a:close/>
                <a:moveTo>
                  <a:pt x="239" y="382"/>
                </a:moveTo>
                <a:lnTo>
                  <a:pt x="239" y="382"/>
                </a:lnTo>
                <a:cubicBezTo>
                  <a:pt x="0" y="10"/>
                  <a:pt x="0" y="10"/>
                  <a:pt x="0" y="10"/>
                </a:cubicBezTo>
                <a:cubicBezTo>
                  <a:pt x="154" y="10"/>
                  <a:pt x="154" y="10"/>
                  <a:pt x="154" y="10"/>
                </a:cubicBezTo>
                <a:cubicBezTo>
                  <a:pt x="308" y="264"/>
                  <a:pt x="308" y="264"/>
                  <a:pt x="308" y="264"/>
                </a:cubicBezTo>
                <a:cubicBezTo>
                  <a:pt x="459" y="10"/>
                  <a:pt x="459" y="10"/>
                  <a:pt x="459" y="10"/>
                </a:cubicBezTo>
                <a:cubicBezTo>
                  <a:pt x="611" y="10"/>
                  <a:pt x="611" y="10"/>
                  <a:pt x="611" y="10"/>
                </a:cubicBezTo>
                <a:cubicBezTo>
                  <a:pt x="371" y="383"/>
                  <a:pt x="371" y="383"/>
                  <a:pt x="371" y="383"/>
                </a:cubicBezTo>
                <a:cubicBezTo>
                  <a:pt x="371" y="652"/>
                  <a:pt x="371" y="652"/>
                  <a:pt x="371" y="652"/>
                </a:cubicBezTo>
                <a:cubicBezTo>
                  <a:pt x="239" y="652"/>
                  <a:pt x="239" y="652"/>
                  <a:pt x="239" y="652"/>
                </a:cubicBezTo>
                <a:lnTo>
                  <a:pt x="239" y="382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  <a:effectLst/>
        </p:spPr>
        <p:txBody>
          <a:bodyPr wrap="none" anchor="ctr"/>
          <a:lstStyle/>
          <a:p>
            <a:pPr rtl="0"/>
            <a:endParaRPr lang="de-DE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8530B44E-C310-E1BE-F36F-744411EC0FC7}"/>
              </a:ext>
            </a:extLst>
          </p:cNvPr>
          <p:cNvCxnSpPr>
            <a:cxnSpLocks/>
          </p:cNvCxnSpPr>
          <p:nvPr userDrawn="1"/>
        </p:nvCxnSpPr>
        <p:spPr>
          <a:xfrm>
            <a:off x="539750" y="657225"/>
            <a:ext cx="3576638" cy="0"/>
          </a:xfrm>
          <a:prstGeom prst="line">
            <a:avLst/>
          </a:prstGeom>
          <a:ln w="63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DFE75D21-2131-C2F2-7944-11F771C895B7}"/>
              </a:ext>
            </a:extLst>
          </p:cNvPr>
          <p:cNvCxnSpPr>
            <a:cxnSpLocks/>
          </p:cNvCxnSpPr>
          <p:nvPr userDrawn="1"/>
        </p:nvCxnSpPr>
        <p:spPr>
          <a:xfrm>
            <a:off x="4303713" y="657225"/>
            <a:ext cx="7348537" cy="0"/>
          </a:xfrm>
          <a:prstGeom prst="line">
            <a:avLst/>
          </a:prstGeom>
          <a:ln w="63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Footer Placeholder 3">
            <a:extLst>
              <a:ext uri="{FF2B5EF4-FFF2-40B4-BE49-F238E27FC236}">
                <a16:creationId xmlns:a16="http://schemas.microsoft.com/office/drawing/2014/main" id="{A8996937-C6EE-BD36-ABA3-649489F2D5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186488" y="486888"/>
            <a:ext cx="4525962" cy="149730"/>
          </a:xfrm>
        </p:spPr>
        <p:txBody>
          <a:bodyPr/>
          <a:lstStyle>
            <a:lvl1pPr rtl="0">
              <a:defRPr/>
            </a:lvl1pPr>
          </a:lstStyle>
          <a:p>
            <a:r>
              <a:rPr lang="de-DE"/>
              <a:t>Charting Manual</a:t>
            </a:r>
            <a:endParaRPr lang="de-DE" dirty="0"/>
          </a:p>
        </p:txBody>
      </p:sp>
      <p:sp>
        <p:nvSpPr>
          <p:cNvPr id="18" name="Text Placeholder Eyebrow">
            <a:extLst>
              <a:ext uri="{FF2B5EF4-FFF2-40B4-BE49-F238E27FC236}">
                <a16:creationId xmlns:a16="http://schemas.microsoft.com/office/drawing/2014/main" id="{65AC7566-335C-CCAD-3E56-73E846FC18F2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1300163" y="481818"/>
            <a:ext cx="2642400" cy="154800"/>
          </a:xfrm>
        </p:spPr>
        <p:txBody>
          <a:bodyPr/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1"/>
                </a:solidFill>
              </a:defRPr>
            </a:lvl1pPr>
            <a:lvl2pPr marL="180000" indent="0">
              <a:buNone/>
              <a:defRPr sz="900">
                <a:solidFill>
                  <a:schemeClr val="accent1"/>
                </a:solidFill>
              </a:defRPr>
            </a:lvl2pPr>
            <a:lvl3pPr marL="360000" indent="0">
              <a:buNone/>
              <a:defRPr sz="900">
                <a:solidFill>
                  <a:schemeClr val="accent1"/>
                </a:solidFill>
              </a:defRPr>
            </a:lvl3pPr>
            <a:lvl4pPr>
              <a:buNone/>
              <a:defRPr sz="900">
                <a:solidFill>
                  <a:schemeClr val="accent1"/>
                </a:solidFill>
              </a:defRPr>
            </a:lvl4pPr>
            <a:lvl5pPr>
              <a:buNone/>
              <a:defRPr sz="900">
                <a:solidFill>
                  <a:schemeClr val="accent1"/>
                </a:solidFill>
              </a:defRPr>
            </a:lvl5pPr>
          </a:lstStyle>
          <a:p>
            <a:pPr lvl="0"/>
            <a:r>
              <a:rPr lang="de-DE"/>
              <a:t>Click to add Eyebrow text</a:t>
            </a:r>
            <a:endParaRPr lang="de-DE" dirty="0"/>
          </a:p>
        </p:txBody>
      </p:sp>
      <p:sp>
        <p:nvSpPr>
          <p:cNvPr id="19" name="Slide Number Placeholder 4">
            <a:extLst>
              <a:ext uri="{FF2B5EF4-FFF2-40B4-BE49-F238E27FC236}">
                <a16:creationId xmlns:a16="http://schemas.microsoft.com/office/drawing/2014/main" id="{3C20313E-9E75-0695-39C7-0BC550B7FA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39750" y="481818"/>
            <a:ext cx="270000" cy="154800"/>
          </a:xfrm>
        </p:spPr>
        <p:txBody>
          <a:bodyPr/>
          <a:lstStyle>
            <a:lvl1pPr algn="l" rtl="0">
              <a:defRPr/>
            </a:lvl1pPr>
          </a:lstStyle>
          <a:p>
            <a:fld id="{23AA811B-2EBD-4900-905E-5BE206449611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48614315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 Thank you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4AABBC4C-BD85-629C-EBEB-464B204727F2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56540445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78" imgH="377" progId="TCLayout.ActiveDocument.1">
                  <p:embed/>
                </p:oleObj>
              </mc:Choice>
              <mc:Fallback>
                <p:oleObj name="think-cell Slide" r:id="rId4" imgW="378" imgH="377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4AABBC4C-BD85-629C-EBEB-464B204727F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 bwMode="white">
          <a:xfrm>
            <a:off x="540000" y="2778644"/>
            <a:ext cx="10798560" cy="2303640"/>
          </a:xfrm>
        </p:spPr>
        <p:txBody>
          <a:bodyPr vert="horz" anchor="t" anchorCtr="0"/>
          <a:lstStyle>
            <a:lvl1pPr algn="l" rtl="0">
              <a:lnSpc>
                <a:spcPts val="10000"/>
              </a:lnSpc>
              <a:defRPr sz="13800">
                <a:solidFill>
                  <a:schemeClr val="tx1"/>
                </a:solidFill>
              </a:defRPr>
            </a:lvl1pPr>
          </a:lstStyle>
          <a:p>
            <a:r>
              <a:rPr lang="de-DE" noProof="0"/>
              <a:t>Thank you</a:t>
            </a:r>
            <a:endParaRPr lang="de-DE" dirty="0"/>
          </a:p>
        </p:txBody>
      </p:sp>
      <p:sp>
        <p:nvSpPr>
          <p:cNvPr id="15" name="Date Placeholder 3">
            <a:extLst>
              <a:ext uri="{FF2B5EF4-FFF2-40B4-BE49-F238E27FC236}">
                <a16:creationId xmlns:a16="http://schemas.microsoft.com/office/drawing/2014/main" id="{0F99A056-2174-4F78-B721-335A77C40013}"/>
              </a:ext>
            </a:extLst>
          </p:cNvPr>
          <p:cNvSpPr>
            <a:spLocks noGrp="1"/>
          </p:cNvSpPr>
          <p:nvPr>
            <p:ph type="dt" sz="half" idx="19"/>
          </p:nvPr>
        </p:nvSpPr>
        <p:spPr>
          <a:xfrm>
            <a:off x="12193200" y="6858000"/>
            <a:ext cx="0" cy="0"/>
          </a:xfrm>
        </p:spPr>
        <p:txBody>
          <a:bodyPr/>
          <a:lstStyle>
            <a:lvl1pPr rtl="0">
              <a:defRPr/>
            </a:lvl1pPr>
          </a:lstStyle>
          <a:p>
            <a:fld id="{3368A7F0-2C8B-4FD7-83C1-72287ADAF593}" type="datetime4">
              <a:rPr lang="en-US" smtClean="0"/>
              <a:t>April 23, 2026</a:t>
            </a:fld>
            <a:endParaRPr lang="de-DE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CF1A7F20-0D87-6F48-BC0A-09AF7FC1C45C}"/>
              </a:ext>
            </a:extLst>
          </p:cNvPr>
          <p:cNvSpPr/>
          <p:nvPr userDrawn="1"/>
        </p:nvSpPr>
        <p:spPr bwMode="white">
          <a:xfrm>
            <a:off x="539999" y="4965177"/>
            <a:ext cx="1710000" cy="72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 rtl="0"/>
            <a:endParaRPr lang="de-DE" sz="2000" noProof="0" dirty="0" err="1"/>
          </a:p>
        </p:txBody>
      </p:sp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F36A5363-3D46-AB45-B9B9-4442D2365610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39998" y="5146198"/>
            <a:ext cx="5098801" cy="252000"/>
          </a:xfrm>
        </p:spPr>
        <p:txBody>
          <a:bodyPr/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lang="en-US" sz="1400" b="1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lang="en-US" sz="1400" b="0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lang="en-US" sz="1400" b="0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lang="en-US" sz="1400" b="0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lang="en-GB" sz="1400" b="0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-US" sz="1400" b="0" kern="1200" cap="none" baseline="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6pPr>
            <a:lvl7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-US" sz="1400" b="0" kern="1200" cap="none" baseline="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-US" sz="1400" b="0" kern="1200" cap="none" baseline="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8pPr>
            <a:lvl9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-GB" sz="1400" b="0" kern="1200" cap="none" baseline="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de-DE"/>
              <a:t>Living Consumer Intelligence | yougov.com/business</a:t>
            </a:r>
            <a:endParaRPr lang="de-DE" dirty="0"/>
          </a:p>
        </p:txBody>
      </p:sp>
      <p:sp>
        <p:nvSpPr>
          <p:cNvPr id="27" name="Coppyright text">
            <a:extLst>
              <a:ext uri="{FF2B5EF4-FFF2-40B4-BE49-F238E27FC236}">
                <a16:creationId xmlns:a16="http://schemas.microsoft.com/office/drawing/2014/main" id="{86B4D0E5-A722-F144-8E9F-FC6CF6A5510E}"/>
              </a:ext>
            </a:extLst>
          </p:cNvPr>
          <p:cNvSpPr/>
          <p:nvPr userDrawn="1"/>
        </p:nvSpPr>
        <p:spPr bwMode="white">
          <a:xfrm>
            <a:off x="539999" y="5663693"/>
            <a:ext cx="6006575" cy="754053"/>
          </a:xfrm>
          <a:prstGeom prst="rect">
            <a:avLst/>
          </a:prstGeom>
        </p:spPr>
        <p:txBody>
          <a:bodyPr wrap="square" lIns="0" tIns="0" rIns="0" bIns="0" anchor="b" anchorCtr="0">
            <a:spAutoFit/>
          </a:bodyPr>
          <a:lstStyle/>
          <a:p>
            <a:pPr algn="l" rtl="0">
              <a:spcAft>
                <a:spcPts val="400"/>
              </a:spcAft>
            </a:pP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YouGov, 2026, all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rights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reserved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All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materials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contained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herein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are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protected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by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copyright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laws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Any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storage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reproduction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or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distribution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of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such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materials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in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whole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or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part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in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any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form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without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prior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written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permission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of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YouGov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prohibited.This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information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including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any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enclosures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and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attachments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propriety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and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confidential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and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has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been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prepared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for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exclusive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use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and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benefit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of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addressee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(s) and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solely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for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purpose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for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which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provided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make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representations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warranties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or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guarantees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whether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express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or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implied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that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information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accurate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complete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or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b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up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date.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exclude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all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implied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conditions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warranties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representations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or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other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terms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that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may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apply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and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will not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liable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you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for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any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loss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or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damage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whether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contract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tort (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including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negligence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),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breach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of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statutory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duty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or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otherwise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even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if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foreseeable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arising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under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or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connection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with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use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of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or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reliance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on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information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do not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exclude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or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limit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any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way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our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liability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you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where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would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unlawful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do so.</a:t>
            </a:r>
            <a:endParaRPr lang="de-DE" sz="700" b="0" i="0" dirty="0">
              <a:solidFill>
                <a:schemeClr val="tx1"/>
              </a:solidFill>
              <a:effectLst/>
              <a:latin typeface="+mn-lt"/>
              <a:ea typeface="Arial" panose="020B0604020202020204" pitchFamily="34" charset="0"/>
            </a:endParaRPr>
          </a:p>
        </p:txBody>
      </p:sp>
      <p:sp>
        <p:nvSpPr>
          <p:cNvPr id="3" name="Logo">
            <a:extLst>
              <a:ext uri="{FF2B5EF4-FFF2-40B4-BE49-F238E27FC236}">
                <a16:creationId xmlns:a16="http://schemas.microsoft.com/office/drawing/2014/main" id="{E5EC613B-501F-360E-94DA-3A3F2D4628B2}"/>
              </a:ext>
            </a:extLst>
          </p:cNvPr>
          <p:cNvSpPr>
            <a:spLocks noChangeArrowheads="1"/>
          </p:cNvSpPr>
          <p:nvPr userDrawn="1"/>
        </p:nvSpPr>
        <p:spPr bwMode="white">
          <a:xfrm>
            <a:off x="556126" y="511471"/>
            <a:ext cx="744037" cy="154751"/>
          </a:xfrm>
          <a:custGeom>
            <a:avLst/>
            <a:gdLst>
              <a:gd name="T0" fmla="*/ 3133 w 3201"/>
              <a:gd name="T1" fmla="*/ 97 h 664"/>
              <a:gd name="T2" fmla="*/ 3148 w 3201"/>
              <a:gd name="T3" fmla="*/ 81 h 664"/>
              <a:gd name="T4" fmla="*/ 3120 w 3201"/>
              <a:gd name="T5" fmla="*/ 77 h 664"/>
              <a:gd name="T6" fmla="*/ 3109 w 3201"/>
              <a:gd name="T7" fmla="*/ 135 h 664"/>
              <a:gd name="T8" fmla="*/ 3150 w 3201"/>
              <a:gd name="T9" fmla="*/ 69 h 664"/>
              <a:gd name="T10" fmla="*/ 3156 w 3201"/>
              <a:gd name="T11" fmla="*/ 99 h 664"/>
              <a:gd name="T12" fmla="*/ 3158 w 3201"/>
              <a:gd name="T13" fmla="*/ 122 h 664"/>
              <a:gd name="T14" fmla="*/ 3147 w 3201"/>
              <a:gd name="T15" fmla="*/ 124 h 664"/>
              <a:gd name="T16" fmla="*/ 3120 w 3201"/>
              <a:gd name="T17" fmla="*/ 106 h 664"/>
              <a:gd name="T18" fmla="*/ 2276 w 3201"/>
              <a:gd name="T19" fmla="*/ 420 h 664"/>
              <a:gd name="T20" fmla="*/ 2391 w 3201"/>
              <a:gd name="T21" fmla="*/ 562 h 664"/>
              <a:gd name="T22" fmla="*/ 2473 w 3201"/>
              <a:gd name="T23" fmla="*/ 314 h 664"/>
              <a:gd name="T24" fmla="*/ 2276 w 3201"/>
              <a:gd name="T25" fmla="*/ 420 h 664"/>
              <a:gd name="T26" fmla="*/ 2178 w 3201"/>
              <a:gd name="T27" fmla="*/ 294 h 664"/>
              <a:gd name="T28" fmla="*/ 2567 w 3201"/>
              <a:gd name="T29" fmla="*/ 245 h 664"/>
              <a:gd name="T30" fmla="*/ 2392 w 3201"/>
              <a:gd name="T31" fmla="*/ 662 h 664"/>
              <a:gd name="T32" fmla="*/ 2147 w 3201"/>
              <a:gd name="T33" fmla="*/ 413 h 664"/>
              <a:gd name="T34" fmla="*/ 649 w 3201"/>
              <a:gd name="T35" fmla="*/ 526 h 664"/>
              <a:gd name="T36" fmla="*/ 847 w 3201"/>
              <a:gd name="T37" fmla="*/ 419 h 664"/>
              <a:gd name="T38" fmla="*/ 649 w 3201"/>
              <a:gd name="T39" fmla="*/ 314 h 664"/>
              <a:gd name="T40" fmla="*/ 488 w 3201"/>
              <a:gd name="T41" fmla="*/ 413 h 664"/>
              <a:gd name="T42" fmla="*/ 731 w 3201"/>
              <a:gd name="T43" fmla="*/ 177 h 664"/>
              <a:gd name="T44" fmla="*/ 906 w 3201"/>
              <a:gd name="T45" fmla="*/ 593 h 664"/>
              <a:gd name="T46" fmla="*/ 518 w 3201"/>
              <a:gd name="T47" fmla="*/ 549 h 664"/>
              <a:gd name="T48" fmla="*/ 3137 w 3201"/>
              <a:gd name="T49" fmla="*/ 48 h 664"/>
              <a:gd name="T50" fmla="*/ 3084 w 3201"/>
              <a:gd name="T51" fmla="*/ 100 h 664"/>
              <a:gd name="T52" fmla="*/ 3137 w 3201"/>
              <a:gd name="T53" fmla="*/ 152 h 664"/>
              <a:gd name="T54" fmla="*/ 3190 w 3201"/>
              <a:gd name="T55" fmla="*/ 100 h 664"/>
              <a:gd name="T56" fmla="*/ 3137 w 3201"/>
              <a:gd name="T57" fmla="*/ 48 h 664"/>
              <a:gd name="T58" fmla="*/ 3168 w 3201"/>
              <a:gd name="T59" fmla="*/ 46 h 664"/>
              <a:gd name="T60" fmla="*/ 3192 w 3201"/>
              <a:gd name="T61" fmla="*/ 131 h 664"/>
              <a:gd name="T62" fmla="*/ 3105 w 3201"/>
              <a:gd name="T63" fmla="*/ 154 h 664"/>
              <a:gd name="T64" fmla="*/ 3082 w 3201"/>
              <a:gd name="T65" fmla="*/ 69 h 664"/>
              <a:gd name="T66" fmla="*/ 2809 w 3201"/>
              <a:gd name="T67" fmla="*/ 652 h 664"/>
              <a:gd name="T68" fmla="*/ 2749 w 3201"/>
              <a:gd name="T69" fmla="*/ 187 h 664"/>
              <a:gd name="T70" fmla="*/ 2877 w 3201"/>
              <a:gd name="T71" fmla="*/ 464 h 664"/>
              <a:gd name="T72" fmla="*/ 3109 w 3201"/>
              <a:gd name="T73" fmla="*/ 187 h 664"/>
              <a:gd name="T74" fmla="*/ 1826 w 3201"/>
              <a:gd name="T75" fmla="*/ 416 h 664"/>
              <a:gd name="T76" fmla="*/ 2110 w 3201"/>
              <a:gd name="T77" fmla="*/ 308 h 664"/>
              <a:gd name="T78" fmla="*/ 1831 w 3201"/>
              <a:gd name="T79" fmla="*/ 663 h 664"/>
              <a:gd name="T80" fmla="*/ 1500 w 3201"/>
              <a:gd name="T81" fmla="*/ 329 h 664"/>
              <a:gd name="T82" fmla="*/ 1824 w 3201"/>
              <a:gd name="T83" fmla="*/ 0 h 664"/>
              <a:gd name="T84" fmla="*/ 1971 w 3201"/>
              <a:gd name="T85" fmla="*/ 212 h 664"/>
              <a:gd name="T86" fmla="*/ 1686 w 3201"/>
              <a:gd name="T87" fmla="*/ 164 h 664"/>
              <a:gd name="T88" fmla="*/ 1822 w 3201"/>
              <a:gd name="T89" fmla="*/ 552 h 664"/>
              <a:gd name="T90" fmla="*/ 1977 w 3201"/>
              <a:gd name="T91" fmla="*/ 416 h 664"/>
              <a:gd name="T92" fmla="*/ 1330 w 3201"/>
              <a:gd name="T93" fmla="*/ 652 h 664"/>
              <a:gd name="T94" fmla="*/ 1174 w 3201"/>
              <a:gd name="T95" fmla="*/ 662 h 664"/>
              <a:gd name="T96" fmla="*/ 1016 w 3201"/>
              <a:gd name="T97" fmla="*/ 481 h 664"/>
              <a:gd name="T98" fmla="*/ 1141 w 3201"/>
              <a:gd name="T99" fmla="*/ 401 h 664"/>
              <a:gd name="T100" fmla="*/ 1220 w 3201"/>
              <a:gd name="T101" fmla="*/ 569 h 664"/>
              <a:gd name="T102" fmla="*/ 1321 w 3201"/>
              <a:gd name="T103" fmla="*/ 383 h 664"/>
              <a:gd name="T104" fmla="*/ 1447 w 3201"/>
              <a:gd name="T105" fmla="*/ 652 h 664"/>
              <a:gd name="T106" fmla="*/ 239 w 3201"/>
              <a:gd name="T107" fmla="*/ 382 h 664"/>
              <a:gd name="T108" fmla="*/ 308 w 3201"/>
              <a:gd name="T109" fmla="*/ 264 h 664"/>
              <a:gd name="T110" fmla="*/ 371 w 3201"/>
              <a:gd name="T111" fmla="*/ 383 h 664"/>
              <a:gd name="T112" fmla="*/ 239 w 3201"/>
              <a:gd name="T113" fmla="*/ 382 h 66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</a:cxnLst>
            <a:rect l="0" t="0" r="r" b="b"/>
            <a:pathLst>
              <a:path w="3201" h="664">
                <a:moveTo>
                  <a:pt x="3120" y="97"/>
                </a:moveTo>
                <a:lnTo>
                  <a:pt x="3120" y="97"/>
                </a:lnTo>
                <a:cubicBezTo>
                  <a:pt x="3133" y="97"/>
                  <a:pt x="3133" y="97"/>
                  <a:pt x="3133" y="97"/>
                </a:cubicBezTo>
                <a:cubicBezTo>
                  <a:pt x="3140" y="97"/>
                  <a:pt x="3144" y="96"/>
                  <a:pt x="3146" y="94"/>
                </a:cubicBezTo>
                <a:cubicBezTo>
                  <a:pt x="3149" y="92"/>
                  <a:pt x="3150" y="90"/>
                  <a:pt x="3150" y="87"/>
                </a:cubicBezTo>
                <a:cubicBezTo>
                  <a:pt x="3150" y="85"/>
                  <a:pt x="3149" y="83"/>
                  <a:pt x="3148" y="81"/>
                </a:cubicBezTo>
                <a:cubicBezTo>
                  <a:pt x="3147" y="80"/>
                  <a:pt x="3145" y="79"/>
                  <a:pt x="3143" y="78"/>
                </a:cubicBezTo>
                <a:cubicBezTo>
                  <a:pt x="3141" y="77"/>
                  <a:pt x="3138" y="77"/>
                  <a:pt x="3132" y="77"/>
                </a:cubicBezTo>
                <a:cubicBezTo>
                  <a:pt x="3120" y="77"/>
                  <a:pt x="3120" y="77"/>
                  <a:pt x="3120" y="77"/>
                </a:cubicBezTo>
                <a:lnTo>
                  <a:pt x="3120" y="97"/>
                </a:lnTo>
                <a:close/>
                <a:moveTo>
                  <a:pt x="3109" y="135"/>
                </a:moveTo>
                <a:lnTo>
                  <a:pt x="3109" y="135"/>
                </a:lnTo>
                <a:cubicBezTo>
                  <a:pt x="3109" y="68"/>
                  <a:pt x="3109" y="68"/>
                  <a:pt x="3109" y="68"/>
                </a:cubicBezTo>
                <a:cubicBezTo>
                  <a:pt x="3132" y="68"/>
                  <a:pt x="3132" y="68"/>
                  <a:pt x="3132" y="68"/>
                </a:cubicBezTo>
                <a:cubicBezTo>
                  <a:pt x="3140" y="68"/>
                  <a:pt x="3146" y="68"/>
                  <a:pt x="3150" y="69"/>
                </a:cubicBezTo>
                <a:cubicBezTo>
                  <a:pt x="3153" y="71"/>
                  <a:pt x="3156" y="73"/>
                  <a:pt x="3158" y="76"/>
                </a:cubicBezTo>
                <a:cubicBezTo>
                  <a:pt x="3160" y="79"/>
                  <a:pt x="3161" y="82"/>
                  <a:pt x="3161" y="86"/>
                </a:cubicBezTo>
                <a:cubicBezTo>
                  <a:pt x="3161" y="91"/>
                  <a:pt x="3160" y="95"/>
                  <a:pt x="3156" y="99"/>
                </a:cubicBezTo>
                <a:cubicBezTo>
                  <a:pt x="3153" y="102"/>
                  <a:pt x="3148" y="104"/>
                  <a:pt x="3142" y="105"/>
                </a:cubicBezTo>
                <a:cubicBezTo>
                  <a:pt x="3144" y="106"/>
                  <a:pt x="3146" y="107"/>
                  <a:pt x="3148" y="108"/>
                </a:cubicBezTo>
                <a:cubicBezTo>
                  <a:pt x="3150" y="111"/>
                  <a:pt x="3154" y="115"/>
                  <a:pt x="3158" y="122"/>
                </a:cubicBezTo>
                <a:cubicBezTo>
                  <a:pt x="3166" y="135"/>
                  <a:pt x="3166" y="135"/>
                  <a:pt x="3166" y="135"/>
                </a:cubicBezTo>
                <a:cubicBezTo>
                  <a:pt x="3153" y="135"/>
                  <a:pt x="3153" y="135"/>
                  <a:pt x="3153" y="135"/>
                </a:cubicBezTo>
                <a:cubicBezTo>
                  <a:pt x="3147" y="124"/>
                  <a:pt x="3147" y="124"/>
                  <a:pt x="3147" y="124"/>
                </a:cubicBezTo>
                <a:cubicBezTo>
                  <a:pt x="3142" y="116"/>
                  <a:pt x="3138" y="111"/>
                  <a:pt x="3135" y="109"/>
                </a:cubicBezTo>
                <a:cubicBezTo>
                  <a:pt x="3133" y="107"/>
                  <a:pt x="3130" y="106"/>
                  <a:pt x="3126" y="106"/>
                </a:cubicBezTo>
                <a:cubicBezTo>
                  <a:pt x="3120" y="106"/>
                  <a:pt x="3120" y="106"/>
                  <a:pt x="3120" y="106"/>
                </a:cubicBezTo>
                <a:cubicBezTo>
                  <a:pt x="3120" y="135"/>
                  <a:pt x="3120" y="135"/>
                  <a:pt x="3120" y="135"/>
                </a:cubicBezTo>
                <a:lnTo>
                  <a:pt x="3109" y="135"/>
                </a:lnTo>
                <a:close/>
                <a:moveTo>
                  <a:pt x="2276" y="420"/>
                </a:moveTo>
                <a:lnTo>
                  <a:pt x="2276" y="420"/>
                </a:lnTo>
                <a:cubicBezTo>
                  <a:pt x="2276" y="466"/>
                  <a:pt x="2287" y="501"/>
                  <a:pt x="2309" y="526"/>
                </a:cubicBezTo>
                <a:cubicBezTo>
                  <a:pt x="2331" y="550"/>
                  <a:pt x="2359" y="562"/>
                  <a:pt x="2391" y="562"/>
                </a:cubicBezTo>
                <a:cubicBezTo>
                  <a:pt x="2424" y="562"/>
                  <a:pt x="2451" y="550"/>
                  <a:pt x="2473" y="526"/>
                </a:cubicBezTo>
                <a:cubicBezTo>
                  <a:pt x="2495" y="501"/>
                  <a:pt x="2507" y="465"/>
                  <a:pt x="2507" y="419"/>
                </a:cubicBezTo>
                <a:cubicBezTo>
                  <a:pt x="2507" y="373"/>
                  <a:pt x="2495" y="338"/>
                  <a:pt x="2473" y="314"/>
                </a:cubicBezTo>
                <a:cubicBezTo>
                  <a:pt x="2451" y="289"/>
                  <a:pt x="2424" y="277"/>
                  <a:pt x="2391" y="277"/>
                </a:cubicBezTo>
                <a:cubicBezTo>
                  <a:pt x="2359" y="277"/>
                  <a:pt x="2331" y="289"/>
                  <a:pt x="2309" y="314"/>
                </a:cubicBezTo>
                <a:cubicBezTo>
                  <a:pt x="2287" y="338"/>
                  <a:pt x="2276" y="374"/>
                  <a:pt x="2276" y="420"/>
                </a:cubicBezTo>
                <a:close/>
                <a:moveTo>
                  <a:pt x="2147" y="413"/>
                </a:moveTo>
                <a:lnTo>
                  <a:pt x="2147" y="413"/>
                </a:lnTo>
                <a:cubicBezTo>
                  <a:pt x="2147" y="372"/>
                  <a:pt x="2157" y="333"/>
                  <a:pt x="2178" y="294"/>
                </a:cubicBezTo>
                <a:cubicBezTo>
                  <a:pt x="2198" y="256"/>
                  <a:pt x="2228" y="227"/>
                  <a:pt x="2265" y="207"/>
                </a:cubicBezTo>
                <a:cubicBezTo>
                  <a:pt x="2302" y="187"/>
                  <a:pt x="2344" y="177"/>
                  <a:pt x="2391" y="177"/>
                </a:cubicBezTo>
                <a:cubicBezTo>
                  <a:pt x="2462" y="177"/>
                  <a:pt x="2521" y="200"/>
                  <a:pt x="2567" y="245"/>
                </a:cubicBezTo>
                <a:cubicBezTo>
                  <a:pt x="2613" y="291"/>
                  <a:pt x="2635" y="349"/>
                  <a:pt x="2635" y="418"/>
                </a:cubicBezTo>
                <a:cubicBezTo>
                  <a:pt x="2635" y="489"/>
                  <a:pt x="2612" y="547"/>
                  <a:pt x="2566" y="593"/>
                </a:cubicBezTo>
                <a:cubicBezTo>
                  <a:pt x="2520" y="639"/>
                  <a:pt x="2462" y="662"/>
                  <a:pt x="2392" y="662"/>
                </a:cubicBezTo>
                <a:cubicBezTo>
                  <a:pt x="2348" y="662"/>
                  <a:pt x="2307" y="653"/>
                  <a:pt x="2268" y="634"/>
                </a:cubicBezTo>
                <a:cubicBezTo>
                  <a:pt x="2228" y="614"/>
                  <a:pt x="2198" y="586"/>
                  <a:pt x="2178" y="549"/>
                </a:cubicBezTo>
                <a:cubicBezTo>
                  <a:pt x="2157" y="512"/>
                  <a:pt x="2147" y="466"/>
                  <a:pt x="2147" y="413"/>
                </a:cubicBezTo>
                <a:close/>
                <a:moveTo>
                  <a:pt x="616" y="420"/>
                </a:moveTo>
                <a:lnTo>
                  <a:pt x="616" y="420"/>
                </a:lnTo>
                <a:cubicBezTo>
                  <a:pt x="616" y="466"/>
                  <a:pt x="627" y="501"/>
                  <a:pt x="649" y="526"/>
                </a:cubicBezTo>
                <a:cubicBezTo>
                  <a:pt x="671" y="550"/>
                  <a:pt x="699" y="562"/>
                  <a:pt x="732" y="562"/>
                </a:cubicBezTo>
                <a:cubicBezTo>
                  <a:pt x="764" y="562"/>
                  <a:pt x="792" y="550"/>
                  <a:pt x="814" y="526"/>
                </a:cubicBezTo>
                <a:cubicBezTo>
                  <a:pt x="836" y="501"/>
                  <a:pt x="847" y="465"/>
                  <a:pt x="847" y="419"/>
                </a:cubicBezTo>
                <a:cubicBezTo>
                  <a:pt x="847" y="373"/>
                  <a:pt x="836" y="338"/>
                  <a:pt x="814" y="314"/>
                </a:cubicBezTo>
                <a:cubicBezTo>
                  <a:pt x="792" y="289"/>
                  <a:pt x="764" y="277"/>
                  <a:pt x="732" y="277"/>
                </a:cubicBezTo>
                <a:cubicBezTo>
                  <a:pt x="699" y="277"/>
                  <a:pt x="671" y="289"/>
                  <a:pt x="649" y="314"/>
                </a:cubicBezTo>
                <a:cubicBezTo>
                  <a:pt x="627" y="338"/>
                  <a:pt x="616" y="374"/>
                  <a:pt x="616" y="420"/>
                </a:cubicBezTo>
                <a:close/>
                <a:moveTo>
                  <a:pt x="488" y="413"/>
                </a:moveTo>
                <a:lnTo>
                  <a:pt x="488" y="413"/>
                </a:lnTo>
                <a:cubicBezTo>
                  <a:pt x="488" y="372"/>
                  <a:pt x="498" y="333"/>
                  <a:pt x="518" y="294"/>
                </a:cubicBezTo>
                <a:cubicBezTo>
                  <a:pt x="539" y="256"/>
                  <a:pt x="568" y="227"/>
                  <a:pt x="605" y="207"/>
                </a:cubicBezTo>
                <a:cubicBezTo>
                  <a:pt x="643" y="187"/>
                  <a:pt x="685" y="177"/>
                  <a:pt x="731" y="177"/>
                </a:cubicBezTo>
                <a:cubicBezTo>
                  <a:pt x="803" y="177"/>
                  <a:pt x="861" y="200"/>
                  <a:pt x="907" y="245"/>
                </a:cubicBezTo>
                <a:cubicBezTo>
                  <a:pt x="953" y="291"/>
                  <a:pt x="976" y="349"/>
                  <a:pt x="976" y="418"/>
                </a:cubicBezTo>
                <a:cubicBezTo>
                  <a:pt x="976" y="489"/>
                  <a:pt x="953" y="547"/>
                  <a:pt x="906" y="593"/>
                </a:cubicBezTo>
                <a:cubicBezTo>
                  <a:pt x="860" y="639"/>
                  <a:pt x="802" y="662"/>
                  <a:pt x="732" y="662"/>
                </a:cubicBezTo>
                <a:cubicBezTo>
                  <a:pt x="689" y="662"/>
                  <a:pt x="647" y="653"/>
                  <a:pt x="608" y="634"/>
                </a:cubicBezTo>
                <a:cubicBezTo>
                  <a:pt x="569" y="614"/>
                  <a:pt x="539" y="586"/>
                  <a:pt x="518" y="549"/>
                </a:cubicBezTo>
                <a:cubicBezTo>
                  <a:pt x="498" y="512"/>
                  <a:pt x="488" y="466"/>
                  <a:pt x="488" y="413"/>
                </a:cubicBezTo>
                <a:close/>
                <a:moveTo>
                  <a:pt x="3137" y="48"/>
                </a:moveTo>
                <a:lnTo>
                  <a:pt x="3137" y="48"/>
                </a:lnTo>
                <a:cubicBezTo>
                  <a:pt x="3128" y="48"/>
                  <a:pt x="3119" y="51"/>
                  <a:pt x="3111" y="55"/>
                </a:cubicBezTo>
                <a:cubicBezTo>
                  <a:pt x="3102" y="60"/>
                  <a:pt x="3096" y="66"/>
                  <a:pt x="3091" y="74"/>
                </a:cubicBezTo>
                <a:cubicBezTo>
                  <a:pt x="3086" y="83"/>
                  <a:pt x="3084" y="91"/>
                  <a:pt x="3084" y="100"/>
                </a:cubicBezTo>
                <a:cubicBezTo>
                  <a:pt x="3084" y="109"/>
                  <a:pt x="3086" y="118"/>
                  <a:pt x="3091" y="126"/>
                </a:cubicBezTo>
                <a:cubicBezTo>
                  <a:pt x="3095" y="134"/>
                  <a:pt x="3102" y="141"/>
                  <a:pt x="3110" y="145"/>
                </a:cubicBezTo>
                <a:cubicBezTo>
                  <a:pt x="3119" y="150"/>
                  <a:pt x="3128" y="152"/>
                  <a:pt x="3137" y="152"/>
                </a:cubicBezTo>
                <a:cubicBezTo>
                  <a:pt x="3146" y="152"/>
                  <a:pt x="3155" y="150"/>
                  <a:pt x="3163" y="145"/>
                </a:cubicBezTo>
                <a:cubicBezTo>
                  <a:pt x="3171" y="141"/>
                  <a:pt x="3178" y="134"/>
                  <a:pt x="3182" y="126"/>
                </a:cubicBezTo>
                <a:cubicBezTo>
                  <a:pt x="3187" y="118"/>
                  <a:pt x="3190" y="109"/>
                  <a:pt x="3190" y="100"/>
                </a:cubicBezTo>
                <a:cubicBezTo>
                  <a:pt x="3190" y="91"/>
                  <a:pt x="3187" y="83"/>
                  <a:pt x="3182" y="74"/>
                </a:cubicBezTo>
                <a:cubicBezTo>
                  <a:pt x="3178" y="66"/>
                  <a:pt x="3171" y="60"/>
                  <a:pt x="3163" y="55"/>
                </a:cubicBezTo>
                <a:cubicBezTo>
                  <a:pt x="3154" y="51"/>
                  <a:pt x="3145" y="48"/>
                  <a:pt x="3137" y="48"/>
                </a:cubicBezTo>
                <a:close/>
                <a:moveTo>
                  <a:pt x="3137" y="38"/>
                </a:moveTo>
                <a:lnTo>
                  <a:pt x="3137" y="38"/>
                </a:lnTo>
                <a:cubicBezTo>
                  <a:pt x="3147" y="38"/>
                  <a:pt x="3158" y="41"/>
                  <a:pt x="3168" y="46"/>
                </a:cubicBezTo>
                <a:cubicBezTo>
                  <a:pt x="3178" y="51"/>
                  <a:pt x="3186" y="59"/>
                  <a:pt x="3191" y="69"/>
                </a:cubicBezTo>
                <a:cubicBezTo>
                  <a:pt x="3197" y="79"/>
                  <a:pt x="3200" y="89"/>
                  <a:pt x="3200" y="100"/>
                </a:cubicBezTo>
                <a:cubicBezTo>
                  <a:pt x="3200" y="111"/>
                  <a:pt x="3197" y="121"/>
                  <a:pt x="3192" y="131"/>
                </a:cubicBezTo>
                <a:cubicBezTo>
                  <a:pt x="3186" y="141"/>
                  <a:pt x="3178" y="149"/>
                  <a:pt x="3168" y="154"/>
                </a:cubicBezTo>
                <a:cubicBezTo>
                  <a:pt x="3158" y="160"/>
                  <a:pt x="3148" y="162"/>
                  <a:pt x="3137" y="162"/>
                </a:cubicBezTo>
                <a:cubicBezTo>
                  <a:pt x="3126" y="162"/>
                  <a:pt x="3115" y="160"/>
                  <a:pt x="3105" y="154"/>
                </a:cubicBezTo>
                <a:cubicBezTo>
                  <a:pt x="3095" y="149"/>
                  <a:pt x="3087" y="141"/>
                  <a:pt x="3082" y="131"/>
                </a:cubicBezTo>
                <a:cubicBezTo>
                  <a:pt x="3076" y="121"/>
                  <a:pt x="3073" y="111"/>
                  <a:pt x="3073" y="100"/>
                </a:cubicBezTo>
                <a:cubicBezTo>
                  <a:pt x="3073" y="89"/>
                  <a:pt x="3076" y="79"/>
                  <a:pt x="3082" y="69"/>
                </a:cubicBezTo>
                <a:cubicBezTo>
                  <a:pt x="3087" y="59"/>
                  <a:pt x="3095" y="51"/>
                  <a:pt x="3106" y="46"/>
                </a:cubicBezTo>
                <a:cubicBezTo>
                  <a:pt x="3116" y="41"/>
                  <a:pt x="3126" y="38"/>
                  <a:pt x="3137" y="38"/>
                </a:cubicBezTo>
                <a:close/>
                <a:moveTo>
                  <a:pt x="2809" y="652"/>
                </a:moveTo>
                <a:lnTo>
                  <a:pt x="2809" y="652"/>
                </a:lnTo>
                <a:cubicBezTo>
                  <a:pt x="2618" y="187"/>
                  <a:pt x="2618" y="187"/>
                  <a:pt x="2618" y="187"/>
                </a:cubicBezTo>
                <a:cubicBezTo>
                  <a:pt x="2749" y="187"/>
                  <a:pt x="2749" y="187"/>
                  <a:pt x="2749" y="187"/>
                </a:cubicBezTo>
                <a:cubicBezTo>
                  <a:pt x="2839" y="425"/>
                  <a:pt x="2839" y="425"/>
                  <a:pt x="2839" y="425"/>
                </a:cubicBezTo>
                <a:cubicBezTo>
                  <a:pt x="2864" y="504"/>
                  <a:pt x="2864" y="504"/>
                  <a:pt x="2864" y="504"/>
                </a:cubicBezTo>
                <a:cubicBezTo>
                  <a:pt x="2871" y="483"/>
                  <a:pt x="2875" y="470"/>
                  <a:pt x="2877" y="464"/>
                </a:cubicBezTo>
                <a:cubicBezTo>
                  <a:pt x="2881" y="451"/>
                  <a:pt x="2886" y="438"/>
                  <a:pt x="2891" y="425"/>
                </a:cubicBezTo>
                <a:cubicBezTo>
                  <a:pt x="2981" y="187"/>
                  <a:pt x="2981" y="187"/>
                  <a:pt x="2981" y="187"/>
                </a:cubicBezTo>
                <a:cubicBezTo>
                  <a:pt x="3109" y="187"/>
                  <a:pt x="3109" y="187"/>
                  <a:pt x="3109" y="187"/>
                </a:cubicBezTo>
                <a:cubicBezTo>
                  <a:pt x="2921" y="652"/>
                  <a:pt x="2921" y="652"/>
                  <a:pt x="2921" y="652"/>
                </a:cubicBezTo>
                <a:lnTo>
                  <a:pt x="2809" y="652"/>
                </a:lnTo>
                <a:close/>
                <a:moveTo>
                  <a:pt x="1826" y="416"/>
                </a:moveTo>
                <a:lnTo>
                  <a:pt x="1826" y="416"/>
                </a:lnTo>
                <a:cubicBezTo>
                  <a:pt x="1826" y="308"/>
                  <a:pt x="1826" y="308"/>
                  <a:pt x="1826" y="308"/>
                </a:cubicBezTo>
                <a:cubicBezTo>
                  <a:pt x="2110" y="308"/>
                  <a:pt x="2110" y="308"/>
                  <a:pt x="2110" y="308"/>
                </a:cubicBezTo>
                <a:cubicBezTo>
                  <a:pt x="2110" y="563"/>
                  <a:pt x="2110" y="563"/>
                  <a:pt x="2110" y="563"/>
                </a:cubicBezTo>
                <a:cubicBezTo>
                  <a:pt x="2083" y="590"/>
                  <a:pt x="2043" y="613"/>
                  <a:pt x="1990" y="633"/>
                </a:cubicBezTo>
                <a:cubicBezTo>
                  <a:pt x="1938" y="653"/>
                  <a:pt x="1885" y="663"/>
                  <a:pt x="1831" y="663"/>
                </a:cubicBezTo>
                <a:cubicBezTo>
                  <a:pt x="1763" y="663"/>
                  <a:pt x="1703" y="649"/>
                  <a:pt x="1652" y="621"/>
                </a:cubicBezTo>
                <a:cubicBezTo>
                  <a:pt x="1602" y="593"/>
                  <a:pt x="1563" y="552"/>
                  <a:pt x="1538" y="500"/>
                </a:cubicBezTo>
                <a:cubicBezTo>
                  <a:pt x="1512" y="448"/>
                  <a:pt x="1500" y="391"/>
                  <a:pt x="1500" y="329"/>
                </a:cubicBezTo>
                <a:cubicBezTo>
                  <a:pt x="1500" y="262"/>
                  <a:pt x="1514" y="203"/>
                  <a:pt x="1542" y="151"/>
                </a:cubicBezTo>
                <a:cubicBezTo>
                  <a:pt x="1571" y="99"/>
                  <a:pt x="1613" y="59"/>
                  <a:pt x="1668" y="32"/>
                </a:cubicBezTo>
                <a:cubicBezTo>
                  <a:pt x="1709" y="10"/>
                  <a:pt x="1762" y="0"/>
                  <a:pt x="1824" y="0"/>
                </a:cubicBezTo>
                <a:cubicBezTo>
                  <a:pt x="1905" y="0"/>
                  <a:pt x="1968" y="16"/>
                  <a:pt x="2014" y="50"/>
                </a:cubicBezTo>
                <a:cubicBezTo>
                  <a:pt x="2059" y="83"/>
                  <a:pt x="2089" y="129"/>
                  <a:pt x="2102" y="188"/>
                </a:cubicBezTo>
                <a:cubicBezTo>
                  <a:pt x="1971" y="212"/>
                  <a:pt x="1971" y="212"/>
                  <a:pt x="1971" y="212"/>
                </a:cubicBezTo>
                <a:cubicBezTo>
                  <a:pt x="1961" y="181"/>
                  <a:pt x="1944" y="156"/>
                  <a:pt x="1919" y="138"/>
                </a:cubicBezTo>
                <a:cubicBezTo>
                  <a:pt x="1894" y="119"/>
                  <a:pt x="1862" y="110"/>
                  <a:pt x="1824" y="110"/>
                </a:cubicBezTo>
                <a:cubicBezTo>
                  <a:pt x="1766" y="110"/>
                  <a:pt x="1720" y="128"/>
                  <a:pt x="1686" y="164"/>
                </a:cubicBezTo>
                <a:cubicBezTo>
                  <a:pt x="1652" y="200"/>
                  <a:pt x="1635" y="253"/>
                  <a:pt x="1635" y="324"/>
                </a:cubicBezTo>
                <a:cubicBezTo>
                  <a:pt x="1635" y="400"/>
                  <a:pt x="1653" y="457"/>
                  <a:pt x="1687" y="495"/>
                </a:cubicBezTo>
                <a:cubicBezTo>
                  <a:pt x="1722" y="533"/>
                  <a:pt x="1767" y="552"/>
                  <a:pt x="1822" y="552"/>
                </a:cubicBezTo>
                <a:cubicBezTo>
                  <a:pt x="1850" y="552"/>
                  <a:pt x="1878" y="547"/>
                  <a:pt x="1906" y="536"/>
                </a:cubicBezTo>
                <a:cubicBezTo>
                  <a:pt x="1933" y="526"/>
                  <a:pt x="1957" y="513"/>
                  <a:pt x="1977" y="497"/>
                </a:cubicBezTo>
                <a:cubicBezTo>
                  <a:pt x="1977" y="416"/>
                  <a:pt x="1977" y="416"/>
                  <a:pt x="1977" y="416"/>
                </a:cubicBezTo>
                <a:lnTo>
                  <a:pt x="1826" y="416"/>
                </a:lnTo>
                <a:close/>
                <a:moveTo>
                  <a:pt x="1330" y="652"/>
                </a:moveTo>
                <a:lnTo>
                  <a:pt x="1330" y="652"/>
                </a:lnTo>
                <a:cubicBezTo>
                  <a:pt x="1330" y="583"/>
                  <a:pt x="1330" y="583"/>
                  <a:pt x="1330" y="583"/>
                </a:cubicBezTo>
                <a:cubicBezTo>
                  <a:pt x="1313" y="607"/>
                  <a:pt x="1290" y="627"/>
                  <a:pt x="1262" y="641"/>
                </a:cubicBezTo>
                <a:cubicBezTo>
                  <a:pt x="1234" y="655"/>
                  <a:pt x="1205" y="662"/>
                  <a:pt x="1174" y="662"/>
                </a:cubicBezTo>
                <a:cubicBezTo>
                  <a:pt x="1142" y="662"/>
                  <a:pt x="1113" y="656"/>
                  <a:pt x="1088" y="642"/>
                </a:cubicBezTo>
                <a:cubicBezTo>
                  <a:pt x="1063" y="628"/>
                  <a:pt x="1045" y="609"/>
                  <a:pt x="1033" y="584"/>
                </a:cubicBezTo>
                <a:cubicBezTo>
                  <a:pt x="1022" y="559"/>
                  <a:pt x="1016" y="525"/>
                  <a:pt x="1016" y="481"/>
                </a:cubicBezTo>
                <a:cubicBezTo>
                  <a:pt x="1016" y="187"/>
                  <a:pt x="1016" y="187"/>
                  <a:pt x="1016" y="187"/>
                </a:cubicBezTo>
                <a:cubicBezTo>
                  <a:pt x="1141" y="187"/>
                  <a:pt x="1141" y="187"/>
                  <a:pt x="1141" y="187"/>
                </a:cubicBezTo>
                <a:cubicBezTo>
                  <a:pt x="1141" y="401"/>
                  <a:pt x="1141" y="401"/>
                  <a:pt x="1141" y="401"/>
                </a:cubicBezTo>
                <a:cubicBezTo>
                  <a:pt x="1141" y="466"/>
                  <a:pt x="1144" y="506"/>
                  <a:pt x="1148" y="521"/>
                </a:cubicBezTo>
                <a:cubicBezTo>
                  <a:pt x="1153" y="536"/>
                  <a:pt x="1161" y="547"/>
                  <a:pt x="1174" y="556"/>
                </a:cubicBezTo>
                <a:cubicBezTo>
                  <a:pt x="1186" y="564"/>
                  <a:pt x="1201" y="569"/>
                  <a:pt x="1220" y="569"/>
                </a:cubicBezTo>
                <a:cubicBezTo>
                  <a:pt x="1241" y="569"/>
                  <a:pt x="1260" y="563"/>
                  <a:pt x="1277" y="552"/>
                </a:cubicBezTo>
                <a:cubicBezTo>
                  <a:pt x="1294" y="540"/>
                  <a:pt x="1306" y="526"/>
                  <a:pt x="1312" y="509"/>
                </a:cubicBezTo>
                <a:cubicBezTo>
                  <a:pt x="1318" y="492"/>
                  <a:pt x="1321" y="450"/>
                  <a:pt x="1321" y="383"/>
                </a:cubicBezTo>
                <a:cubicBezTo>
                  <a:pt x="1321" y="187"/>
                  <a:pt x="1321" y="187"/>
                  <a:pt x="1321" y="187"/>
                </a:cubicBezTo>
                <a:cubicBezTo>
                  <a:pt x="1447" y="187"/>
                  <a:pt x="1447" y="187"/>
                  <a:pt x="1447" y="187"/>
                </a:cubicBezTo>
                <a:cubicBezTo>
                  <a:pt x="1447" y="652"/>
                  <a:pt x="1447" y="652"/>
                  <a:pt x="1447" y="652"/>
                </a:cubicBezTo>
                <a:lnTo>
                  <a:pt x="1330" y="652"/>
                </a:lnTo>
                <a:close/>
                <a:moveTo>
                  <a:pt x="239" y="382"/>
                </a:moveTo>
                <a:lnTo>
                  <a:pt x="239" y="382"/>
                </a:lnTo>
                <a:cubicBezTo>
                  <a:pt x="0" y="10"/>
                  <a:pt x="0" y="10"/>
                  <a:pt x="0" y="10"/>
                </a:cubicBezTo>
                <a:cubicBezTo>
                  <a:pt x="154" y="10"/>
                  <a:pt x="154" y="10"/>
                  <a:pt x="154" y="10"/>
                </a:cubicBezTo>
                <a:cubicBezTo>
                  <a:pt x="308" y="264"/>
                  <a:pt x="308" y="264"/>
                  <a:pt x="308" y="264"/>
                </a:cubicBezTo>
                <a:cubicBezTo>
                  <a:pt x="459" y="10"/>
                  <a:pt x="459" y="10"/>
                  <a:pt x="459" y="10"/>
                </a:cubicBezTo>
                <a:cubicBezTo>
                  <a:pt x="611" y="10"/>
                  <a:pt x="611" y="10"/>
                  <a:pt x="611" y="10"/>
                </a:cubicBezTo>
                <a:cubicBezTo>
                  <a:pt x="371" y="383"/>
                  <a:pt x="371" y="383"/>
                  <a:pt x="371" y="383"/>
                </a:cubicBezTo>
                <a:cubicBezTo>
                  <a:pt x="371" y="652"/>
                  <a:pt x="371" y="652"/>
                  <a:pt x="371" y="652"/>
                </a:cubicBezTo>
                <a:cubicBezTo>
                  <a:pt x="239" y="652"/>
                  <a:pt x="239" y="652"/>
                  <a:pt x="239" y="652"/>
                </a:cubicBezTo>
                <a:lnTo>
                  <a:pt x="239" y="382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  <a:effectLst/>
        </p:spPr>
        <p:txBody>
          <a:bodyPr wrap="none" anchor="ctr"/>
          <a:lstStyle/>
          <a:p>
            <a:pPr rt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8301400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tags" Target="../tags/tag2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image" Target="../media/image1.emf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oleObject" Target="../embeddings/oleObject1.bin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hink-cell data - do not delete" hidden="1">
            <a:extLst>
              <a:ext uri="{FF2B5EF4-FFF2-40B4-BE49-F238E27FC236}">
                <a16:creationId xmlns:a16="http://schemas.microsoft.com/office/drawing/2014/main" id="{DC6B09DE-6D54-91DF-F492-307FC514CE1D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1"/>
            </p:custDataLst>
            <p:extLst>
              <p:ext uri="{D42A27DB-BD31-4B8C-83A1-F6EECF244321}">
                <p14:modId xmlns:p14="http://schemas.microsoft.com/office/powerpoint/2010/main" val="182665425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22" imgW="378" imgH="377" progId="TCLayout.ActiveDocument.1">
                  <p:embed/>
                </p:oleObj>
              </mc:Choice>
              <mc:Fallback>
                <p:oleObj name="think-cell Slide" r:id="rId22" imgW="378" imgH="377" progId="TCLayout.ActiveDocument.1">
                  <p:embed/>
                  <p:pic>
                    <p:nvPicPr>
                      <p:cNvPr id="6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DC6B09DE-6D54-91DF-F492-307FC514CE1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3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4" name="Group guide" hidden="1">
            <a:extLst>
              <a:ext uri="{FF2B5EF4-FFF2-40B4-BE49-F238E27FC236}">
                <a16:creationId xmlns:a16="http://schemas.microsoft.com/office/drawing/2014/main" id="{E985DA37-A332-4770-BDA5-42D84824B99A}"/>
              </a:ext>
            </a:extLst>
          </p:cNvPr>
          <p:cNvGrpSpPr/>
          <p:nvPr userDrawn="1"/>
        </p:nvGrpSpPr>
        <p:grpSpPr>
          <a:xfrm>
            <a:off x="0" y="0"/>
            <a:ext cx="12192000" cy="900000"/>
            <a:chOff x="0" y="0"/>
            <a:chExt cx="12192000" cy="900000"/>
          </a:xfrm>
        </p:grpSpPr>
        <p:sp>
          <p:nvSpPr>
            <p:cNvPr id="11" name="Slide Number Placeholder 3">
              <a:extLst>
                <a:ext uri="{FF2B5EF4-FFF2-40B4-BE49-F238E27FC236}">
                  <a16:creationId xmlns:a16="http://schemas.microsoft.com/office/drawing/2014/main" id="{CF91F00B-1F3B-430E-A283-B4F9D9941BDE}"/>
                </a:ext>
              </a:extLst>
            </p:cNvPr>
            <p:cNvSpPr txBox="1">
              <a:spLocks/>
            </p:cNvSpPr>
            <p:nvPr userDrawn="1"/>
          </p:nvSpPr>
          <p:spPr>
            <a:xfrm>
              <a:off x="3362400" y="481818"/>
              <a:ext cx="270000" cy="154800"/>
            </a:xfrm>
            <a:prstGeom prst="rect">
              <a:avLst/>
            </a:prstGeom>
          </p:spPr>
          <p:txBody>
            <a:bodyPr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rtl="0"/>
              <a:fld id="{23AA811B-2EBD-4900-905E-5BE206449611}" type="slidenum">
                <a:rPr lang="de-DE" smtClean="0"/>
                <a:pPr rtl="0"/>
                <a:t>‹#›</a:t>
              </a:fld>
              <a:endParaRPr lang="de-DE" dirty="0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1FE622B8-F672-422B-8D00-701CE4CCEDFB}"/>
                </a:ext>
              </a:extLst>
            </p:cNvPr>
            <p:cNvSpPr/>
            <p:nvPr userDrawn="1"/>
          </p:nvSpPr>
          <p:spPr>
            <a:xfrm>
              <a:off x="0" y="0"/>
              <a:ext cx="539749" cy="9000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de-DE" dirty="0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B67FE2E9-90AC-4127-A151-0AC6F798925B}"/>
                </a:ext>
              </a:extLst>
            </p:cNvPr>
            <p:cNvSpPr/>
            <p:nvPr userDrawn="1"/>
          </p:nvSpPr>
          <p:spPr>
            <a:xfrm>
              <a:off x="540000" y="0"/>
              <a:ext cx="760163" cy="9000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de-DE" dirty="0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76A4C998-EDA8-4F3D-85DD-FA691F8E0A29}"/>
                </a:ext>
              </a:extLst>
            </p:cNvPr>
            <p:cNvSpPr/>
            <p:nvPr userDrawn="1"/>
          </p:nvSpPr>
          <p:spPr>
            <a:xfrm>
              <a:off x="1299600" y="0"/>
              <a:ext cx="179387" cy="9000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de-DE" dirty="0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EBC71813-76AD-4C6B-8849-F48EE09CE4DB}"/>
                </a:ext>
              </a:extLst>
            </p:cNvPr>
            <p:cNvSpPr/>
            <p:nvPr userDrawn="1"/>
          </p:nvSpPr>
          <p:spPr>
            <a:xfrm>
              <a:off x="1481236" y="0"/>
              <a:ext cx="760163" cy="9000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de-DE" dirty="0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585C3B98-E905-4981-B031-8990C3C8B06D}"/>
                </a:ext>
              </a:extLst>
            </p:cNvPr>
            <p:cNvSpPr/>
            <p:nvPr userDrawn="1"/>
          </p:nvSpPr>
          <p:spPr>
            <a:xfrm>
              <a:off x="2241000" y="0"/>
              <a:ext cx="179387" cy="9000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de-DE" dirty="0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A82C2C86-A82E-429D-945C-27AF21DF2D05}"/>
                </a:ext>
              </a:extLst>
            </p:cNvPr>
            <p:cNvSpPr/>
            <p:nvPr userDrawn="1"/>
          </p:nvSpPr>
          <p:spPr>
            <a:xfrm>
              <a:off x="2422472" y="0"/>
              <a:ext cx="760163" cy="9000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de-DE" dirty="0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6B3F4B88-DBC2-4774-8709-5C2EA2FDB812}"/>
                </a:ext>
              </a:extLst>
            </p:cNvPr>
            <p:cNvSpPr/>
            <p:nvPr userDrawn="1"/>
          </p:nvSpPr>
          <p:spPr>
            <a:xfrm>
              <a:off x="3182400" y="0"/>
              <a:ext cx="179387" cy="9000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de-DE" dirty="0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249E338A-F780-432C-9929-7C2FA4A4E131}"/>
                </a:ext>
              </a:extLst>
            </p:cNvPr>
            <p:cNvSpPr/>
            <p:nvPr userDrawn="1"/>
          </p:nvSpPr>
          <p:spPr>
            <a:xfrm>
              <a:off x="3363708" y="0"/>
              <a:ext cx="760163" cy="9000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de-DE" dirty="0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EE37327B-583B-40AB-8D04-E7B95EA9BEF2}"/>
                </a:ext>
              </a:extLst>
            </p:cNvPr>
            <p:cNvSpPr/>
            <p:nvPr userDrawn="1"/>
          </p:nvSpPr>
          <p:spPr>
            <a:xfrm>
              <a:off x="4123800" y="0"/>
              <a:ext cx="179387" cy="9000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de-DE" dirty="0"/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9175DAB5-5A90-4EA2-86B6-925B496E6EC6}"/>
                </a:ext>
              </a:extLst>
            </p:cNvPr>
            <p:cNvSpPr/>
            <p:nvPr userDrawn="1"/>
          </p:nvSpPr>
          <p:spPr>
            <a:xfrm>
              <a:off x="4304944" y="0"/>
              <a:ext cx="760163" cy="9000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de-DE" dirty="0"/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B55E3ED5-D435-46B0-A3BB-580299F0836C}"/>
                </a:ext>
              </a:extLst>
            </p:cNvPr>
            <p:cNvSpPr/>
            <p:nvPr userDrawn="1"/>
          </p:nvSpPr>
          <p:spPr>
            <a:xfrm>
              <a:off x="5065200" y="0"/>
              <a:ext cx="179387" cy="9000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de-DE" dirty="0"/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B34C85DA-E7B5-4762-BBCE-DF677ED45B50}"/>
                </a:ext>
              </a:extLst>
            </p:cNvPr>
            <p:cNvSpPr/>
            <p:nvPr userDrawn="1"/>
          </p:nvSpPr>
          <p:spPr>
            <a:xfrm>
              <a:off x="5246180" y="0"/>
              <a:ext cx="760163" cy="9000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de-DE" dirty="0"/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4C5CBB31-C438-491A-9BD2-9E9A20743A9D}"/>
                </a:ext>
              </a:extLst>
            </p:cNvPr>
            <p:cNvSpPr/>
            <p:nvPr userDrawn="1"/>
          </p:nvSpPr>
          <p:spPr>
            <a:xfrm>
              <a:off x="6006600" y="0"/>
              <a:ext cx="179387" cy="9000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de-DE" dirty="0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6A42A0C8-1264-4ECA-B65F-FE50640421C6}"/>
                </a:ext>
              </a:extLst>
            </p:cNvPr>
            <p:cNvSpPr/>
            <p:nvPr userDrawn="1"/>
          </p:nvSpPr>
          <p:spPr>
            <a:xfrm>
              <a:off x="6187416" y="0"/>
              <a:ext cx="760163" cy="9000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de-DE" dirty="0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FCD5F723-CD3A-4A32-8CD7-5596EAB5AD2E}"/>
                </a:ext>
              </a:extLst>
            </p:cNvPr>
            <p:cNvSpPr/>
            <p:nvPr userDrawn="1"/>
          </p:nvSpPr>
          <p:spPr>
            <a:xfrm>
              <a:off x="6948000" y="0"/>
              <a:ext cx="179387" cy="9000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de-DE" dirty="0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C2CD6379-E499-4471-9E66-B12E22A860A1}"/>
                </a:ext>
              </a:extLst>
            </p:cNvPr>
            <p:cNvSpPr/>
            <p:nvPr userDrawn="1"/>
          </p:nvSpPr>
          <p:spPr>
            <a:xfrm>
              <a:off x="7128652" y="0"/>
              <a:ext cx="760163" cy="9000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de-DE" dirty="0"/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12F954B9-DAFE-4935-9A4A-2E32BB71A796}"/>
                </a:ext>
              </a:extLst>
            </p:cNvPr>
            <p:cNvSpPr/>
            <p:nvPr userDrawn="1"/>
          </p:nvSpPr>
          <p:spPr>
            <a:xfrm>
              <a:off x="7889400" y="0"/>
              <a:ext cx="179387" cy="9000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de-DE" dirty="0"/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96E7E691-112B-4BD5-B618-B58C74FD9358}"/>
                </a:ext>
              </a:extLst>
            </p:cNvPr>
            <p:cNvSpPr/>
            <p:nvPr userDrawn="1"/>
          </p:nvSpPr>
          <p:spPr>
            <a:xfrm>
              <a:off x="8069888" y="0"/>
              <a:ext cx="760163" cy="9000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de-DE" dirty="0"/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9DFF8352-568B-4780-8900-DB0385591717}"/>
                </a:ext>
              </a:extLst>
            </p:cNvPr>
            <p:cNvSpPr/>
            <p:nvPr userDrawn="1"/>
          </p:nvSpPr>
          <p:spPr>
            <a:xfrm>
              <a:off x="8830800" y="0"/>
              <a:ext cx="179387" cy="9000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de-DE" dirty="0"/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CBEEFC0A-631B-41D4-9984-2E629EB7E7E2}"/>
                </a:ext>
              </a:extLst>
            </p:cNvPr>
            <p:cNvSpPr/>
            <p:nvPr userDrawn="1"/>
          </p:nvSpPr>
          <p:spPr>
            <a:xfrm>
              <a:off x="9011124" y="0"/>
              <a:ext cx="760163" cy="9000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de-DE" dirty="0"/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CB929431-BD6A-45BC-A306-4CFE1F3BB180}"/>
                </a:ext>
              </a:extLst>
            </p:cNvPr>
            <p:cNvSpPr/>
            <p:nvPr userDrawn="1"/>
          </p:nvSpPr>
          <p:spPr>
            <a:xfrm>
              <a:off x="9772200" y="0"/>
              <a:ext cx="179387" cy="9000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de-DE" dirty="0"/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18D9816D-E982-46F9-97D3-C05CA83A3B9D}"/>
                </a:ext>
              </a:extLst>
            </p:cNvPr>
            <p:cNvSpPr/>
            <p:nvPr userDrawn="1"/>
          </p:nvSpPr>
          <p:spPr>
            <a:xfrm>
              <a:off x="9952360" y="0"/>
              <a:ext cx="760163" cy="9000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de-DE" dirty="0"/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6D63B170-C73A-4272-B9CD-EF8F90438771}"/>
                </a:ext>
              </a:extLst>
            </p:cNvPr>
            <p:cNvSpPr/>
            <p:nvPr userDrawn="1"/>
          </p:nvSpPr>
          <p:spPr>
            <a:xfrm>
              <a:off x="10713600" y="0"/>
              <a:ext cx="179387" cy="9000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de-DE" dirty="0"/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839930CA-85CD-4FA9-A2A1-7AD604B5E55E}"/>
                </a:ext>
              </a:extLst>
            </p:cNvPr>
            <p:cNvSpPr/>
            <p:nvPr userDrawn="1"/>
          </p:nvSpPr>
          <p:spPr>
            <a:xfrm>
              <a:off x="10893600" y="0"/>
              <a:ext cx="760163" cy="9000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de-DE" dirty="0"/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FE3DA1E3-7FE7-4866-8EE9-370387D65889}"/>
                </a:ext>
              </a:extLst>
            </p:cNvPr>
            <p:cNvSpPr/>
            <p:nvPr userDrawn="1"/>
          </p:nvSpPr>
          <p:spPr>
            <a:xfrm>
              <a:off x="11652251" y="0"/>
              <a:ext cx="539749" cy="9000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de-DE" dirty="0"/>
            </a:p>
          </p:txBody>
        </p:sp>
      </p:grpSp>
      <p:sp>
        <p:nvSpPr>
          <p:cNvPr id="2" name="Date Placeholder 1" hidden="1">
            <a:extLst>
              <a:ext uri="{FF2B5EF4-FFF2-40B4-BE49-F238E27FC236}">
                <a16:creationId xmlns:a16="http://schemas.microsoft.com/office/drawing/2014/main" id="{0643F1B6-0743-4D14-8B95-B030120DE5D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2193200" y="6858000"/>
            <a:ext cx="0" cy="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 rtl="0">
              <a:defRPr sz="100">
                <a:noFill/>
              </a:defRPr>
            </a:lvl1pPr>
          </a:lstStyle>
          <a:p>
            <a:fld id="{89EB1269-E9AB-4640-88C2-FCB7B858BBEA}" type="datetime4">
              <a:rPr lang="en-US" smtClean="0"/>
              <a:t>April 23, 2026</a:t>
            </a:fld>
            <a:endParaRPr lang="de-DE" dirty="0"/>
          </a:p>
        </p:txBody>
      </p:sp>
      <p:sp>
        <p:nvSpPr>
          <p:cNvPr id="7" name="Title Placeholder 6">
            <a:extLst>
              <a:ext uri="{FF2B5EF4-FFF2-40B4-BE49-F238E27FC236}">
                <a16:creationId xmlns:a16="http://schemas.microsoft.com/office/drawing/2014/main" id="{C9392247-CE23-49BB-A39E-64C7575BE4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0000" y="907200"/>
            <a:ext cx="11113200" cy="10728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de-DE"/>
              <a:t>Click to add title</a:t>
            </a:r>
            <a:endParaRPr lang="de-DE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9999" y="1980000"/>
            <a:ext cx="11113200" cy="43380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de-DE" noProof="0"/>
              <a:t>Level 1 (Enter+TAB for next text level, SHIFT+TAB to go back in levels)</a:t>
            </a:r>
          </a:p>
          <a:p>
            <a:pPr lvl="1"/>
            <a:r>
              <a:rPr lang="de-DE" noProof="0"/>
              <a:t>Level 2</a:t>
            </a:r>
          </a:p>
          <a:p>
            <a:pPr lvl="2"/>
            <a:r>
              <a:rPr lang="de-DE" noProof="0"/>
              <a:t>Level 3</a:t>
            </a:r>
          </a:p>
          <a:p>
            <a:pPr lvl="3"/>
            <a:r>
              <a:rPr lang="de-DE" noProof="0"/>
              <a:t>Level 4, Header</a:t>
            </a:r>
          </a:p>
          <a:p>
            <a:pPr lvl="4"/>
            <a:r>
              <a:rPr lang="de-DE" noProof="0"/>
              <a:t>Level 5, Body</a:t>
            </a:r>
          </a:p>
          <a:p>
            <a:pPr lvl="5"/>
            <a:r>
              <a:rPr lang="de-DE" noProof="0"/>
              <a:t>Level 6</a:t>
            </a:r>
          </a:p>
          <a:p>
            <a:pPr lvl="6"/>
            <a:r>
              <a:rPr lang="de-DE" noProof="0"/>
              <a:t>Level 7</a:t>
            </a:r>
          </a:p>
          <a:p>
            <a:pPr lvl="7"/>
            <a:r>
              <a:rPr lang="de-DE" noProof="0"/>
              <a:t>Level 8</a:t>
            </a:r>
          </a:p>
          <a:p>
            <a:pPr lvl="8"/>
            <a:r>
              <a:rPr lang="de-DE" noProof="0"/>
              <a:t>Level 9, </a:t>
            </a:r>
            <a:r>
              <a:rPr lang="de-DE"/>
              <a:t>Highlight</a:t>
            </a:r>
            <a:endParaRPr lang="de-DE" noProof="0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9460BDC-2796-43E8-A075-B3BFBC3B28E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693599" y="481818"/>
            <a:ext cx="5135612" cy="1548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 rtl="0">
              <a:defRPr sz="900">
                <a:solidFill>
                  <a:schemeClr val="accent1"/>
                </a:solidFill>
              </a:defRPr>
            </a:lvl1pPr>
          </a:lstStyle>
          <a:p>
            <a:r>
              <a:rPr lang="de-DE"/>
              <a:t>Charting Manual</a:t>
            </a:r>
            <a:endParaRPr lang="de-DE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942516E-ED5A-4F68-B285-E8D0CC42F9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3362400" y="481818"/>
            <a:ext cx="270000" cy="1548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 rtl="0">
              <a:defRPr sz="900">
                <a:solidFill>
                  <a:schemeClr val="accent1"/>
                </a:solidFill>
              </a:defRPr>
            </a:lvl1pPr>
          </a:lstStyle>
          <a:p>
            <a:fld id="{23AA811B-2EBD-4900-905E-5BE206449611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6821443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3" r:id="rId2"/>
    <p:sldLayoutId id="2147483668" r:id="rId3"/>
    <p:sldLayoutId id="2147483734" r:id="rId4"/>
    <p:sldLayoutId id="2147483669" r:id="rId5"/>
    <p:sldLayoutId id="2147483735" r:id="rId6"/>
    <p:sldLayoutId id="2147483670" r:id="rId7"/>
    <p:sldLayoutId id="2147483736" r:id="rId8"/>
    <p:sldLayoutId id="2147483733" r:id="rId9"/>
    <p:sldLayoutId id="2147483671" r:id="rId10"/>
    <p:sldLayoutId id="2147483682" r:id="rId11"/>
    <p:sldLayoutId id="2147483732" r:id="rId12"/>
    <p:sldLayoutId id="2147483730" r:id="rId13"/>
    <p:sldLayoutId id="2147483689" r:id="rId14"/>
    <p:sldLayoutId id="2147483731" r:id="rId15"/>
    <p:sldLayoutId id="2147483692" r:id="rId16"/>
    <p:sldLayoutId id="2147483712" r:id="rId17"/>
    <p:sldLayoutId id="2147483713" r:id="rId18"/>
    <p:sldLayoutId id="2147483719" r:id="rId19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b="1" i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0000" indent="-180000" algn="l" defTabSz="914400" rtl="0" eaLnBrk="1" latinLnBrk="0" hangingPunct="1">
        <a:lnSpc>
          <a:spcPct val="120000"/>
        </a:lnSpc>
        <a:spcBef>
          <a:spcPts val="500"/>
        </a:spcBef>
        <a:spcAft>
          <a:spcPts val="500"/>
        </a:spcAft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1pPr>
      <a:lvl2pPr marL="360000" indent="-180000" algn="l" defTabSz="914400" rtl="0" eaLnBrk="1" latinLnBrk="0" hangingPunct="1">
        <a:lnSpc>
          <a:spcPct val="120000"/>
        </a:lnSpc>
        <a:spcBef>
          <a:spcPts val="500"/>
        </a:spcBef>
        <a:spcAft>
          <a:spcPts val="500"/>
        </a:spcAft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2pPr>
      <a:lvl3pPr marL="540000" indent="-180000" algn="l" defTabSz="914400" rtl="0" eaLnBrk="1" latinLnBrk="0" hangingPunct="1">
        <a:lnSpc>
          <a:spcPct val="120000"/>
        </a:lnSpc>
        <a:spcBef>
          <a:spcPts val="500"/>
        </a:spcBef>
        <a:spcAft>
          <a:spcPts val="500"/>
        </a:spcAft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0" indent="0" algn="l" defTabSz="914400" rtl="0" eaLnBrk="1" latinLnBrk="0" hangingPunct="1">
        <a:lnSpc>
          <a:spcPct val="90000"/>
        </a:lnSpc>
        <a:spcBef>
          <a:spcPts val="500"/>
        </a:spcBef>
        <a:spcAft>
          <a:spcPts val="0"/>
        </a:spcAft>
        <a:buFont typeface="Arial" panose="020B0604020202020204" pitchFamily="34" charset="0"/>
        <a:buChar char="​"/>
        <a:defRPr sz="1400" b="1" i="0" kern="1200" cap="none" baseline="0">
          <a:solidFill>
            <a:schemeClr val="tx1"/>
          </a:solidFill>
          <a:latin typeface="+mn-lt"/>
          <a:ea typeface="+mn-ea"/>
          <a:cs typeface="+mn-cs"/>
        </a:defRPr>
      </a:lvl4pPr>
      <a:lvl5pPr marL="0" indent="0" algn="l" defTabSz="914400" rtl="0" eaLnBrk="1" latinLnBrk="0" hangingPunct="1">
        <a:lnSpc>
          <a:spcPct val="120000"/>
        </a:lnSpc>
        <a:spcBef>
          <a:spcPts val="500"/>
        </a:spcBef>
        <a:spcAft>
          <a:spcPts val="500"/>
        </a:spcAft>
        <a:buFont typeface="Arial" panose="020B0604020202020204" pitchFamily="34" charset="0"/>
        <a:buChar char="​"/>
        <a:tabLst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0" indent="0" algn="l" defTabSz="914400" rtl="0" eaLnBrk="1" latinLnBrk="0" hangingPunct="1">
        <a:lnSpc>
          <a:spcPct val="90000"/>
        </a:lnSpc>
        <a:spcBef>
          <a:spcPts val="500"/>
        </a:spcBef>
        <a:spcAft>
          <a:spcPts val="0"/>
        </a:spcAft>
        <a:buFont typeface="Arial" panose="020B0604020202020204" pitchFamily="34" charset="0"/>
        <a:buChar char="​"/>
        <a:defRPr sz="1000" kern="1200">
          <a:solidFill>
            <a:schemeClr val="tx1"/>
          </a:solidFill>
          <a:latin typeface="+mn-lt"/>
          <a:ea typeface="+mn-ea"/>
          <a:cs typeface="+mn-cs"/>
        </a:defRPr>
      </a:lvl6pPr>
      <a:lvl7pPr marL="0" indent="0" algn="l" defTabSz="914400" rtl="0" eaLnBrk="1" latinLnBrk="0" hangingPunct="1">
        <a:lnSpc>
          <a:spcPct val="120000"/>
        </a:lnSpc>
        <a:spcBef>
          <a:spcPts val="500"/>
        </a:spcBef>
        <a:spcAft>
          <a:spcPts val="500"/>
        </a:spcAft>
        <a:buFont typeface="Arial" panose="020B0604020202020204" pitchFamily="34" charset="0"/>
        <a:buChar char="​"/>
        <a:defRPr sz="1000" b="0" kern="1200" baseline="0">
          <a:solidFill>
            <a:schemeClr val="tx1"/>
          </a:solidFill>
          <a:latin typeface="+mn-lt"/>
          <a:ea typeface="+mn-ea"/>
          <a:cs typeface="+mn-cs"/>
        </a:defRPr>
      </a:lvl7pPr>
      <a:lvl8pPr marL="180000" indent="-180000" algn="l" defTabSz="914400" rtl="0" eaLnBrk="1" latinLnBrk="0" hangingPunct="1">
        <a:lnSpc>
          <a:spcPct val="120000"/>
        </a:lnSpc>
        <a:spcBef>
          <a:spcPts val="500"/>
        </a:spcBef>
        <a:spcAft>
          <a:spcPts val="500"/>
        </a:spcAft>
        <a:buFont typeface="Arial" panose="020B0604020202020204" pitchFamily="34" charset="0"/>
        <a:buChar char="•"/>
        <a:defRPr sz="1000" kern="1200">
          <a:solidFill>
            <a:schemeClr val="tx1"/>
          </a:solidFill>
          <a:latin typeface="+mn-lt"/>
          <a:ea typeface="+mn-ea"/>
          <a:cs typeface="+mn-cs"/>
        </a:defRPr>
      </a:lvl8pPr>
      <a:lvl9pPr marL="0" indent="0" algn="l" defTabSz="914400" rtl="0" eaLnBrk="1" latinLnBrk="0" hangingPunct="1">
        <a:lnSpc>
          <a:spcPct val="90000"/>
        </a:lnSpc>
        <a:spcBef>
          <a:spcPts val="50"/>
        </a:spcBef>
        <a:spcAft>
          <a:spcPts val="50"/>
        </a:spcAft>
        <a:buFont typeface="Arial" panose="020B0604020202020204" pitchFamily="34" charset="0"/>
        <a:buChar char="​"/>
        <a:defRPr sz="20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340">
          <p15:clr>
            <a:srgbClr val="F26B43"/>
          </p15:clr>
        </p15:guide>
        <p15:guide id="2" pos="819">
          <p15:clr>
            <a:srgbClr val="A4A3A4"/>
          </p15:clr>
        </p15:guide>
        <p15:guide id="4" orient="horz" pos="570">
          <p15:clr>
            <a:srgbClr val="F26B43"/>
          </p15:clr>
        </p15:guide>
        <p15:guide id="5" pos="933">
          <p15:clr>
            <a:srgbClr val="A4A3A4"/>
          </p15:clr>
        </p15:guide>
        <p15:guide id="6" pos="1411">
          <p15:clr>
            <a:srgbClr val="A4A3A4"/>
          </p15:clr>
        </p15:guide>
        <p15:guide id="7" pos="1525">
          <p15:clr>
            <a:srgbClr val="A4A3A4"/>
          </p15:clr>
        </p15:guide>
        <p15:guide id="8" pos="2026" userDrawn="1">
          <p15:clr>
            <a:srgbClr val="A4A3A4"/>
          </p15:clr>
        </p15:guide>
        <p15:guide id="9" pos="2139" userDrawn="1">
          <p15:clr>
            <a:srgbClr val="A4A3A4"/>
          </p15:clr>
        </p15:guide>
        <p15:guide id="10" pos="2593">
          <p15:clr>
            <a:srgbClr val="A4A3A4"/>
          </p15:clr>
        </p15:guide>
        <p15:guide id="11" pos="2711">
          <p15:clr>
            <a:srgbClr val="A4A3A4"/>
          </p15:clr>
        </p15:guide>
        <p15:guide id="12" pos="3190">
          <p15:clr>
            <a:srgbClr val="A4A3A4"/>
          </p15:clr>
        </p15:guide>
        <p15:guide id="13" pos="3304">
          <p15:clr>
            <a:srgbClr val="A4A3A4"/>
          </p15:clr>
        </p15:guide>
        <p15:guide id="14" pos="3783">
          <p15:clr>
            <a:srgbClr val="A4A3A4"/>
          </p15:clr>
        </p15:guide>
        <p15:guide id="15" pos="3897">
          <p15:clr>
            <a:srgbClr val="A4A3A4"/>
          </p15:clr>
        </p15:guide>
        <p15:guide id="16" pos="4376">
          <p15:clr>
            <a:srgbClr val="A4A3A4"/>
          </p15:clr>
        </p15:guide>
        <p15:guide id="17" pos="4490">
          <p15:clr>
            <a:srgbClr val="A4A3A4"/>
          </p15:clr>
        </p15:guide>
        <p15:guide id="18" pos="4969">
          <p15:clr>
            <a:srgbClr val="A4A3A4"/>
          </p15:clr>
        </p15:guide>
        <p15:guide id="19" pos="5083">
          <p15:clr>
            <a:srgbClr val="A4A3A4"/>
          </p15:clr>
        </p15:guide>
        <p15:guide id="20" pos="5562">
          <p15:clr>
            <a:srgbClr val="A4A3A4"/>
          </p15:clr>
        </p15:guide>
        <p15:guide id="21" pos="5676">
          <p15:clr>
            <a:srgbClr val="A4A3A4"/>
          </p15:clr>
        </p15:guide>
        <p15:guide id="22" pos="6155">
          <p15:clr>
            <a:srgbClr val="A4A3A4"/>
          </p15:clr>
        </p15:guide>
        <p15:guide id="23" pos="6269">
          <p15:clr>
            <a:srgbClr val="A4A3A4"/>
          </p15:clr>
        </p15:guide>
        <p15:guide id="24" pos="6748">
          <p15:clr>
            <a:srgbClr val="A4A3A4"/>
          </p15:clr>
        </p15:guide>
        <p15:guide id="25" pos="6862">
          <p15:clr>
            <a:srgbClr val="A4A3A4"/>
          </p15:clr>
        </p15:guide>
        <p15:guide id="26" pos="7340">
          <p15:clr>
            <a:srgbClr val="F26B43"/>
          </p15:clr>
        </p15:guide>
        <p15:guide id="27" orient="horz" pos="1247">
          <p15:clr>
            <a:srgbClr val="F26B43"/>
          </p15:clr>
        </p15:guide>
        <p15:guide id="28" orient="horz" pos="3984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2.xml"/><Relationship Id="rId6" Type="http://schemas.openxmlformats.org/officeDocument/2006/relationships/chart" Target="../charts/chart1.x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3.bin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3.x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3.bin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4.xml"/><Relationship Id="rId6" Type="http://schemas.openxmlformats.org/officeDocument/2006/relationships/chart" Target="../charts/chart2.x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3.bin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5.x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3.bin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A3BCFB-9F85-FD42-A0A1-C3925C3BE0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6" name="think-cell data - do not delete" hidden="1">
            <a:extLst>
              <a:ext uri="{FF2B5EF4-FFF2-40B4-BE49-F238E27FC236}">
                <a16:creationId xmlns:a16="http://schemas.microsoft.com/office/drawing/2014/main" id="{DC4D8B64-AD72-E751-09B6-A33E9CF036F4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78" imgH="377" progId="TCLayout.ActiveDocument.1">
                  <p:embed/>
                </p:oleObj>
              </mc:Choice>
              <mc:Fallback>
                <p:oleObj name="think-cell Slide" r:id="rId4" imgW="378" imgH="377" progId="TCLayout.ActiveDocument.1">
                  <p:embed/>
                  <p:pic>
                    <p:nvPicPr>
                      <p:cNvPr id="16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DC4D8B64-AD72-E751-09B6-A33E9CF036F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A9D4970F-0B46-03F5-30FB-E10D141CCC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r>
              <a:rPr lang="de-DE" dirty="0"/>
              <a:t>Key Driver Analyse</a:t>
            </a:r>
            <a:endParaRPr lang="de-DE" sz="1600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8B31339-4544-9783-9AF8-90E85A60F2F0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r>
              <a:rPr lang="de-DE" dirty="0" err="1"/>
              <a:t>Advanced</a:t>
            </a:r>
            <a:r>
              <a:rPr lang="de-DE" dirty="0"/>
              <a:t> Analytics: Key Driver Analysis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DDBDE1-7F7E-A377-5134-68BF1D06F7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AA811B-2EBD-4900-905E-5BE206449611}" type="slidenum">
              <a:rPr lang="de-DE" smtClean="0"/>
              <a:pPr/>
              <a:t>1</a:t>
            </a:fld>
            <a:endParaRPr lang="de-DE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0BF9D2A-0B18-F8B6-7220-D76ACBB6EE45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r>
              <a:rPr lang="de-DE" dirty="0"/>
              <a:t>Basis: n=0’000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314A1F2-FDBB-8282-5777-8CD6E5839446}"/>
              </a:ext>
            </a:extLst>
          </p:cNvPr>
          <p:cNvSpPr txBox="1"/>
          <p:nvPr/>
        </p:nvSpPr>
        <p:spPr>
          <a:xfrm>
            <a:off x="553695" y="1403906"/>
            <a:ext cx="11096968" cy="369332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r>
              <a:rPr lang="de-DE" dirty="0">
                <a:solidFill>
                  <a:schemeClr val="accent1"/>
                </a:solidFill>
              </a:rPr>
              <a:t>Handlungsportfolio</a:t>
            </a:r>
          </a:p>
        </p:txBody>
      </p:sp>
      <p:graphicFrame>
        <p:nvGraphicFramePr>
          <p:cNvPr id="22" name="Tabelle 64">
            <a:extLst>
              <a:ext uri="{FF2B5EF4-FFF2-40B4-BE49-F238E27FC236}">
                <a16:creationId xmlns:a16="http://schemas.microsoft.com/office/drawing/2014/main" id="{6576CE87-9A6A-A923-5A12-BF405DC0ABA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40311439"/>
              </p:ext>
            </p:extLst>
          </p:nvPr>
        </p:nvGraphicFramePr>
        <p:xfrm>
          <a:off x="6186488" y="4378071"/>
          <a:ext cx="5468848" cy="642720"/>
        </p:xfrm>
        <a:graphic>
          <a:graphicData uri="http://schemas.openxmlformats.org/drawingml/2006/table">
            <a:tbl>
              <a:tblPr firstRow="1" bandRow="1"/>
              <a:tblGrid>
                <a:gridCol w="36731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0153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48993">
                <a:tc gridSpan="2">
                  <a:txBody>
                    <a:bodyPr/>
                    <a:lstStyle>
                      <a:lvl1pPr marL="0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326582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653164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979746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306328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1632911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1959492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2286074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2612657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rtl="0"/>
                      <a:r>
                        <a:rPr lang="de-DE" sz="1000" b="1" dirty="0">
                          <a:solidFill>
                            <a:schemeClr val="bg1"/>
                          </a:solidFill>
                        </a:rPr>
                        <a:t>Beobachten</a:t>
                      </a:r>
                    </a:p>
                  </a:txBody>
                  <a:tcPr marL="90000" marR="90000" marT="36000" marB="36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878">
                <a:tc>
                  <a:txBody>
                    <a:bodyPr/>
                    <a:lstStyle>
                      <a:lvl1pPr marL="0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326582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653164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979746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306328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1632911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1959492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2286074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2612657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algn="r" rtl="0" fontAlgn="ctr"/>
                      <a:endParaRPr lang="de-DE" sz="900" b="0" i="0" u="none" strike="noStrike" dirty="0">
                        <a:solidFill>
                          <a:schemeClr val="tx1"/>
                        </a:solidFill>
                        <a:effectLst/>
                        <a:latin typeface="Arial"/>
                      </a:endParaRPr>
                    </a:p>
                  </a:txBody>
                  <a:tcPr marL="90000" marR="9000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326582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653164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979746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306328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1632911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1959492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2286074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2612657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algn="l" rtl="0" fontAlgn="ctr"/>
                      <a:endParaRPr lang="de-CH" sz="900" b="0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90000" marR="9000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878">
                <a:tc>
                  <a:txBody>
                    <a:bodyPr/>
                    <a:lstStyle>
                      <a:lvl1pPr marL="0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326582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653164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979746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306328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1632911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1959492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2286074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2612657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algn="r" rtl="0" fontAlgn="ctr"/>
                      <a:endParaRPr lang="de-DE" sz="900" b="0" i="0" u="none" strike="noStrike" dirty="0">
                        <a:solidFill>
                          <a:schemeClr val="tx1"/>
                        </a:solidFill>
                        <a:effectLst/>
                        <a:latin typeface="Arial"/>
                      </a:endParaRPr>
                    </a:p>
                  </a:txBody>
                  <a:tcPr marL="90000" marR="9000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326582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653164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979746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306328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1632911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1959492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2286074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2612657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algn="l" rtl="0" fontAlgn="ctr"/>
                      <a:endParaRPr lang="de-DE" sz="900" b="0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90000" marR="9000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23" name="Tabelle 65">
            <a:extLst>
              <a:ext uri="{FF2B5EF4-FFF2-40B4-BE49-F238E27FC236}">
                <a16:creationId xmlns:a16="http://schemas.microsoft.com/office/drawing/2014/main" id="{57888D6B-CCC6-4429-D9B6-E5994971B6C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33745695"/>
              </p:ext>
            </p:extLst>
          </p:nvPr>
        </p:nvGraphicFramePr>
        <p:xfrm>
          <a:off x="6186488" y="1979613"/>
          <a:ext cx="5466712" cy="1061040"/>
        </p:xfrm>
        <a:graphic>
          <a:graphicData uri="http://schemas.openxmlformats.org/drawingml/2006/table">
            <a:tbl>
              <a:tblPr firstRow="1" bandRow="1"/>
              <a:tblGrid>
                <a:gridCol w="36517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015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 gridSpan="2">
                  <a:txBody>
                    <a:bodyPr/>
                    <a:lstStyle>
                      <a:lvl1pPr marL="0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326582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653164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979746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306328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1632911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1959492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2286074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2612657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rtl="0"/>
                      <a:r>
                        <a:rPr lang="de-DE" sz="1000" b="1" dirty="0">
                          <a:solidFill>
                            <a:schemeClr val="bg1"/>
                          </a:solidFill>
                        </a:rPr>
                        <a:t>Investieren</a:t>
                      </a:r>
                    </a:p>
                  </a:txBody>
                  <a:tcPr marL="90000" marR="90000" marT="36000" marB="36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>
                      <a:lvl1pPr marL="0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326582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653164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979746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306328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1632911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1959492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2286074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2612657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algn="r" rtl="0" fontAlgn="ctr"/>
                      <a:endParaRPr lang="de-DE" sz="900" b="0" i="0" u="none" strike="noStrike" dirty="0">
                        <a:solidFill>
                          <a:schemeClr val="tx1"/>
                        </a:solidFill>
                        <a:effectLst/>
                        <a:latin typeface="Arial"/>
                      </a:endParaRPr>
                    </a:p>
                  </a:txBody>
                  <a:tcPr marL="90000" marR="9000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326582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653164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979746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306328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1632911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1959492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2286074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2612657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algn="l" rtl="0" fontAlgn="ctr"/>
                      <a:endParaRPr lang="de-DE" sz="900" b="0" i="0" u="none" strike="noStrike" dirty="0">
                        <a:solidFill>
                          <a:schemeClr val="tx1"/>
                        </a:solidFill>
                        <a:effectLst/>
                        <a:latin typeface="Arial"/>
                      </a:endParaRPr>
                    </a:p>
                  </a:txBody>
                  <a:tcPr marL="90000" marR="9000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>
                      <a:lvl1pPr marL="0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326582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653164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979746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306328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1632911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1959492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2286074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2612657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algn="r" rtl="0" fontAlgn="ctr"/>
                      <a:endParaRPr lang="de-DE" sz="900" b="0" i="0" u="none" strike="noStrike" dirty="0">
                        <a:solidFill>
                          <a:schemeClr val="tx1"/>
                        </a:solidFill>
                        <a:effectLst/>
                        <a:latin typeface="Arial"/>
                      </a:endParaRPr>
                    </a:p>
                  </a:txBody>
                  <a:tcPr marL="90000" marR="9000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326582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653164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979746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306328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1632911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1959492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2286074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2612657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algn="l" rtl="0" fontAlgn="ctr"/>
                      <a:endParaRPr lang="de-DE" sz="900" b="0" i="0" u="none" strike="noStrike" kern="1200" dirty="0">
                        <a:solidFill>
                          <a:schemeClr val="tx1"/>
                        </a:solidFill>
                        <a:effectLst/>
                        <a:latin typeface="Arial"/>
                        <a:ea typeface="+mn-ea"/>
                        <a:cs typeface="+mn-cs"/>
                      </a:endParaRPr>
                    </a:p>
                  </a:txBody>
                  <a:tcPr marL="90000" marR="9000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>
                      <a:lvl1pPr marL="0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326582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653164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979746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306328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1632911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1959492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2286074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2612657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algn="r" rtl="0" fontAlgn="ctr"/>
                      <a:endParaRPr lang="de-DE" sz="900" b="0" i="0" u="none" strike="noStrike" dirty="0">
                        <a:solidFill>
                          <a:schemeClr val="tx1"/>
                        </a:solidFill>
                        <a:effectLst/>
                        <a:latin typeface="Arial"/>
                      </a:endParaRPr>
                    </a:p>
                  </a:txBody>
                  <a:tcPr marL="90000" marR="9000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326582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653164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979746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306328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1632911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1959492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2286074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2612657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algn="l" rtl="0" fontAlgn="ctr"/>
                      <a:endParaRPr lang="de-CH" sz="900" b="0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90000" marR="9000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>
                      <a:lvl1pPr marL="0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326582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653164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979746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306328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1632911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1959492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2286074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2612657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algn="r" rtl="0" fontAlgn="ctr"/>
                      <a:endParaRPr lang="de-DE" sz="900" b="0" i="0" u="none" strike="noStrike" dirty="0">
                        <a:solidFill>
                          <a:schemeClr val="tx1"/>
                        </a:solidFill>
                        <a:effectLst/>
                        <a:latin typeface="Arial"/>
                      </a:endParaRPr>
                    </a:p>
                  </a:txBody>
                  <a:tcPr marL="90000" marR="9000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326582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653164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979746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306328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1632911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1959492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2286074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2612657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algn="l" rtl="0" fontAlgn="ctr"/>
                      <a:endParaRPr lang="de-CH" sz="900" b="0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90000" marR="9000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24" name="Tabelle 66">
            <a:extLst>
              <a:ext uri="{FF2B5EF4-FFF2-40B4-BE49-F238E27FC236}">
                <a16:creationId xmlns:a16="http://schemas.microsoft.com/office/drawing/2014/main" id="{B8C9D0C1-1647-AE5A-7733-CC897EFA21A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12957583"/>
              </p:ext>
            </p:extLst>
          </p:nvPr>
        </p:nvGraphicFramePr>
        <p:xfrm>
          <a:off x="6186488" y="5472720"/>
          <a:ext cx="5468848" cy="433560"/>
        </p:xfrm>
        <a:graphic>
          <a:graphicData uri="http://schemas.openxmlformats.org/drawingml/2006/table">
            <a:tbl>
              <a:tblPr firstRow="1" bandRow="1"/>
              <a:tblGrid>
                <a:gridCol w="36731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0153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 gridSpan="2">
                  <a:txBody>
                    <a:bodyPr/>
                    <a:lstStyle>
                      <a:lvl1pPr marL="0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326582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653164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979746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306328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1632911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1959492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2286074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2612657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rtl="0"/>
                      <a:r>
                        <a:rPr lang="de-DE" sz="1000" b="1" dirty="0">
                          <a:solidFill>
                            <a:schemeClr val="bg1"/>
                          </a:solidFill>
                        </a:rPr>
                        <a:t>Geringe Priorität</a:t>
                      </a:r>
                    </a:p>
                  </a:txBody>
                  <a:tcPr marL="90000" marR="90000" marT="36000" marB="36000" anchor="ctr">
                    <a:lnL>
                      <a:noFill/>
                    </a:lnL>
                    <a:lnR>
                      <a:noFill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>
                      <a:lvl1pPr marL="0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326582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653164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979746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306328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1632911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1959492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2286074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2612657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algn="r" rtl="0" fontAlgn="ctr"/>
                      <a:endParaRPr lang="de-DE" sz="900" b="0" i="0" u="none" strike="noStrike" dirty="0">
                        <a:solidFill>
                          <a:schemeClr val="tx1"/>
                        </a:solidFill>
                        <a:effectLst/>
                        <a:latin typeface="Arial"/>
                      </a:endParaRPr>
                    </a:p>
                  </a:txBody>
                  <a:tcPr marL="90000" marR="9000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326582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653164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979746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306328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1632911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1959492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2286074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2612657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algn="l" rtl="0" fontAlgn="ctr"/>
                      <a:endParaRPr lang="de-DE" sz="900" b="0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90000" marR="9000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5" name="Tabelle 67">
            <a:extLst>
              <a:ext uri="{FF2B5EF4-FFF2-40B4-BE49-F238E27FC236}">
                <a16:creationId xmlns:a16="http://schemas.microsoft.com/office/drawing/2014/main" id="{D28DF0B3-698F-C7DA-D36A-0B5053723CF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34055016"/>
              </p:ext>
            </p:extLst>
          </p:nvPr>
        </p:nvGraphicFramePr>
        <p:xfrm>
          <a:off x="6186488" y="3492582"/>
          <a:ext cx="5468848" cy="433560"/>
        </p:xfrm>
        <a:graphic>
          <a:graphicData uri="http://schemas.openxmlformats.org/drawingml/2006/table">
            <a:tbl>
              <a:tblPr firstRow="1" bandRow="1"/>
              <a:tblGrid>
                <a:gridCol w="36731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0153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 gridSpan="2">
                  <a:txBody>
                    <a:bodyPr/>
                    <a:lstStyle>
                      <a:lvl1pPr marL="0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326582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653164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979746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306328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1632911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1959492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2286074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2612657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rtl="0"/>
                      <a:r>
                        <a:rPr lang="de-DE" sz="1000" b="1" dirty="0">
                          <a:solidFill>
                            <a:schemeClr val="bg1"/>
                          </a:solidFill>
                        </a:rPr>
                        <a:t>Beibehalten</a:t>
                      </a:r>
                    </a:p>
                  </a:txBody>
                  <a:tcPr marL="90000" marR="90000" marT="36000" marB="36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>
                      <a:lvl1pPr marL="0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326582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653164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979746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306328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1632911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1959492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2286074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2612657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algn="r" rtl="0" fontAlgn="ctr"/>
                      <a:endParaRPr lang="de-DE" sz="900" b="0" i="0" u="none" strike="noStrike" dirty="0">
                        <a:solidFill>
                          <a:schemeClr val="tx1"/>
                        </a:solidFill>
                        <a:effectLst/>
                        <a:latin typeface="Arial"/>
                      </a:endParaRPr>
                    </a:p>
                  </a:txBody>
                  <a:tcPr marL="90000" marR="9000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326582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653164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979746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306328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1632911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1959492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2286074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2612657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algn="l" rtl="0" fontAlgn="ctr"/>
                      <a:endParaRPr lang="de-CH" sz="900" b="0" i="0" u="none" strike="noStrike" dirty="0">
                        <a:solidFill>
                          <a:schemeClr val="tx1"/>
                        </a:solidFill>
                        <a:effectLst/>
                        <a:latin typeface="Arial"/>
                      </a:endParaRPr>
                    </a:p>
                  </a:txBody>
                  <a:tcPr marL="90000" marR="9000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7" name="Diagramm 83">
            <a:extLst>
              <a:ext uri="{FF2B5EF4-FFF2-40B4-BE49-F238E27FC236}">
                <a16:creationId xmlns:a16="http://schemas.microsoft.com/office/drawing/2014/main" id="{F62C8AAB-33BE-F096-EA97-493DA775C047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540198109"/>
              </p:ext>
            </p:extLst>
          </p:nvPr>
        </p:nvGraphicFramePr>
        <p:xfrm>
          <a:off x="857509" y="2047115"/>
          <a:ext cx="5037302" cy="404771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sp>
        <p:nvSpPr>
          <p:cNvPr id="28" name="Textfeld 68">
            <a:extLst>
              <a:ext uri="{FF2B5EF4-FFF2-40B4-BE49-F238E27FC236}">
                <a16:creationId xmlns:a16="http://schemas.microsoft.com/office/drawing/2014/main" id="{73F35646-D17C-064C-3AB4-3A7C48796AB8}"/>
              </a:ext>
            </a:extLst>
          </p:cNvPr>
          <p:cNvSpPr txBox="1"/>
          <p:nvPr/>
        </p:nvSpPr>
        <p:spPr>
          <a:xfrm>
            <a:off x="1031961" y="2068665"/>
            <a:ext cx="95010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00" b="1" i="0" u="none" strike="noStrike" kern="0" cap="none" spc="0" normalizeH="0" baseline="0" noProof="0" dirty="0">
                <a:ln>
                  <a:noFill/>
                </a:ln>
                <a:solidFill>
                  <a:schemeClr val="accent4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Beobachten</a:t>
            </a:r>
          </a:p>
        </p:txBody>
      </p:sp>
      <p:sp>
        <p:nvSpPr>
          <p:cNvPr id="33" name="Textfeld 69">
            <a:extLst>
              <a:ext uri="{FF2B5EF4-FFF2-40B4-BE49-F238E27FC236}">
                <a16:creationId xmlns:a16="http://schemas.microsoft.com/office/drawing/2014/main" id="{ACA32B52-CC58-D747-EB92-80F8A2956FB7}"/>
              </a:ext>
            </a:extLst>
          </p:cNvPr>
          <p:cNvSpPr txBox="1"/>
          <p:nvPr/>
        </p:nvSpPr>
        <p:spPr>
          <a:xfrm>
            <a:off x="4808961" y="2068665"/>
            <a:ext cx="95010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00" b="1" i="0" u="none" strike="noStrike" kern="0" cap="none" spc="0" normalizeH="0" baseline="0" noProof="0" dirty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Beibehalten</a:t>
            </a:r>
          </a:p>
        </p:txBody>
      </p:sp>
      <p:sp>
        <p:nvSpPr>
          <p:cNvPr id="34" name="Textfeld 70">
            <a:extLst>
              <a:ext uri="{FF2B5EF4-FFF2-40B4-BE49-F238E27FC236}">
                <a16:creationId xmlns:a16="http://schemas.microsoft.com/office/drawing/2014/main" id="{8C12B04D-8309-BE62-279F-7C2ECC2D1CD6}"/>
              </a:ext>
            </a:extLst>
          </p:cNvPr>
          <p:cNvSpPr txBox="1"/>
          <p:nvPr/>
        </p:nvSpPr>
        <p:spPr>
          <a:xfrm>
            <a:off x="1031961" y="5741217"/>
            <a:ext cx="1310037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00" b="1" i="0" u="none" strike="noStrike" kern="0" cap="none" spc="0" normalizeH="0" baseline="0" noProof="0" dirty="0">
                <a:ln>
                  <a:noFill/>
                </a:ln>
                <a:solidFill>
                  <a:schemeClr val="accent3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Geringe Priorität</a:t>
            </a:r>
          </a:p>
        </p:txBody>
      </p:sp>
      <p:sp>
        <p:nvSpPr>
          <p:cNvPr id="35" name="Textfeld 71">
            <a:extLst>
              <a:ext uri="{FF2B5EF4-FFF2-40B4-BE49-F238E27FC236}">
                <a16:creationId xmlns:a16="http://schemas.microsoft.com/office/drawing/2014/main" id="{A1C65B5D-8FC5-40D0-8F4E-D6BE09570351}"/>
              </a:ext>
            </a:extLst>
          </p:cNvPr>
          <p:cNvSpPr txBox="1"/>
          <p:nvPr/>
        </p:nvSpPr>
        <p:spPr>
          <a:xfrm>
            <a:off x="5085802" y="5741217"/>
            <a:ext cx="67326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00" b="1" i="0" u="none" strike="noStrike" kern="0" cap="none" spc="0" normalizeH="0" baseline="0" noProof="0" dirty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Investieren</a:t>
            </a:r>
          </a:p>
        </p:txBody>
      </p:sp>
      <p:sp>
        <p:nvSpPr>
          <p:cNvPr id="36" name="Textfeld 74">
            <a:extLst>
              <a:ext uri="{FF2B5EF4-FFF2-40B4-BE49-F238E27FC236}">
                <a16:creationId xmlns:a16="http://schemas.microsoft.com/office/drawing/2014/main" id="{E2139A7A-93E0-6FC2-0DA0-08B47132EBB6}"/>
              </a:ext>
            </a:extLst>
          </p:cNvPr>
          <p:cNvSpPr txBox="1"/>
          <p:nvPr/>
        </p:nvSpPr>
        <p:spPr>
          <a:xfrm>
            <a:off x="540000" y="2020606"/>
            <a:ext cx="395302" cy="153888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marL="0" marR="0" lvl="0" indent="0" algn="ctr" defTabSz="4572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+mn-cs"/>
              </a:rPr>
              <a:t>Hoch</a:t>
            </a:r>
          </a:p>
        </p:txBody>
      </p:sp>
      <p:sp>
        <p:nvSpPr>
          <p:cNvPr id="37" name="Textfeld 75">
            <a:extLst>
              <a:ext uri="{FF2B5EF4-FFF2-40B4-BE49-F238E27FC236}">
                <a16:creationId xmlns:a16="http://schemas.microsoft.com/office/drawing/2014/main" id="{F2D88505-7DAC-2923-E8F0-EFBF475ECB17}"/>
              </a:ext>
            </a:extLst>
          </p:cNvPr>
          <p:cNvSpPr txBox="1"/>
          <p:nvPr/>
        </p:nvSpPr>
        <p:spPr>
          <a:xfrm>
            <a:off x="540000" y="5748781"/>
            <a:ext cx="314119" cy="153888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marL="0" marR="0" lvl="0" indent="0" algn="ctr" defTabSz="4572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+mn-cs"/>
              </a:rPr>
              <a:t>Tief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8029EA70-07A7-9C5F-F40B-32420C4CEB45}"/>
              </a:ext>
            </a:extLst>
          </p:cNvPr>
          <p:cNvGrpSpPr/>
          <p:nvPr/>
        </p:nvGrpSpPr>
        <p:grpSpPr>
          <a:xfrm>
            <a:off x="592354" y="2305067"/>
            <a:ext cx="209412" cy="3313140"/>
            <a:chOff x="594001" y="2239625"/>
            <a:chExt cx="216000" cy="3417364"/>
          </a:xfrm>
        </p:grpSpPr>
        <p:cxnSp>
          <p:nvCxnSpPr>
            <p:cNvPr id="39" name="Gerade Verbindung mit Pfeil 73">
              <a:extLst>
                <a:ext uri="{FF2B5EF4-FFF2-40B4-BE49-F238E27FC236}">
                  <a16:creationId xmlns:a16="http://schemas.microsoft.com/office/drawing/2014/main" id="{6AF73668-4FE8-C026-450C-14A6797502F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02000" y="2239625"/>
              <a:ext cx="0" cy="3417364"/>
            </a:xfrm>
            <a:prstGeom prst="straightConnector1">
              <a:avLst/>
            </a:prstGeom>
            <a:noFill/>
            <a:ln w="12700" cap="flat" cmpd="sng" algn="ctr">
              <a:solidFill>
                <a:schemeClr val="bg1">
                  <a:lumMod val="65000"/>
                </a:schemeClr>
              </a:solidFill>
              <a:prstDash val="solid"/>
              <a:tailEnd type="stealth" w="med" len="med"/>
            </a:ln>
            <a:effectLst/>
          </p:spPr>
        </p:cxnSp>
        <p:sp>
          <p:nvSpPr>
            <p:cNvPr id="40" name="Textfeld 76">
              <a:extLst>
                <a:ext uri="{FF2B5EF4-FFF2-40B4-BE49-F238E27FC236}">
                  <a16:creationId xmlns:a16="http://schemas.microsoft.com/office/drawing/2014/main" id="{9131163B-3727-BF6A-2B08-BE90949FB423}"/>
                </a:ext>
              </a:extLst>
            </p:cNvPr>
            <p:cNvSpPr txBox="1"/>
            <p:nvPr/>
          </p:nvSpPr>
          <p:spPr>
            <a:xfrm rot="16200000">
              <a:off x="208801" y="3840307"/>
              <a:ext cx="986400" cy="216000"/>
            </a:xfrm>
            <a:prstGeom prst="rect">
              <a:avLst/>
            </a:prstGeom>
            <a:solidFill>
              <a:srgbClr val="FFFFFF"/>
            </a:solidFill>
            <a:ln w="12700">
              <a:noFill/>
            </a:ln>
          </p:spPr>
          <p:txBody>
            <a:bodyPr wrap="square" lIns="36000" tIns="0" rIns="36000" bIns="0" rtlCol="0" anchor="ctr">
              <a:noAutofit/>
            </a:bodyPr>
            <a:lstStyle/>
            <a:p>
              <a:pPr marL="0" marR="0" lvl="0" indent="0" algn="ctr" defTabSz="4572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de-DE" sz="1000" b="1" i="0" u="none" strike="noStrike" kern="0" cap="none" spc="0" normalizeH="0" baseline="0" noProof="0" dirty="0">
                  <a:ln>
                    <a:noFill/>
                  </a:ln>
                  <a:solidFill>
                    <a:schemeClr val="bg1">
                      <a:lumMod val="65000"/>
                    </a:schemeClr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Erfüllung</a:t>
              </a:r>
              <a:endParaRPr kumimoji="0" lang="de-DE" sz="800" b="1" i="0" u="none" strike="noStrike" kern="0" cap="none" spc="0" normalizeH="0" baseline="0" noProof="0" dirty="0">
                <a:ln>
                  <a:noFill/>
                </a:ln>
                <a:solidFill>
                  <a:schemeClr val="bg1">
                    <a:lumMod val="65000"/>
                  </a:schemeClr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</p:grpSp>
      <p:sp>
        <p:nvSpPr>
          <p:cNvPr id="41" name="Rechteck 82">
            <a:extLst>
              <a:ext uri="{FF2B5EF4-FFF2-40B4-BE49-F238E27FC236}">
                <a16:creationId xmlns:a16="http://schemas.microsoft.com/office/drawing/2014/main" id="{030E4905-0198-1155-13E0-E6690AE96F6C}"/>
              </a:ext>
            </a:extLst>
          </p:cNvPr>
          <p:cNvSpPr/>
          <p:nvPr/>
        </p:nvSpPr>
        <p:spPr>
          <a:xfrm>
            <a:off x="1277970" y="2113269"/>
            <a:ext cx="4609098" cy="3879951"/>
          </a:xfrm>
          <a:prstGeom prst="rect">
            <a:avLst/>
          </a:prstGeom>
          <a:noFill/>
          <a:ln w="25400" cap="flat" cmpd="sng" algn="ctr">
            <a:noFill/>
            <a:prstDash val="solid"/>
          </a:ln>
          <a:effectLst/>
        </p:spPr>
        <p:txBody>
          <a:bodyPr lIns="0" tIns="0" rIns="0" bIns="0" rtlCol="0" anchor="t">
            <a:norm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grpSp>
        <p:nvGrpSpPr>
          <p:cNvPr id="42" name="Group 41">
            <a:extLst>
              <a:ext uri="{FF2B5EF4-FFF2-40B4-BE49-F238E27FC236}">
                <a16:creationId xmlns:a16="http://schemas.microsoft.com/office/drawing/2014/main" id="{C3241BA9-649E-5D72-3CE1-F6196E4A9FEB}"/>
              </a:ext>
            </a:extLst>
          </p:cNvPr>
          <p:cNvGrpSpPr/>
          <p:nvPr/>
        </p:nvGrpSpPr>
        <p:grpSpPr>
          <a:xfrm rot="5400000">
            <a:off x="3274602" y="4042479"/>
            <a:ext cx="153888" cy="4094538"/>
            <a:chOff x="622639" y="2120571"/>
            <a:chExt cx="158729" cy="4223342"/>
          </a:xfrm>
        </p:grpSpPr>
        <p:cxnSp>
          <p:nvCxnSpPr>
            <p:cNvPr id="44" name="Gerade Verbindung mit Pfeil 73">
              <a:extLst>
                <a:ext uri="{FF2B5EF4-FFF2-40B4-BE49-F238E27FC236}">
                  <a16:creationId xmlns:a16="http://schemas.microsoft.com/office/drawing/2014/main" id="{5D2EF82C-1AD0-F52A-26E8-4B4BB1CB7174}"/>
                </a:ext>
              </a:extLst>
            </p:cNvPr>
            <p:cNvCxnSpPr>
              <a:cxnSpLocks/>
            </p:cNvCxnSpPr>
            <p:nvPr/>
          </p:nvCxnSpPr>
          <p:spPr>
            <a:xfrm rot="16200000">
              <a:off x="-1409671" y="4232242"/>
              <a:ext cx="4223342" cy="0"/>
            </a:xfrm>
            <a:prstGeom prst="straightConnector1">
              <a:avLst/>
            </a:prstGeom>
            <a:noFill/>
            <a:ln w="12700" cap="flat" cmpd="sng" algn="ctr">
              <a:solidFill>
                <a:schemeClr val="bg1">
                  <a:lumMod val="65000"/>
                </a:schemeClr>
              </a:solidFill>
              <a:prstDash val="solid"/>
              <a:tailEnd type="stealth" w="med" len="med"/>
            </a:ln>
            <a:effectLst/>
          </p:spPr>
        </p:cxnSp>
        <p:sp>
          <p:nvSpPr>
            <p:cNvPr id="46" name="Textfeld 76">
              <a:extLst>
                <a:ext uri="{FF2B5EF4-FFF2-40B4-BE49-F238E27FC236}">
                  <a16:creationId xmlns:a16="http://schemas.microsoft.com/office/drawing/2014/main" id="{DC6BB6F6-BB88-57AE-3328-A78CA7EB3B96}"/>
                </a:ext>
              </a:extLst>
            </p:cNvPr>
            <p:cNvSpPr txBox="1"/>
            <p:nvPr/>
          </p:nvSpPr>
          <p:spPr>
            <a:xfrm rot="16200000">
              <a:off x="208804" y="4152878"/>
              <a:ext cx="986400" cy="158729"/>
            </a:xfrm>
            <a:prstGeom prst="rect">
              <a:avLst/>
            </a:prstGeom>
            <a:solidFill>
              <a:srgbClr val="FFFFFF"/>
            </a:solidFill>
            <a:ln w="12700">
              <a:noFill/>
            </a:ln>
          </p:spPr>
          <p:txBody>
            <a:bodyPr wrap="square" lIns="0" tIns="0" rIns="0" bIns="0" rtlCol="0" anchor="ctr">
              <a:spAutoFit/>
            </a:bodyPr>
            <a:lstStyle/>
            <a:p>
              <a:pPr marL="0" marR="0" lvl="0" indent="0" algn="ctr" defTabSz="4572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de-DE" sz="1000" b="1" i="0" u="none" strike="noStrike" kern="0" cap="none" spc="0" normalizeH="0" baseline="0" noProof="0" dirty="0">
                  <a:ln>
                    <a:noFill/>
                  </a:ln>
                  <a:solidFill>
                    <a:schemeClr val="bg1">
                      <a:lumMod val="65000"/>
                    </a:schemeClr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Wichtigkeit</a:t>
              </a:r>
              <a:endParaRPr kumimoji="0" lang="de-DE" sz="800" b="1" i="0" u="none" strike="noStrike" kern="0" cap="none" spc="0" normalizeH="0" baseline="0" noProof="0" dirty="0">
                <a:ln>
                  <a:noFill/>
                </a:ln>
                <a:solidFill>
                  <a:schemeClr val="bg1">
                    <a:lumMod val="65000"/>
                  </a:schemeClr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</p:grpSp>
      <p:sp>
        <p:nvSpPr>
          <p:cNvPr id="47" name="Textfeld 74">
            <a:extLst>
              <a:ext uri="{FF2B5EF4-FFF2-40B4-BE49-F238E27FC236}">
                <a16:creationId xmlns:a16="http://schemas.microsoft.com/office/drawing/2014/main" id="{B5F0088A-BBE9-3A70-F0DB-32024BFA3C02}"/>
              </a:ext>
            </a:extLst>
          </p:cNvPr>
          <p:cNvSpPr txBox="1"/>
          <p:nvPr/>
        </p:nvSpPr>
        <p:spPr>
          <a:xfrm>
            <a:off x="5425123" y="6012803"/>
            <a:ext cx="380114" cy="153888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marL="0" marR="0" lvl="0" indent="0" algn="r" defTabSz="4572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+mn-cs"/>
              </a:rPr>
              <a:t>Hoch</a:t>
            </a:r>
          </a:p>
        </p:txBody>
      </p:sp>
      <p:sp>
        <p:nvSpPr>
          <p:cNvPr id="48" name="Textfeld 75">
            <a:extLst>
              <a:ext uri="{FF2B5EF4-FFF2-40B4-BE49-F238E27FC236}">
                <a16:creationId xmlns:a16="http://schemas.microsoft.com/office/drawing/2014/main" id="{F84D392A-C65A-B795-F5D7-49267B209FAB}"/>
              </a:ext>
            </a:extLst>
          </p:cNvPr>
          <p:cNvSpPr txBox="1"/>
          <p:nvPr/>
        </p:nvSpPr>
        <p:spPr>
          <a:xfrm>
            <a:off x="991288" y="6012803"/>
            <a:ext cx="286681" cy="153888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marL="0" marR="0" lvl="0" indent="0" defTabSz="4572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+mn-cs"/>
              </a:rPr>
              <a:t>Tief</a:t>
            </a:r>
          </a:p>
        </p:txBody>
      </p:sp>
      <p:sp>
        <p:nvSpPr>
          <p:cNvPr id="49" name="Footer Placeholder 48">
            <a:extLst>
              <a:ext uri="{FF2B5EF4-FFF2-40B4-BE49-F238E27FC236}">
                <a16:creationId xmlns:a16="http://schemas.microsoft.com/office/drawing/2014/main" id="{CF9842C9-DFD3-CD1F-D981-2390FAC759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6586137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9DDEC4-F84A-BC13-63AC-7317AE070E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5" name="think-cell data - do not delete" hidden="1">
            <a:extLst>
              <a:ext uri="{FF2B5EF4-FFF2-40B4-BE49-F238E27FC236}">
                <a16:creationId xmlns:a16="http://schemas.microsoft.com/office/drawing/2014/main" id="{872CE43B-FF4E-65AE-2293-5E52900AA178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23609077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78" imgH="377" progId="TCLayout.ActiveDocument.1">
                  <p:embed/>
                </p:oleObj>
              </mc:Choice>
              <mc:Fallback>
                <p:oleObj name="think-cell Slide" r:id="rId4" imgW="378" imgH="377" progId="TCLayout.ActiveDocument.1">
                  <p:embed/>
                  <p:pic>
                    <p:nvPicPr>
                      <p:cNvPr id="1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872CE43B-FF4E-65AE-2293-5E52900AA17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9AB50443-5709-8342-AC78-A8EC1FB468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r>
              <a:rPr lang="de-DE" dirty="0"/>
              <a:t>Key Driver Analyse</a:t>
            </a:r>
            <a:endParaRPr lang="de-DE" sz="1600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D4E7BEA-171B-26E0-E500-808FFEA1A64E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r>
              <a:rPr lang="de-DE" dirty="0" err="1"/>
              <a:t>Advanced</a:t>
            </a:r>
            <a:r>
              <a:rPr lang="de-DE" dirty="0"/>
              <a:t> Analytics: Key Driver Analysis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2F0324-26E4-D94A-4BA0-897088F5FC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AA811B-2EBD-4900-905E-5BE206449611}" type="slidenum">
              <a:rPr lang="de-DE" smtClean="0"/>
              <a:pPr/>
              <a:t>2</a:t>
            </a:fld>
            <a:endParaRPr lang="de-DE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938FE84-EC46-36BF-FCCD-303CB25CC405}"/>
              </a:ext>
            </a:extLst>
          </p:cNvPr>
          <p:cNvSpPr txBox="1"/>
          <p:nvPr/>
        </p:nvSpPr>
        <p:spPr>
          <a:xfrm>
            <a:off x="553695" y="1403906"/>
            <a:ext cx="11096968" cy="369332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r>
              <a:rPr lang="de-DE" dirty="0">
                <a:solidFill>
                  <a:schemeClr val="accent1"/>
                </a:solidFill>
              </a:rPr>
              <a:t>Handlungsportfolio Erklärung</a:t>
            </a:r>
          </a:p>
        </p:txBody>
      </p:sp>
      <p:graphicFrame>
        <p:nvGraphicFramePr>
          <p:cNvPr id="20" name="Tabelle 6">
            <a:extLst>
              <a:ext uri="{FF2B5EF4-FFF2-40B4-BE49-F238E27FC236}">
                <a16:creationId xmlns:a16="http://schemas.microsoft.com/office/drawing/2014/main" id="{BB3AE844-5198-5C7B-B8B8-04EEA5A33E4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26052654"/>
              </p:ext>
            </p:extLst>
          </p:nvPr>
        </p:nvGraphicFramePr>
        <p:xfrm>
          <a:off x="1094938" y="1979612"/>
          <a:ext cx="2652000" cy="1901277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65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57800">
                <a:tc>
                  <a:txBody>
                    <a:bodyPr/>
                    <a:lstStyle/>
                    <a:p>
                      <a:pPr rtl="0"/>
                      <a:r>
                        <a:rPr lang="de-DE" sz="1200" b="1" dirty="0">
                          <a:solidFill>
                            <a:schemeClr val="bg1"/>
                          </a:solidFill>
                        </a:rPr>
                        <a:t>Beobachten</a:t>
                      </a:r>
                    </a:p>
                  </a:txBody>
                  <a:tcPr marL="78000" marR="0" marT="0" marB="0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43477">
                <a:tc>
                  <a:txBody>
                    <a:bodyPr/>
                    <a:lstStyle/>
                    <a:p>
                      <a:pPr algn="l" rtl="0" eaLnBrk="1" hangingPunct="1">
                        <a:lnSpc>
                          <a:spcPct val="100000"/>
                        </a:lnSpc>
                      </a:pPr>
                      <a:r>
                        <a:rPr lang="de-DE" sz="1000" dirty="0"/>
                        <a:t>Dimensionen mit unterdurchschnittlichem Einfluss, deren Zufriedenheit den Zielwert erreicht. </a:t>
                      </a:r>
                    </a:p>
                    <a:p>
                      <a:pPr algn="l" rtl="0" eaLnBrk="1" hangingPunct="1">
                        <a:lnSpc>
                          <a:spcPct val="100000"/>
                        </a:lnSpc>
                      </a:pPr>
                      <a:endParaRPr lang="de-DE" sz="1000" dirty="0"/>
                    </a:p>
                    <a:p>
                      <a:pPr algn="l" rtl="0" eaLnBrk="1" hangingPunct="1">
                        <a:lnSpc>
                          <a:spcPct val="100000"/>
                        </a:lnSpc>
                      </a:pPr>
                      <a:r>
                        <a:rPr lang="de-DE" sz="1000" b="1" dirty="0"/>
                        <a:t>► Massnahme: halten der sehr guten Werte, aber Mehrkosten vermeiden.</a:t>
                      </a:r>
                    </a:p>
                  </a:txBody>
                  <a:tcPr marL="78000" marR="0" marT="216000" marB="0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1" name="Tabelle 7">
            <a:extLst>
              <a:ext uri="{FF2B5EF4-FFF2-40B4-BE49-F238E27FC236}">
                <a16:creationId xmlns:a16="http://schemas.microsoft.com/office/drawing/2014/main" id="{927BB620-8C65-D231-CCC4-FF4633D49A8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9974880"/>
              </p:ext>
            </p:extLst>
          </p:nvPr>
        </p:nvGraphicFramePr>
        <p:xfrm>
          <a:off x="3995643" y="1979613"/>
          <a:ext cx="2652000" cy="1901276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65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57800">
                <a:tc>
                  <a:txBody>
                    <a:bodyPr/>
                    <a:lstStyle/>
                    <a:p>
                      <a:pPr rtl="0"/>
                      <a:r>
                        <a:rPr lang="de-DE" sz="1200" b="1" dirty="0">
                          <a:solidFill>
                            <a:schemeClr val="bg1"/>
                          </a:solidFill>
                        </a:rPr>
                        <a:t>Beibehalten</a:t>
                      </a:r>
                    </a:p>
                  </a:txBody>
                  <a:tcPr marL="78000" marR="0" marT="0" marB="0" anchor="ctr">
                    <a:lnL>
                      <a:noFill/>
                    </a:lnL>
                    <a:lnR>
                      <a:noFill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43476">
                <a:tc>
                  <a:txBody>
                    <a:bodyPr/>
                    <a:lstStyle/>
                    <a:p>
                      <a:pPr algn="l" rtl="0" eaLnBrk="1" hangingPunct="1">
                        <a:lnSpc>
                          <a:spcPct val="100000"/>
                        </a:lnSpc>
                      </a:pPr>
                      <a:r>
                        <a:rPr lang="de-DE" sz="1000" dirty="0"/>
                        <a:t>Dimensionen mit überdurchschnittlichem Einfluss, deren Zufriedenheit den Zielwert erreicht. </a:t>
                      </a:r>
                    </a:p>
                    <a:p>
                      <a:pPr algn="l" rtl="0" eaLnBrk="1" hangingPunct="1">
                        <a:lnSpc>
                          <a:spcPct val="100000"/>
                        </a:lnSpc>
                      </a:pPr>
                      <a:endParaRPr lang="de-DE" sz="1000" dirty="0"/>
                    </a:p>
                    <a:p>
                      <a:pPr algn="l" rtl="0" eaLnBrk="1" hangingPunct="1">
                        <a:lnSpc>
                          <a:spcPct val="100000"/>
                        </a:lnSpc>
                      </a:pPr>
                      <a:r>
                        <a:rPr lang="de-DE" sz="1000" b="1" dirty="0"/>
                        <a:t>► Massnahme: halten der sehr guten Werte. Nachhaltigkeit sichern.</a:t>
                      </a:r>
                      <a:endParaRPr lang="de-DE" sz="1000" b="1" dirty="0">
                        <a:solidFill>
                          <a:schemeClr val="bg1">
                            <a:lumMod val="50000"/>
                          </a:schemeClr>
                        </a:solidFill>
                      </a:endParaRPr>
                    </a:p>
                  </a:txBody>
                  <a:tcPr marL="78000" marR="0" marT="216000" marB="0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2" name="Tabelle 8">
            <a:extLst>
              <a:ext uri="{FF2B5EF4-FFF2-40B4-BE49-F238E27FC236}">
                <a16:creationId xmlns:a16="http://schemas.microsoft.com/office/drawing/2014/main" id="{995276E9-1DCB-374A-F437-367B543C89F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2851565"/>
              </p:ext>
            </p:extLst>
          </p:nvPr>
        </p:nvGraphicFramePr>
        <p:xfrm>
          <a:off x="1094938" y="4116231"/>
          <a:ext cx="2652000" cy="1901276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65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57800">
                <a:tc>
                  <a:txBody>
                    <a:bodyPr/>
                    <a:lstStyle/>
                    <a:p>
                      <a:pPr rtl="0"/>
                      <a:r>
                        <a:rPr lang="de-DE" sz="1200" b="1" dirty="0">
                          <a:solidFill>
                            <a:schemeClr val="bg1"/>
                          </a:solidFill>
                        </a:rPr>
                        <a:t>Geringe</a:t>
                      </a:r>
                      <a:r>
                        <a:rPr lang="de-DE" sz="1200" b="1" baseline="0" dirty="0">
                          <a:solidFill>
                            <a:schemeClr val="bg1"/>
                          </a:solidFill>
                        </a:rPr>
                        <a:t> Priorität</a:t>
                      </a:r>
                      <a:endParaRPr lang="de-DE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78000" marR="0" marT="0" marB="0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43476">
                <a:tc>
                  <a:txBody>
                    <a:bodyPr/>
                    <a:lstStyle/>
                    <a:p>
                      <a:pPr algn="l" rtl="0" eaLnBrk="1" hangingPunct="1">
                        <a:lnSpc>
                          <a:spcPct val="100000"/>
                        </a:lnSpc>
                      </a:pPr>
                      <a:r>
                        <a:rPr lang="de-DE" sz="1000" dirty="0"/>
                        <a:t>Dimensionen mit unterdurchschnittlichem Einfluss, deren Zufriedenheit den Zielwert nicht erreicht.</a:t>
                      </a:r>
                    </a:p>
                    <a:p>
                      <a:pPr algn="l" rtl="0" eaLnBrk="1" hangingPunct="1">
                        <a:lnSpc>
                          <a:spcPct val="100000"/>
                        </a:lnSpc>
                      </a:pPr>
                      <a:endParaRPr lang="de-DE" sz="1000" dirty="0"/>
                    </a:p>
                    <a:p>
                      <a:pPr algn="l" rtl="0" eaLnBrk="1" hangingPunct="1">
                        <a:lnSpc>
                          <a:spcPct val="100000"/>
                        </a:lnSpc>
                      </a:pPr>
                      <a:r>
                        <a:rPr lang="de-DE" sz="1000" b="1" dirty="0"/>
                        <a:t> ► Massnahme: Werte halten, keine Investitionen.</a:t>
                      </a:r>
                    </a:p>
                    <a:p>
                      <a:pPr rtl="0"/>
                      <a:endParaRPr lang="de-DE" sz="1200" b="1" dirty="0">
                        <a:solidFill>
                          <a:schemeClr val="bg1">
                            <a:lumMod val="50000"/>
                          </a:schemeClr>
                        </a:solidFill>
                      </a:endParaRPr>
                    </a:p>
                  </a:txBody>
                  <a:tcPr marL="78000" marR="0" marT="216000" marB="0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3" name="Tabelle 9">
            <a:extLst>
              <a:ext uri="{FF2B5EF4-FFF2-40B4-BE49-F238E27FC236}">
                <a16:creationId xmlns:a16="http://schemas.microsoft.com/office/drawing/2014/main" id="{65EBDB6A-29EC-8D05-0F66-A2E61DDE0D5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95274640"/>
              </p:ext>
            </p:extLst>
          </p:nvPr>
        </p:nvGraphicFramePr>
        <p:xfrm>
          <a:off x="3995643" y="4098124"/>
          <a:ext cx="2652000" cy="1901276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65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57800">
                <a:tc>
                  <a:txBody>
                    <a:bodyPr/>
                    <a:lstStyle/>
                    <a:p>
                      <a:pPr rtl="0"/>
                      <a:r>
                        <a:rPr lang="de-DE" sz="1200" b="1" dirty="0">
                          <a:solidFill>
                            <a:schemeClr val="bg1"/>
                          </a:solidFill>
                        </a:rPr>
                        <a:t>Investieren</a:t>
                      </a:r>
                    </a:p>
                  </a:txBody>
                  <a:tcPr marL="78000" marR="0" marT="0" marB="0" anchor="ctr">
                    <a:lnL>
                      <a:noFill/>
                    </a:lnL>
                    <a:lnR>
                      <a:noFill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43476">
                <a:tc>
                  <a:txBody>
                    <a:bodyPr/>
                    <a:lstStyle/>
                    <a:p>
                      <a:pPr algn="l" rtl="0" eaLnBrk="1" hangingPunct="1">
                        <a:lnSpc>
                          <a:spcPct val="100000"/>
                        </a:lnSpc>
                      </a:pPr>
                      <a:r>
                        <a:rPr lang="de-DE" sz="1000" dirty="0"/>
                        <a:t>Dimensionen mit überdurchschnittlichem Einfluss, deren Zufriedenheit unter dem Zielwert liegt.</a:t>
                      </a:r>
                    </a:p>
                    <a:p>
                      <a:pPr algn="l" rtl="0" eaLnBrk="1" hangingPunct="1">
                        <a:lnSpc>
                          <a:spcPct val="100000"/>
                        </a:lnSpc>
                      </a:pPr>
                      <a:endParaRPr lang="de-DE" sz="1000" dirty="0"/>
                    </a:p>
                    <a:p>
                      <a:pPr algn="l" rtl="0" eaLnBrk="1" hangingPunct="1">
                        <a:lnSpc>
                          <a:spcPct val="100000"/>
                        </a:lnSpc>
                      </a:pPr>
                      <a:r>
                        <a:rPr lang="de-DE" sz="1000" b="1" dirty="0"/>
                        <a:t>►Massnahme: Mit erster Priorität verbessern.</a:t>
                      </a:r>
                    </a:p>
                  </a:txBody>
                  <a:tcPr marL="78000" marR="0" marT="216000" marB="0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cxnSp>
        <p:nvCxnSpPr>
          <p:cNvPr id="24" name="Gerade Verbindung mit Pfeil 12">
            <a:extLst>
              <a:ext uri="{FF2B5EF4-FFF2-40B4-BE49-F238E27FC236}">
                <a16:creationId xmlns:a16="http://schemas.microsoft.com/office/drawing/2014/main" id="{C93DFA9D-5D6A-7F5F-157A-F5236C351F40}"/>
              </a:ext>
            </a:extLst>
          </p:cNvPr>
          <p:cNvCxnSpPr>
            <a:cxnSpLocks/>
          </p:cNvCxnSpPr>
          <p:nvPr/>
        </p:nvCxnSpPr>
        <p:spPr>
          <a:xfrm flipV="1">
            <a:off x="700300" y="2213958"/>
            <a:ext cx="0" cy="3569203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stealth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feld 13">
            <a:extLst>
              <a:ext uri="{FF2B5EF4-FFF2-40B4-BE49-F238E27FC236}">
                <a16:creationId xmlns:a16="http://schemas.microsoft.com/office/drawing/2014/main" id="{F7F457CE-2B6B-5ACD-1B96-3B991A16C36B}"/>
              </a:ext>
            </a:extLst>
          </p:cNvPr>
          <p:cNvSpPr txBox="1"/>
          <p:nvPr/>
        </p:nvSpPr>
        <p:spPr>
          <a:xfrm>
            <a:off x="540000" y="1979613"/>
            <a:ext cx="320601" cy="153888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marL="0" marR="0" lvl="0" indent="0" algn="ctr" defTabSz="4572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+mn-cs"/>
              </a:rPr>
              <a:t>Hoch</a:t>
            </a:r>
          </a:p>
        </p:txBody>
      </p:sp>
      <p:sp>
        <p:nvSpPr>
          <p:cNvPr id="26" name="Textfeld 14">
            <a:extLst>
              <a:ext uri="{FF2B5EF4-FFF2-40B4-BE49-F238E27FC236}">
                <a16:creationId xmlns:a16="http://schemas.microsoft.com/office/drawing/2014/main" id="{2FD536B8-F989-09CF-85D6-B07657E22C71}"/>
              </a:ext>
            </a:extLst>
          </p:cNvPr>
          <p:cNvSpPr txBox="1"/>
          <p:nvPr/>
        </p:nvSpPr>
        <p:spPr>
          <a:xfrm>
            <a:off x="586487" y="5863619"/>
            <a:ext cx="227626" cy="153888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marL="0" marR="0" lvl="0" indent="0" algn="ctr" defTabSz="4572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+mn-cs"/>
              </a:rPr>
              <a:t>Tief</a:t>
            </a:r>
          </a:p>
        </p:txBody>
      </p:sp>
      <p:cxnSp>
        <p:nvCxnSpPr>
          <p:cNvPr id="27" name="Gerade Verbindung mit Pfeil 17">
            <a:extLst>
              <a:ext uri="{FF2B5EF4-FFF2-40B4-BE49-F238E27FC236}">
                <a16:creationId xmlns:a16="http://schemas.microsoft.com/office/drawing/2014/main" id="{6C9FD547-BCFD-6930-4F6D-BF27710FC4D1}"/>
              </a:ext>
            </a:extLst>
          </p:cNvPr>
          <p:cNvCxnSpPr>
            <a:cxnSpLocks/>
          </p:cNvCxnSpPr>
          <p:nvPr/>
        </p:nvCxnSpPr>
        <p:spPr>
          <a:xfrm>
            <a:off x="1474055" y="6247646"/>
            <a:ext cx="4701495" cy="0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stealth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feld 18">
            <a:extLst>
              <a:ext uri="{FF2B5EF4-FFF2-40B4-BE49-F238E27FC236}">
                <a16:creationId xmlns:a16="http://schemas.microsoft.com/office/drawing/2014/main" id="{582EBCB0-C8CF-CA17-9928-38669AD26459}"/>
              </a:ext>
            </a:extLst>
          </p:cNvPr>
          <p:cNvSpPr txBox="1"/>
          <p:nvPr/>
        </p:nvSpPr>
        <p:spPr>
          <a:xfrm>
            <a:off x="6327042" y="6170712"/>
            <a:ext cx="320601" cy="153888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marL="0" marR="0" lvl="0" indent="0" algn="r" defTabSz="4572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+mn-cs"/>
              </a:rPr>
              <a:t>Hoch</a:t>
            </a:r>
          </a:p>
        </p:txBody>
      </p:sp>
      <p:sp>
        <p:nvSpPr>
          <p:cNvPr id="29" name="Textfeld 19">
            <a:extLst>
              <a:ext uri="{FF2B5EF4-FFF2-40B4-BE49-F238E27FC236}">
                <a16:creationId xmlns:a16="http://schemas.microsoft.com/office/drawing/2014/main" id="{FC4D033B-9AE3-FF6C-A296-30942887DD07}"/>
              </a:ext>
            </a:extLst>
          </p:cNvPr>
          <p:cNvSpPr txBox="1"/>
          <p:nvPr/>
        </p:nvSpPr>
        <p:spPr>
          <a:xfrm>
            <a:off x="1094938" y="6170697"/>
            <a:ext cx="227626" cy="153888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marL="0" marR="0" lvl="0" indent="0" algn="l" defTabSz="4572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+mn-cs"/>
              </a:rPr>
              <a:t>Tief</a:t>
            </a:r>
          </a:p>
        </p:txBody>
      </p:sp>
      <p:sp>
        <p:nvSpPr>
          <p:cNvPr id="30" name="Footer Placeholder 29">
            <a:extLst>
              <a:ext uri="{FF2B5EF4-FFF2-40B4-BE49-F238E27FC236}">
                <a16:creationId xmlns:a16="http://schemas.microsoft.com/office/drawing/2014/main" id="{B2C4E2AC-F869-15E0-93BE-B2E6143172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1022688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3DAC80-DCFD-F99F-0C18-34AC378ECB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6" name="think-cell data - do not delete" hidden="1">
            <a:extLst>
              <a:ext uri="{FF2B5EF4-FFF2-40B4-BE49-F238E27FC236}">
                <a16:creationId xmlns:a16="http://schemas.microsoft.com/office/drawing/2014/main" id="{EE557C86-28D7-2D50-742D-1850BF811F8C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78" imgH="377" progId="TCLayout.ActiveDocument.1">
                  <p:embed/>
                </p:oleObj>
              </mc:Choice>
              <mc:Fallback>
                <p:oleObj name="think-cell Slide" r:id="rId4" imgW="378" imgH="377" progId="TCLayout.ActiveDocument.1">
                  <p:embed/>
                  <p:pic>
                    <p:nvPicPr>
                      <p:cNvPr id="16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EE557C86-28D7-2D50-742D-1850BF811F8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CD97E843-F510-E168-EC2E-8AD207632A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r>
              <a:rPr lang="en-GB" noProof="0" dirty="0"/>
              <a:t>Key Driver Analysis</a:t>
            </a:r>
            <a:endParaRPr lang="en-GB" sz="1600" noProof="0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9ED1B53-9B52-9B15-A3BC-273314A635C8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r>
              <a:rPr lang="en-GB" noProof="0" dirty="0"/>
              <a:t>Advanced Analytics: Key Driver Analysis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BF6861-9438-EBC4-E5EC-8E9F9FAB40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AA811B-2EBD-4900-905E-5BE206449611}" type="slidenum">
              <a:rPr lang="en-GB" noProof="0" smtClean="0"/>
              <a:pPr/>
              <a:t>3</a:t>
            </a:fld>
            <a:endParaRPr lang="en-GB" noProof="0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08CF415-1C1C-0F17-122D-830FDE853E35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r>
              <a:rPr lang="en-GB" noProof="0" dirty="0"/>
              <a:t>Basis: n=0’000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6754A46-8A92-E96A-1ACD-74D8D9B1F605}"/>
              </a:ext>
            </a:extLst>
          </p:cNvPr>
          <p:cNvSpPr txBox="1"/>
          <p:nvPr/>
        </p:nvSpPr>
        <p:spPr>
          <a:xfrm>
            <a:off x="553695" y="1403906"/>
            <a:ext cx="11096968" cy="369332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r>
              <a:rPr lang="en-GB" noProof="0" dirty="0">
                <a:solidFill>
                  <a:schemeClr val="accent1"/>
                </a:solidFill>
              </a:rPr>
              <a:t>Action Matrix</a:t>
            </a:r>
          </a:p>
        </p:txBody>
      </p:sp>
      <p:graphicFrame>
        <p:nvGraphicFramePr>
          <p:cNvPr id="22" name="Tabelle 64">
            <a:extLst>
              <a:ext uri="{FF2B5EF4-FFF2-40B4-BE49-F238E27FC236}">
                <a16:creationId xmlns:a16="http://schemas.microsoft.com/office/drawing/2014/main" id="{0FF1E6C4-0177-11A6-961D-DA72AC68164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19217510"/>
              </p:ext>
            </p:extLst>
          </p:nvPr>
        </p:nvGraphicFramePr>
        <p:xfrm>
          <a:off x="6186488" y="4378071"/>
          <a:ext cx="5468848" cy="642720"/>
        </p:xfrm>
        <a:graphic>
          <a:graphicData uri="http://schemas.openxmlformats.org/drawingml/2006/table">
            <a:tbl>
              <a:tblPr firstRow="1" bandRow="1"/>
              <a:tblGrid>
                <a:gridCol w="36731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0153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48993">
                <a:tc gridSpan="2">
                  <a:txBody>
                    <a:bodyPr/>
                    <a:lstStyle>
                      <a:lvl1pPr marL="0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326582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653164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979746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306328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1632911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1959492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2286074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2612657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rtl="0"/>
                      <a:r>
                        <a:rPr lang="en-GB" sz="1000" b="1" noProof="0" dirty="0">
                          <a:solidFill>
                            <a:schemeClr val="bg1"/>
                          </a:solidFill>
                        </a:rPr>
                        <a:t>Monitor</a:t>
                      </a:r>
                    </a:p>
                  </a:txBody>
                  <a:tcPr marL="90000" marR="90000" marT="36000" marB="36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878">
                <a:tc>
                  <a:txBody>
                    <a:bodyPr/>
                    <a:lstStyle>
                      <a:lvl1pPr marL="0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326582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653164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979746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306328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1632911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1959492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2286074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2612657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algn="r" rtl="0" fontAlgn="ctr"/>
                      <a:endParaRPr lang="en-GB" sz="900" b="0" i="0" u="none" strike="noStrike" noProof="0" dirty="0">
                        <a:solidFill>
                          <a:schemeClr val="tx1"/>
                        </a:solidFill>
                        <a:effectLst/>
                        <a:latin typeface="Arial"/>
                      </a:endParaRPr>
                    </a:p>
                  </a:txBody>
                  <a:tcPr marL="90000" marR="9000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326582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653164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979746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306328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1632911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1959492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2286074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2612657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algn="l" rtl="0" fontAlgn="ctr"/>
                      <a:endParaRPr lang="en-GB" sz="900" b="0" i="0" u="none" strike="noStrike" noProof="0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90000" marR="9000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878">
                <a:tc>
                  <a:txBody>
                    <a:bodyPr/>
                    <a:lstStyle>
                      <a:lvl1pPr marL="0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326582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653164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979746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306328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1632911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1959492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2286074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2612657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algn="r" rtl="0" fontAlgn="ctr"/>
                      <a:endParaRPr lang="en-GB" sz="900" b="0" i="0" u="none" strike="noStrike" noProof="0" dirty="0">
                        <a:solidFill>
                          <a:schemeClr val="tx1"/>
                        </a:solidFill>
                        <a:effectLst/>
                        <a:latin typeface="Arial"/>
                      </a:endParaRPr>
                    </a:p>
                  </a:txBody>
                  <a:tcPr marL="90000" marR="9000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326582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653164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979746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306328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1632911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1959492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2286074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2612657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algn="l" rtl="0" fontAlgn="ctr"/>
                      <a:endParaRPr lang="en-GB" sz="900" b="0" i="0" u="none" strike="noStrike" noProof="0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90000" marR="9000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23" name="Tabelle 65">
            <a:extLst>
              <a:ext uri="{FF2B5EF4-FFF2-40B4-BE49-F238E27FC236}">
                <a16:creationId xmlns:a16="http://schemas.microsoft.com/office/drawing/2014/main" id="{888105CD-15AE-FB1B-CF82-733F661DD18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87462393"/>
              </p:ext>
            </p:extLst>
          </p:nvPr>
        </p:nvGraphicFramePr>
        <p:xfrm>
          <a:off x="6186488" y="1979613"/>
          <a:ext cx="5466712" cy="1061040"/>
        </p:xfrm>
        <a:graphic>
          <a:graphicData uri="http://schemas.openxmlformats.org/drawingml/2006/table">
            <a:tbl>
              <a:tblPr firstRow="1" bandRow="1"/>
              <a:tblGrid>
                <a:gridCol w="36517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015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 gridSpan="2">
                  <a:txBody>
                    <a:bodyPr/>
                    <a:lstStyle>
                      <a:lvl1pPr marL="0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326582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653164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979746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306328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1632911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1959492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2286074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2612657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rtl="0"/>
                      <a:r>
                        <a:rPr lang="en-GB" sz="1000" b="1" noProof="0" dirty="0">
                          <a:solidFill>
                            <a:schemeClr val="bg1"/>
                          </a:solidFill>
                        </a:rPr>
                        <a:t>Invest</a:t>
                      </a:r>
                    </a:p>
                  </a:txBody>
                  <a:tcPr marL="90000" marR="90000" marT="36000" marB="36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>
                      <a:lvl1pPr marL="0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326582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653164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979746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306328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1632911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1959492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2286074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2612657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algn="r" rtl="0" fontAlgn="ctr"/>
                      <a:endParaRPr lang="en-GB" sz="900" b="0" i="0" u="none" strike="noStrike" noProof="0" dirty="0">
                        <a:solidFill>
                          <a:schemeClr val="tx1"/>
                        </a:solidFill>
                        <a:effectLst/>
                        <a:latin typeface="Arial"/>
                      </a:endParaRPr>
                    </a:p>
                  </a:txBody>
                  <a:tcPr marL="90000" marR="9000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326582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653164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979746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306328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1632911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1959492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2286074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2612657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algn="l" rtl="0" fontAlgn="ctr"/>
                      <a:endParaRPr lang="en-GB" sz="900" b="0" i="0" u="none" strike="noStrike" noProof="0" dirty="0">
                        <a:solidFill>
                          <a:schemeClr val="tx1"/>
                        </a:solidFill>
                        <a:effectLst/>
                        <a:latin typeface="Arial"/>
                      </a:endParaRPr>
                    </a:p>
                  </a:txBody>
                  <a:tcPr marL="90000" marR="9000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>
                      <a:lvl1pPr marL="0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326582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653164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979746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306328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1632911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1959492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2286074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2612657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algn="r" rtl="0" fontAlgn="ctr"/>
                      <a:endParaRPr lang="en-GB" sz="900" b="0" i="0" u="none" strike="noStrike" noProof="0" dirty="0">
                        <a:solidFill>
                          <a:schemeClr val="tx1"/>
                        </a:solidFill>
                        <a:effectLst/>
                        <a:latin typeface="Arial"/>
                      </a:endParaRPr>
                    </a:p>
                  </a:txBody>
                  <a:tcPr marL="90000" marR="9000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326582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653164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979746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306328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1632911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1959492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2286074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2612657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algn="l" rtl="0" fontAlgn="ctr"/>
                      <a:endParaRPr lang="en-GB" sz="9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Arial"/>
                        <a:ea typeface="+mn-ea"/>
                        <a:cs typeface="+mn-cs"/>
                      </a:endParaRPr>
                    </a:p>
                  </a:txBody>
                  <a:tcPr marL="90000" marR="9000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>
                      <a:lvl1pPr marL="0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326582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653164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979746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306328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1632911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1959492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2286074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2612657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algn="r" rtl="0" fontAlgn="ctr"/>
                      <a:endParaRPr lang="en-GB" sz="900" b="0" i="0" u="none" strike="noStrike" noProof="0" dirty="0">
                        <a:solidFill>
                          <a:schemeClr val="tx1"/>
                        </a:solidFill>
                        <a:effectLst/>
                        <a:latin typeface="Arial"/>
                      </a:endParaRPr>
                    </a:p>
                  </a:txBody>
                  <a:tcPr marL="90000" marR="9000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326582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653164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979746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306328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1632911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1959492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2286074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2612657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algn="l" rtl="0" fontAlgn="ctr"/>
                      <a:endParaRPr lang="en-GB" sz="900" b="0" i="0" u="none" strike="noStrike" noProof="0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90000" marR="9000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>
                      <a:lvl1pPr marL="0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326582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653164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979746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306328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1632911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1959492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2286074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2612657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algn="r" rtl="0" fontAlgn="ctr"/>
                      <a:endParaRPr lang="en-GB" sz="900" b="0" i="0" u="none" strike="noStrike" noProof="0" dirty="0">
                        <a:solidFill>
                          <a:schemeClr val="tx1"/>
                        </a:solidFill>
                        <a:effectLst/>
                        <a:latin typeface="Arial"/>
                      </a:endParaRPr>
                    </a:p>
                  </a:txBody>
                  <a:tcPr marL="90000" marR="9000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326582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653164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979746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306328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1632911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1959492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2286074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2612657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algn="l" rtl="0" fontAlgn="ctr"/>
                      <a:endParaRPr lang="en-GB" sz="900" b="0" i="0" u="none" strike="noStrike" noProof="0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90000" marR="9000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24" name="Tabelle 66">
            <a:extLst>
              <a:ext uri="{FF2B5EF4-FFF2-40B4-BE49-F238E27FC236}">
                <a16:creationId xmlns:a16="http://schemas.microsoft.com/office/drawing/2014/main" id="{DC060E08-9D88-0EC6-302C-E498B1A0CF7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59053716"/>
              </p:ext>
            </p:extLst>
          </p:nvPr>
        </p:nvGraphicFramePr>
        <p:xfrm>
          <a:off x="6186488" y="5472720"/>
          <a:ext cx="5468848" cy="433560"/>
        </p:xfrm>
        <a:graphic>
          <a:graphicData uri="http://schemas.openxmlformats.org/drawingml/2006/table">
            <a:tbl>
              <a:tblPr firstRow="1" bandRow="1"/>
              <a:tblGrid>
                <a:gridCol w="36731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0153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 gridSpan="2">
                  <a:txBody>
                    <a:bodyPr/>
                    <a:lstStyle>
                      <a:lvl1pPr marL="0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326582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653164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979746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306328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1632911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1959492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2286074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2612657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rtl="0"/>
                      <a:r>
                        <a:rPr lang="en-GB" sz="1000" b="1" noProof="0" dirty="0">
                          <a:solidFill>
                            <a:schemeClr val="bg1"/>
                          </a:solidFill>
                        </a:rPr>
                        <a:t>Low Priority</a:t>
                      </a:r>
                    </a:p>
                  </a:txBody>
                  <a:tcPr marL="90000" marR="90000" marT="36000" marB="36000" anchor="ctr">
                    <a:lnL>
                      <a:noFill/>
                    </a:lnL>
                    <a:lnR>
                      <a:noFill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>
                      <a:lvl1pPr marL="0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326582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653164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979746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306328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1632911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1959492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2286074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2612657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algn="r" rtl="0" fontAlgn="ctr"/>
                      <a:endParaRPr lang="en-GB" sz="900" b="0" i="0" u="none" strike="noStrike" noProof="0" dirty="0">
                        <a:solidFill>
                          <a:schemeClr val="tx1"/>
                        </a:solidFill>
                        <a:effectLst/>
                        <a:latin typeface="Arial"/>
                      </a:endParaRPr>
                    </a:p>
                  </a:txBody>
                  <a:tcPr marL="90000" marR="9000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326582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653164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979746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306328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1632911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1959492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2286074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2612657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algn="l" rtl="0" fontAlgn="ctr"/>
                      <a:endParaRPr lang="en-GB" sz="900" b="0" i="0" u="none" strike="noStrike" noProof="0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90000" marR="9000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5" name="Tabelle 67">
            <a:extLst>
              <a:ext uri="{FF2B5EF4-FFF2-40B4-BE49-F238E27FC236}">
                <a16:creationId xmlns:a16="http://schemas.microsoft.com/office/drawing/2014/main" id="{9FFF1B21-60D0-7C8F-697E-17DF1A23D0E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88812758"/>
              </p:ext>
            </p:extLst>
          </p:nvPr>
        </p:nvGraphicFramePr>
        <p:xfrm>
          <a:off x="6186488" y="3492582"/>
          <a:ext cx="5468848" cy="433560"/>
        </p:xfrm>
        <a:graphic>
          <a:graphicData uri="http://schemas.openxmlformats.org/drawingml/2006/table">
            <a:tbl>
              <a:tblPr firstRow="1" bandRow="1"/>
              <a:tblGrid>
                <a:gridCol w="36731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0153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 gridSpan="2">
                  <a:txBody>
                    <a:bodyPr/>
                    <a:lstStyle>
                      <a:lvl1pPr marL="0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326582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653164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979746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306328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1632911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1959492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2286074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2612657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rtl="0"/>
                      <a:r>
                        <a:rPr lang="en-GB" sz="1000" b="1" noProof="0" dirty="0">
                          <a:solidFill>
                            <a:schemeClr val="bg1"/>
                          </a:solidFill>
                        </a:rPr>
                        <a:t>Maintain</a:t>
                      </a:r>
                    </a:p>
                  </a:txBody>
                  <a:tcPr marL="90000" marR="90000" marT="36000" marB="36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>
                      <a:lvl1pPr marL="0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326582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653164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979746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306328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1632911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1959492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2286074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2612657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algn="r" rtl="0" fontAlgn="ctr"/>
                      <a:endParaRPr lang="en-GB" sz="900" b="0" i="0" u="none" strike="noStrike" noProof="0" dirty="0">
                        <a:solidFill>
                          <a:schemeClr val="tx1"/>
                        </a:solidFill>
                        <a:effectLst/>
                        <a:latin typeface="Arial"/>
                      </a:endParaRPr>
                    </a:p>
                  </a:txBody>
                  <a:tcPr marL="90000" marR="9000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326582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653164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979746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306328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1632911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1959492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2286074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2612657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algn="l" rtl="0" fontAlgn="ctr"/>
                      <a:endParaRPr lang="en-GB" sz="900" b="0" i="0" u="none" strike="noStrike" noProof="0" dirty="0">
                        <a:solidFill>
                          <a:schemeClr val="tx1"/>
                        </a:solidFill>
                        <a:effectLst/>
                        <a:latin typeface="Arial"/>
                      </a:endParaRPr>
                    </a:p>
                  </a:txBody>
                  <a:tcPr marL="90000" marR="9000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7" name="Diagramm 83">
            <a:extLst>
              <a:ext uri="{FF2B5EF4-FFF2-40B4-BE49-F238E27FC236}">
                <a16:creationId xmlns:a16="http://schemas.microsoft.com/office/drawing/2014/main" id="{2C61136E-7EB5-DFC2-F853-3B9576DF92A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606637695"/>
              </p:ext>
            </p:extLst>
          </p:nvPr>
        </p:nvGraphicFramePr>
        <p:xfrm>
          <a:off x="857509" y="2047115"/>
          <a:ext cx="5037302" cy="404771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sp>
        <p:nvSpPr>
          <p:cNvPr id="28" name="Textfeld 68">
            <a:extLst>
              <a:ext uri="{FF2B5EF4-FFF2-40B4-BE49-F238E27FC236}">
                <a16:creationId xmlns:a16="http://schemas.microsoft.com/office/drawing/2014/main" id="{A2F27220-DE42-52F9-6FAA-EADFCD00680C}"/>
              </a:ext>
            </a:extLst>
          </p:cNvPr>
          <p:cNvSpPr txBox="1"/>
          <p:nvPr/>
        </p:nvSpPr>
        <p:spPr>
          <a:xfrm>
            <a:off x="1031961" y="2068665"/>
            <a:ext cx="95010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000" b="1" i="0" u="none" strike="noStrike" kern="0" cap="none" spc="0" normalizeH="0" baseline="0" noProof="0" dirty="0">
                <a:ln>
                  <a:noFill/>
                </a:ln>
                <a:solidFill>
                  <a:schemeClr val="accent4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Monitor</a:t>
            </a:r>
          </a:p>
        </p:txBody>
      </p:sp>
      <p:sp>
        <p:nvSpPr>
          <p:cNvPr id="33" name="Textfeld 69">
            <a:extLst>
              <a:ext uri="{FF2B5EF4-FFF2-40B4-BE49-F238E27FC236}">
                <a16:creationId xmlns:a16="http://schemas.microsoft.com/office/drawing/2014/main" id="{D8A0AADB-400A-CDF8-6B80-B8147A2F12A0}"/>
              </a:ext>
            </a:extLst>
          </p:cNvPr>
          <p:cNvSpPr txBox="1"/>
          <p:nvPr/>
        </p:nvSpPr>
        <p:spPr>
          <a:xfrm>
            <a:off x="4808961" y="2068665"/>
            <a:ext cx="95010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000" b="1" i="0" u="none" strike="noStrike" kern="0" cap="none" spc="0" normalizeH="0" baseline="0" noProof="0" dirty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Maintain</a:t>
            </a:r>
          </a:p>
        </p:txBody>
      </p:sp>
      <p:sp>
        <p:nvSpPr>
          <p:cNvPr id="34" name="Textfeld 70">
            <a:extLst>
              <a:ext uri="{FF2B5EF4-FFF2-40B4-BE49-F238E27FC236}">
                <a16:creationId xmlns:a16="http://schemas.microsoft.com/office/drawing/2014/main" id="{2A85CCB6-CB73-3577-3B9A-CFA12334648A}"/>
              </a:ext>
            </a:extLst>
          </p:cNvPr>
          <p:cNvSpPr txBox="1"/>
          <p:nvPr/>
        </p:nvSpPr>
        <p:spPr>
          <a:xfrm>
            <a:off x="1031961" y="5741217"/>
            <a:ext cx="1310037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000" b="1" i="0" u="none" strike="noStrike" kern="0" cap="none" spc="0" normalizeH="0" baseline="0" noProof="0" dirty="0">
                <a:ln>
                  <a:noFill/>
                </a:ln>
                <a:solidFill>
                  <a:schemeClr val="accent3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Low Priority</a:t>
            </a:r>
          </a:p>
        </p:txBody>
      </p:sp>
      <p:sp>
        <p:nvSpPr>
          <p:cNvPr id="35" name="Textfeld 71">
            <a:extLst>
              <a:ext uri="{FF2B5EF4-FFF2-40B4-BE49-F238E27FC236}">
                <a16:creationId xmlns:a16="http://schemas.microsoft.com/office/drawing/2014/main" id="{10586046-CE02-307B-9654-506CCFF2067F}"/>
              </a:ext>
            </a:extLst>
          </p:cNvPr>
          <p:cNvSpPr txBox="1"/>
          <p:nvPr/>
        </p:nvSpPr>
        <p:spPr>
          <a:xfrm>
            <a:off x="5390372" y="5741217"/>
            <a:ext cx="36869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000" b="1" i="0" u="none" strike="noStrike" kern="0" cap="none" spc="0" normalizeH="0" baseline="0" noProof="0" dirty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Invest</a:t>
            </a:r>
          </a:p>
        </p:txBody>
      </p:sp>
      <p:sp>
        <p:nvSpPr>
          <p:cNvPr id="36" name="Textfeld 74">
            <a:extLst>
              <a:ext uri="{FF2B5EF4-FFF2-40B4-BE49-F238E27FC236}">
                <a16:creationId xmlns:a16="http://schemas.microsoft.com/office/drawing/2014/main" id="{0ADF5149-B51D-2BC9-B586-A009DB4F4789}"/>
              </a:ext>
            </a:extLst>
          </p:cNvPr>
          <p:cNvSpPr txBox="1"/>
          <p:nvPr/>
        </p:nvSpPr>
        <p:spPr>
          <a:xfrm>
            <a:off x="540000" y="2020606"/>
            <a:ext cx="395302" cy="153888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marL="0" marR="0" lvl="0" indent="0" algn="ctr" defTabSz="4572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0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+mn-cs"/>
              </a:rPr>
              <a:t>High</a:t>
            </a:r>
          </a:p>
        </p:txBody>
      </p:sp>
      <p:sp>
        <p:nvSpPr>
          <p:cNvPr id="37" name="Textfeld 75">
            <a:extLst>
              <a:ext uri="{FF2B5EF4-FFF2-40B4-BE49-F238E27FC236}">
                <a16:creationId xmlns:a16="http://schemas.microsoft.com/office/drawing/2014/main" id="{59B2C01A-D2A4-9383-7EA4-BB17936E98F8}"/>
              </a:ext>
            </a:extLst>
          </p:cNvPr>
          <p:cNvSpPr txBox="1"/>
          <p:nvPr/>
        </p:nvSpPr>
        <p:spPr>
          <a:xfrm>
            <a:off x="540000" y="5748781"/>
            <a:ext cx="314119" cy="153888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marL="0" marR="0" lvl="0" indent="0" algn="ctr" defTabSz="4572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0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+mn-cs"/>
              </a:rPr>
              <a:t>Low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EF5F47E6-A048-B02A-FA02-BCC1845C309F}"/>
              </a:ext>
            </a:extLst>
          </p:cNvPr>
          <p:cNvGrpSpPr/>
          <p:nvPr/>
        </p:nvGrpSpPr>
        <p:grpSpPr>
          <a:xfrm>
            <a:off x="592354" y="2305067"/>
            <a:ext cx="209412" cy="3313140"/>
            <a:chOff x="594001" y="2239625"/>
            <a:chExt cx="216000" cy="3417364"/>
          </a:xfrm>
        </p:grpSpPr>
        <p:cxnSp>
          <p:nvCxnSpPr>
            <p:cNvPr id="39" name="Gerade Verbindung mit Pfeil 73">
              <a:extLst>
                <a:ext uri="{FF2B5EF4-FFF2-40B4-BE49-F238E27FC236}">
                  <a16:creationId xmlns:a16="http://schemas.microsoft.com/office/drawing/2014/main" id="{D8273146-92EB-724B-2ED4-334355DFFB6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02000" y="2239625"/>
              <a:ext cx="0" cy="3417364"/>
            </a:xfrm>
            <a:prstGeom prst="straightConnector1">
              <a:avLst/>
            </a:prstGeom>
            <a:noFill/>
            <a:ln w="12700" cap="flat" cmpd="sng" algn="ctr">
              <a:solidFill>
                <a:schemeClr val="bg1">
                  <a:lumMod val="65000"/>
                </a:schemeClr>
              </a:solidFill>
              <a:prstDash val="solid"/>
              <a:tailEnd type="stealth" w="med" len="med"/>
            </a:ln>
            <a:effectLst/>
          </p:spPr>
        </p:cxnSp>
        <p:sp>
          <p:nvSpPr>
            <p:cNvPr id="40" name="Textfeld 76">
              <a:extLst>
                <a:ext uri="{FF2B5EF4-FFF2-40B4-BE49-F238E27FC236}">
                  <a16:creationId xmlns:a16="http://schemas.microsoft.com/office/drawing/2014/main" id="{CB243D5B-73F5-876E-EFDC-00E41B20694D}"/>
                </a:ext>
              </a:extLst>
            </p:cNvPr>
            <p:cNvSpPr txBox="1"/>
            <p:nvPr/>
          </p:nvSpPr>
          <p:spPr>
            <a:xfrm rot="16200000">
              <a:off x="208801" y="3840307"/>
              <a:ext cx="986400" cy="216000"/>
            </a:xfrm>
            <a:prstGeom prst="rect">
              <a:avLst/>
            </a:prstGeom>
            <a:solidFill>
              <a:srgbClr val="FFFFFF"/>
            </a:solidFill>
            <a:ln w="12700">
              <a:noFill/>
            </a:ln>
          </p:spPr>
          <p:txBody>
            <a:bodyPr wrap="square" lIns="36000" tIns="0" rIns="36000" bIns="0" rtlCol="0" anchor="ctr">
              <a:noAutofit/>
            </a:bodyPr>
            <a:lstStyle/>
            <a:p>
              <a:pPr marL="0" marR="0" lvl="0" indent="0" algn="ctr" defTabSz="4572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 dirty="0">
                  <a:ln>
                    <a:noFill/>
                  </a:ln>
                  <a:solidFill>
                    <a:schemeClr val="bg1">
                      <a:lumMod val="65000"/>
                    </a:schemeClr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Performance</a:t>
              </a:r>
              <a:endParaRPr kumimoji="0" lang="en-GB" sz="800" b="1" i="0" u="none" strike="noStrike" kern="0" cap="none" spc="0" normalizeH="0" baseline="0" noProof="0" dirty="0">
                <a:ln>
                  <a:noFill/>
                </a:ln>
                <a:solidFill>
                  <a:schemeClr val="bg1">
                    <a:lumMod val="65000"/>
                  </a:schemeClr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</p:grpSp>
      <p:sp>
        <p:nvSpPr>
          <p:cNvPr id="41" name="Rechteck 82">
            <a:extLst>
              <a:ext uri="{FF2B5EF4-FFF2-40B4-BE49-F238E27FC236}">
                <a16:creationId xmlns:a16="http://schemas.microsoft.com/office/drawing/2014/main" id="{BC33CC4A-2EFD-7745-CB79-74CAAEB5534F}"/>
              </a:ext>
            </a:extLst>
          </p:cNvPr>
          <p:cNvSpPr/>
          <p:nvPr/>
        </p:nvSpPr>
        <p:spPr>
          <a:xfrm>
            <a:off x="1277970" y="2113269"/>
            <a:ext cx="4609098" cy="3879951"/>
          </a:xfrm>
          <a:prstGeom prst="rect">
            <a:avLst/>
          </a:prstGeom>
          <a:noFill/>
          <a:ln w="25400" cap="flat" cmpd="sng" algn="ctr">
            <a:noFill/>
            <a:prstDash val="solid"/>
          </a:ln>
          <a:effectLst/>
        </p:spPr>
        <p:txBody>
          <a:bodyPr lIns="0" tIns="0" rIns="0" bIns="0" rtlCol="0" anchor="t">
            <a:norm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grpSp>
        <p:nvGrpSpPr>
          <p:cNvPr id="42" name="Group 41">
            <a:extLst>
              <a:ext uri="{FF2B5EF4-FFF2-40B4-BE49-F238E27FC236}">
                <a16:creationId xmlns:a16="http://schemas.microsoft.com/office/drawing/2014/main" id="{7D077564-8B09-FECF-5575-6E6AAAB156AD}"/>
              </a:ext>
            </a:extLst>
          </p:cNvPr>
          <p:cNvGrpSpPr/>
          <p:nvPr/>
        </p:nvGrpSpPr>
        <p:grpSpPr>
          <a:xfrm rot="5400000">
            <a:off x="3274602" y="4042479"/>
            <a:ext cx="153888" cy="4094538"/>
            <a:chOff x="622639" y="2120571"/>
            <a:chExt cx="158729" cy="4223342"/>
          </a:xfrm>
        </p:grpSpPr>
        <p:cxnSp>
          <p:nvCxnSpPr>
            <p:cNvPr id="44" name="Gerade Verbindung mit Pfeil 73">
              <a:extLst>
                <a:ext uri="{FF2B5EF4-FFF2-40B4-BE49-F238E27FC236}">
                  <a16:creationId xmlns:a16="http://schemas.microsoft.com/office/drawing/2014/main" id="{FF6720CD-AB02-3525-2697-462302DEBAF3}"/>
                </a:ext>
              </a:extLst>
            </p:cNvPr>
            <p:cNvCxnSpPr>
              <a:cxnSpLocks/>
            </p:cNvCxnSpPr>
            <p:nvPr/>
          </p:nvCxnSpPr>
          <p:spPr>
            <a:xfrm rot="16200000">
              <a:off x="-1409671" y="4232242"/>
              <a:ext cx="4223342" cy="0"/>
            </a:xfrm>
            <a:prstGeom prst="straightConnector1">
              <a:avLst/>
            </a:prstGeom>
            <a:noFill/>
            <a:ln w="12700" cap="flat" cmpd="sng" algn="ctr">
              <a:solidFill>
                <a:schemeClr val="bg1">
                  <a:lumMod val="65000"/>
                </a:schemeClr>
              </a:solidFill>
              <a:prstDash val="solid"/>
              <a:tailEnd type="stealth" w="med" len="med"/>
            </a:ln>
            <a:effectLst/>
          </p:spPr>
        </p:cxnSp>
        <p:sp>
          <p:nvSpPr>
            <p:cNvPr id="46" name="Textfeld 76">
              <a:extLst>
                <a:ext uri="{FF2B5EF4-FFF2-40B4-BE49-F238E27FC236}">
                  <a16:creationId xmlns:a16="http://schemas.microsoft.com/office/drawing/2014/main" id="{91C30195-4356-AA44-F5A6-B298882948CA}"/>
                </a:ext>
              </a:extLst>
            </p:cNvPr>
            <p:cNvSpPr txBox="1"/>
            <p:nvPr/>
          </p:nvSpPr>
          <p:spPr>
            <a:xfrm rot="16200000">
              <a:off x="208804" y="4152878"/>
              <a:ext cx="986400" cy="158729"/>
            </a:xfrm>
            <a:prstGeom prst="rect">
              <a:avLst/>
            </a:prstGeom>
            <a:solidFill>
              <a:srgbClr val="FFFFFF"/>
            </a:solidFill>
            <a:ln w="12700">
              <a:noFill/>
            </a:ln>
          </p:spPr>
          <p:txBody>
            <a:bodyPr wrap="square" lIns="0" tIns="0" rIns="0" bIns="0" rtlCol="0" anchor="ctr">
              <a:spAutoFit/>
            </a:bodyPr>
            <a:lstStyle/>
            <a:p>
              <a:pPr marL="0" marR="0" lvl="0" indent="0" algn="ctr" defTabSz="4572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 dirty="0">
                  <a:ln>
                    <a:noFill/>
                  </a:ln>
                  <a:solidFill>
                    <a:schemeClr val="bg1">
                      <a:lumMod val="65000"/>
                    </a:schemeClr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Importance</a:t>
              </a:r>
              <a:endParaRPr kumimoji="0" lang="en-GB" sz="800" b="1" i="0" u="none" strike="noStrike" kern="0" cap="none" spc="0" normalizeH="0" baseline="0" noProof="0" dirty="0">
                <a:ln>
                  <a:noFill/>
                </a:ln>
                <a:solidFill>
                  <a:schemeClr val="bg1">
                    <a:lumMod val="65000"/>
                  </a:schemeClr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</p:grpSp>
      <p:sp>
        <p:nvSpPr>
          <p:cNvPr id="47" name="Textfeld 74">
            <a:extLst>
              <a:ext uri="{FF2B5EF4-FFF2-40B4-BE49-F238E27FC236}">
                <a16:creationId xmlns:a16="http://schemas.microsoft.com/office/drawing/2014/main" id="{C9EC4FFA-9B51-5B17-81D3-D5FAD59D325D}"/>
              </a:ext>
            </a:extLst>
          </p:cNvPr>
          <p:cNvSpPr txBox="1"/>
          <p:nvPr/>
        </p:nvSpPr>
        <p:spPr>
          <a:xfrm>
            <a:off x="5425123" y="6012803"/>
            <a:ext cx="380114" cy="153888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marL="0" marR="0" lvl="0" indent="0" algn="r" defTabSz="4572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0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+mn-cs"/>
              </a:rPr>
              <a:t>High</a:t>
            </a:r>
          </a:p>
        </p:txBody>
      </p:sp>
      <p:sp>
        <p:nvSpPr>
          <p:cNvPr id="48" name="Textfeld 75">
            <a:extLst>
              <a:ext uri="{FF2B5EF4-FFF2-40B4-BE49-F238E27FC236}">
                <a16:creationId xmlns:a16="http://schemas.microsoft.com/office/drawing/2014/main" id="{8C07E084-F97A-D854-D3B1-11FD9B05CF40}"/>
              </a:ext>
            </a:extLst>
          </p:cNvPr>
          <p:cNvSpPr txBox="1"/>
          <p:nvPr/>
        </p:nvSpPr>
        <p:spPr>
          <a:xfrm>
            <a:off x="991288" y="6012803"/>
            <a:ext cx="286681" cy="153888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marL="0" marR="0" lvl="0" indent="0" defTabSz="4572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0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+mn-cs"/>
              </a:rPr>
              <a:t>Low</a:t>
            </a:r>
          </a:p>
        </p:txBody>
      </p:sp>
      <p:sp>
        <p:nvSpPr>
          <p:cNvPr id="49" name="Footer Placeholder 48">
            <a:extLst>
              <a:ext uri="{FF2B5EF4-FFF2-40B4-BE49-F238E27FC236}">
                <a16:creationId xmlns:a16="http://schemas.microsoft.com/office/drawing/2014/main" id="{35BAE84F-9BC0-A76B-57D8-2F13CFD6F8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42835982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8" name="think-cell data - do not delete" hidden="1">
            <a:extLst>
              <a:ext uri="{FF2B5EF4-FFF2-40B4-BE49-F238E27FC236}">
                <a16:creationId xmlns:a16="http://schemas.microsoft.com/office/drawing/2014/main" id="{F836C354-048B-BE91-6355-1CE9D82F2C52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95927537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78" imgH="377" progId="TCLayout.ActiveDocument.1">
                  <p:embed/>
                </p:oleObj>
              </mc:Choice>
              <mc:Fallback>
                <p:oleObj name="think-cell Slide" r:id="rId4" imgW="378" imgH="377" progId="TCLayout.ActiveDocument.1">
                  <p:embed/>
                  <p:pic>
                    <p:nvPicPr>
                      <p:cNvPr id="18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F836C354-048B-BE91-6355-1CE9D82F2C5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6DE2B11E-316F-AA74-EE4E-38EC037055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r>
              <a:rPr kumimoji="0" lang="en-GB" sz="3200" b="1" i="0" u="none" strike="noStrike" kern="1200" cap="none" spc="-15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 Black"/>
                <a:ea typeface="+mj-ea"/>
                <a:cs typeface="+mj-cs"/>
              </a:rPr>
              <a:t>Key Driver Analysis</a:t>
            </a:r>
            <a:endParaRPr lang="en-GB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4C48B5-A771-3444-AB70-0FD340258EA6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r>
              <a:rPr lang="en-GB" dirty="0"/>
              <a:t>Advanced Analytics: Key Driver Analysis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ED822EB-F0D0-57D8-D687-C7D6AC6181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AA811B-2EBD-4900-905E-5BE206449611}" type="slidenum">
              <a:rPr lang="en-GB" noProof="0" smtClean="0"/>
              <a:pPr/>
              <a:t>4</a:t>
            </a:fld>
            <a:endParaRPr lang="en-GB" noProof="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93A52E0-EB21-0049-412B-3B18E081E2E3}"/>
              </a:ext>
            </a:extLst>
          </p:cNvPr>
          <p:cNvSpPr txBox="1"/>
          <p:nvPr/>
        </p:nvSpPr>
        <p:spPr>
          <a:xfrm>
            <a:off x="553695" y="1403906"/>
            <a:ext cx="11096968" cy="369332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r>
              <a:rPr lang="en-GB" noProof="0" dirty="0">
                <a:solidFill>
                  <a:schemeClr val="accent1"/>
                </a:solidFill>
              </a:rPr>
              <a:t>Action Matrix Explanation</a:t>
            </a:r>
          </a:p>
        </p:txBody>
      </p:sp>
      <p:graphicFrame>
        <p:nvGraphicFramePr>
          <p:cNvPr id="19" name="Tabelle 6">
            <a:extLst>
              <a:ext uri="{FF2B5EF4-FFF2-40B4-BE49-F238E27FC236}">
                <a16:creationId xmlns:a16="http://schemas.microsoft.com/office/drawing/2014/main" id="{36AEDBBD-E4EF-CE5D-30A4-77EF4E3F50A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84186573"/>
              </p:ext>
            </p:extLst>
          </p:nvPr>
        </p:nvGraphicFramePr>
        <p:xfrm>
          <a:off x="1094938" y="1979612"/>
          <a:ext cx="2652000" cy="1901277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65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57800">
                <a:tc>
                  <a:txBody>
                    <a:bodyPr/>
                    <a:lstStyle/>
                    <a:p>
                      <a:pPr rtl="0"/>
                      <a:r>
                        <a:rPr lang="en-GB" sz="1200" b="1" noProof="0" dirty="0">
                          <a:solidFill>
                            <a:schemeClr val="bg1"/>
                          </a:solidFill>
                        </a:rPr>
                        <a:t>Monitor</a:t>
                      </a:r>
                    </a:p>
                  </a:txBody>
                  <a:tcPr marL="78000" marR="0" marT="0" marB="0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43477">
                <a:tc>
                  <a:txBody>
                    <a:bodyPr/>
                    <a:lstStyle/>
                    <a:p>
                      <a:pPr algn="l" rtl="0" eaLnBrk="1" hangingPunct="1">
                        <a:lnSpc>
                          <a:spcPct val="100000"/>
                        </a:lnSpc>
                      </a:pPr>
                      <a:r>
                        <a:rPr lang="en-GB" sz="1000" noProof="0" dirty="0"/>
                        <a:t>Dimensions with impact below average but satisfaction above </a:t>
                      </a:r>
                      <a:br>
                        <a:rPr lang="en-GB" sz="1000" noProof="0" dirty="0"/>
                      </a:br>
                      <a:r>
                        <a:rPr lang="en-GB" sz="1000" noProof="0" dirty="0"/>
                        <a:t>target value.</a:t>
                      </a:r>
                    </a:p>
                    <a:p>
                      <a:pPr algn="l" rtl="0" eaLnBrk="1" hangingPunct="1">
                        <a:lnSpc>
                          <a:spcPct val="100000"/>
                        </a:lnSpc>
                      </a:pPr>
                      <a:endParaRPr lang="en-GB" sz="1000" noProof="0" dirty="0"/>
                    </a:p>
                    <a:p>
                      <a:pPr algn="l" rtl="0" eaLnBrk="1" hangingPunct="1">
                        <a:lnSpc>
                          <a:spcPct val="100000"/>
                        </a:lnSpc>
                      </a:pPr>
                      <a:r>
                        <a:rPr lang="en-GB" sz="1000" noProof="0" dirty="0"/>
                        <a:t>► </a:t>
                      </a:r>
                      <a:r>
                        <a:rPr lang="en-GB" sz="1000" b="1" noProof="0" dirty="0"/>
                        <a:t>Action: Hold good values but avoid extra costs.</a:t>
                      </a:r>
                    </a:p>
                  </a:txBody>
                  <a:tcPr marL="78000" marR="0" marT="216000" marB="0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1" name="Tabelle 7">
            <a:extLst>
              <a:ext uri="{FF2B5EF4-FFF2-40B4-BE49-F238E27FC236}">
                <a16:creationId xmlns:a16="http://schemas.microsoft.com/office/drawing/2014/main" id="{19753286-EE27-4B57-A733-DDF359FB4C8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77204553"/>
              </p:ext>
            </p:extLst>
          </p:nvPr>
        </p:nvGraphicFramePr>
        <p:xfrm>
          <a:off x="3995643" y="1979613"/>
          <a:ext cx="2652000" cy="1901276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65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57800">
                <a:tc>
                  <a:txBody>
                    <a:bodyPr/>
                    <a:lstStyle/>
                    <a:p>
                      <a:pPr rtl="0"/>
                      <a:r>
                        <a:rPr lang="en-GB" sz="1200" b="1" noProof="0" dirty="0">
                          <a:solidFill>
                            <a:schemeClr val="bg1"/>
                          </a:solidFill>
                        </a:rPr>
                        <a:t>Maintain</a:t>
                      </a:r>
                    </a:p>
                  </a:txBody>
                  <a:tcPr marL="78000" marR="0" marT="0" marB="0" anchor="ctr">
                    <a:lnL>
                      <a:noFill/>
                    </a:lnL>
                    <a:lnR>
                      <a:noFill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43476">
                <a:tc>
                  <a:txBody>
                    <a:bodyPr/>
                    <a:lstStyle/>
                    <a:p>
                      <a:pPr algn="l" rtl="0" eaLnBrk="1" hangingPunct="1">
                        <a:lnSpc>
                          <a:spcPct val="100000"/>
                        </a:lnSpc>
                      </a:pPr>
                      <a:r>
                        <a:rPr lang="en-GB" sz="1000" noProof="0" dirty="0"/>
                        <a:t>Dimensions with impact above average and satisfaction above </a:t>
                      </a:r>
                      <a:br>
                        <a:rPr lang="en-GB" sz="1000" noProof="0" dirty="0"/>
                      </a:br>
                      <a:r>
                        <a:rPr lang="en-GB" sz="1000" noProof="0" dirty="0"/>
                        <a:t>target value. </a:t>
                      </a:r>
                    </a:p>
                    <a:p>
                      <a:pPr algn="l" rtl="0" eaLnBrk="1" hangingPunct="1">
                        <a:lnSpc>
                          <a:spcPct val="100000"/>
                        </a:lnSpc>
                      </a:pPr>
                      <a:endParaRPr lang="en-GB" sz="1000" noProof="0" dirty="0"/>
                    </a:p>
                    <a:p>
                      <a:pPr algn="l" rtl="0" eaLnBrk="1" hangingPunct="1">
                        <a:lnSpc>
                          <a:spcPct val="100000"/>
                        </a:lnSpc>
                      </a:pPr>
                      <a:r>
                        <a:rPr lang="en-GB" sz="1000" noProof="0" dirty="0"/>
                        <a:t>► </a:t>
                      </a:r>
                      <a:r>
                        <a:rPr lang="en-GB" sz="1000" b="1" noProof="0" dirty="0"/>
                        <a:t>Action: Hold good values and ensure sustainability.</a:t>
                      </a:r>
                    </a:p>
                  </a:txBody>
                  <a:tcPr marL="78000" marR="0" marT="216000" marB="0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2" name="Tabelle 8">
            <a:extLst>
              <a:ext uri="{FF2B5EF4-FFF2-40B4-BE49-F238E27FC236}">
                <a16:creationId xmlns:a16="http://schemas.microsoft.com/office/drawing/2014/main" id="{A7A348B5-AA89-7450-0139-0335623C735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94173981"/>
              </p:ext>
            </p:extLst>
          </p:nvPr>
        </p:nvGraphicFramePr>
        <p:xfrm>
          <a:off x="1094938" y="4116231"/>
          <a:ext cx="2652000" cy="1901276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65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57800">
                <a:tc>
                  <a:txBody>
                    <a:bodyPr/>
                    <a:lstStyle/>
                    <a:p>
                      <a:pPr rtl="0"/>
                      <a:r>
                        <a:rPr lang="en-GB" sz="1200" b="1" noProof="0" dirty="0">
                          <a:solidFill>
                            <a:schemeClr val="bg1"/>
                          </a:solidFill>
                        </a:rPr>
                        <a:t>Low Priority</a:t>
                      </a:r>
                    </a:p>
                  </a:txBody>
                  <a:tcPr marL="78000" marR="0" marT="0" marB="0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43476">
                <a:tc>
                  <a:txBody>
                    <a:bodyPr/>
                    <a:lstStyle/>
                    <a:p>
                      <a:pPr algn="l" rtl="0" eaLnBrk="1" hangingPunct="1">
                        <a:lnSpc>
                          <a:spcPct val="100000"/>
                        </a:lnSpc>
                      </a:pPr>
                      <a:r>
                        <a:rPr lang="en-GB" sz="1000" noProof="0" dirty="0"/>
                        <a:t>Dimensions with impact below average and satisfaction below </a:t>
                      </a:r>
                      <a:br>
                        <a:rPr lang="en-GB" sz="1000" noProof="0" dirty="0"/>
                      </a:br>
                      <a:r>
                        <a:rPr lang="en-GB" sz="1000" noProof="0" dirty="0"/>
                        <a:t>target value.</a:t>
                      </a:r>
                    </a:p>
                    <a:p>
                      <a:pPr algn="l" rtl="0" eaLnBrk="1" hangingPunct="1">
                        <a:lnSpc>
                          <a:spcPct val="100000"/>
                        </a:lnSpc>
                      </a:pPr>
                      <a:endParaRPr lang="en-GB" sz="1000" noProof="0" dirty="0"/>
                    </a:p>
                    <a:p>
                      <a:pPr algn="l" rtl="0" eaLnBrk="1" hangingPunct="1">
                        <a:lnSpc>
                          <a:spcPct val="100000"/>
                        </a:lnSpc>
                      </a:pPr>
                      <a:r>
                        <a:rPr lang="en-GB" sz="1000" noProof="0" dirty="0"/>
                        <a:t> ► </a:t>
                      </a:r>
                      <a:r>
                        <a:rPr lang="en-GB" sz="1000" b="1" noProof="0" dirty="0"/>
                        <a:t>Action: hold values, no investment.</a:t>
                      </a:r>
                    </a:p>
                  </a:txBody>
                  <a:tcPr marL="78000" marR="0" marT="216000" marB="0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3" name="Tabelle 9">
            <a:extLst>
              <a:ext uri="{FF2B5EF4-FFF2-40B4-BE49-F238E27FC236}">
                <a16:creationId xmlns:a16="http://schemas.microsoft.com/office/drawing/2014/main" id="{318E9517-534B-0371-42A5-DE0DE3D8AF1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48606212"/>
              </p:ext>
            </p:extLst>
          </p:nvPr>
        </p:nvGraphicFramePr>
        <p:xfrm>
          <a:off x="3995643" y="4098124"/>
          <a:ext cx="2652000" cy="1901276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65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57800">
                <a:tc>
                  <a:txBody>
                    <a:bodyPr/>
                    <a:lstStyle/>
                    <a:p>
                      <a:pPr rtl="0"/>
                      <a:r>
                        <a:rPr lang="en-GB" sz="1200" b="1" noProof="0" dirty="0">
                          <a:solidFill>
                            <a:schemeClr val="bg1"/>
                          </a:solidFill>
                        </a:rPr>
                        <a:t>Invest</a:t>
                      </a:r>
                    </a:p>
                  </a:txBody>
                  <a:tcPr marL="78000" marR="0" marT="0" marB="0" anchor="ctr">
                    <a:lnL>
                      <a:noFill/>
                    </a:lnL>
                    <a:lnR>
                      <a:noFill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43476">
                <a:tc>
                  <a:txBody>
                    <a:bodyPr/>
                    <a:lstStyle/>
                    <a:p>
                      <a:pPr algn="l" rtl="0" eaLnBrk="1" hangingPunct="1">
                        <a:lnSpc>
                          <a:spcPct val="100000"/>
                        </a:lnSpc>
                      </a:pPr>
                      <a:r>
                        <a:rPr lang="en-GB" sz="1000" noProof="0" dirty="0"/>
                        <a:t>Dimensions with impact above average but satisfaction below </a:t>
                      </a:r>
                      <a:br>
                        <a:rPr lang="en-GB" sz="1000" noProof="0" dirty="0"/>
                      </a:br>
                      <a:r>
                        <a:rPr lang="en-GB" sz="1000" noProof="0" dirty="0"/>
                        <a:t>target value.</a:t>
                      </a:r>
                    </a:p>
                    <a:p>
                      <a:pPr algn="l" rtl="0" eaLnBrk="1" hangingPunct="1">
                        <a:lnSpc>
                          <a:spcPct val="100000"/>
                        </a:lnSpc>
                      </a:pPr>
                      <a:endParaRPr lang="en-GB" sz="1000" noProof="0" dirty="0"/>
                    </a:p>
                    <a:p>
                      <a:pPr algn="l" rtl="0" eaLnBrk="1" hangingPunct="1">
                        <a:lnSpc>
                          <a:spcPct val="100000"/>
                        </a:lnSpc>
                      </a:pPr>
                      <a:r>
                        <a:rPr lang="en-GB" sz="1000" noProof="0" dirty="0"/>
                        <a:t>►</a:t>
                      </a:r>
                      <a:r>
                        <a:rPr lang="en-GB" sz="1000" b="1" noProof="0" dirty="0"/>
                        <a:t>Action: Improve with first priority.</a:t>
                      </a:r>
                    </a:p>
                  </a:txBody>
                  <a:tcPr marL="78000" marR="0" marT="216000" marB="0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cxnSp>
        <p:nvCxnSpPr>
          <p:cNvPr id="24" name="Gerade Verbindung mit Pfeil 12">
            <a:extLst>
              <a:ext uri="{FF2B5EF4-FFF2-40B4-BE49-F238E27FC236}">
                <a16:creationId xmlns:a16="http://schemas.microsoft.com/office/drawing/2014/main" id="{1EB874A6-6378-2414-F361-26FCEDD3CD58}"/>
              </a:ext>
            </a:extLst>
          </p:cNvPr>
          <p:cNvCxnSpPr>
            <a:cxnSpLocks/>
          </p:cNvCxnSpPr>
          <p:nvPr/>
        </p:nvCxnSpPr>
        <p:spPr>
          <a:xfrm flipV="1">
            <a:off x="700300" y="2213958"/>
            <a:ext cx="0" cy="3569203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stealth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feld 13">
            <a:extLst>
              <a:ext uri="{FF2B5EF4-FFF2-40B4-BE49-F238E27FC236}">
                <a16:creationId xmlns:a16="http://schemas.microsoft.com/office/drawing/2014/main" id="{4A3AD792-8C9E-099B-CC27-008411373CFB}"/>
              </a:ext>
            </a:extLst>
          </p:cNvPr>
          <p:cNvSpPr txBox="1"/>
          <p:nvPr/>
        </p:nvSpPr>
        <p:spPr>
          <a:xfrm>
            <a:off x="540000" y="1979613"/>
            <a:ext cx="320601" cy="153888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marL="0" marR="0" lvl="0" indent="0" algn="ctr" defTabSz="4572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0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+mn-cs"/>
              </a:rPr>
              <a:t>High</a:t>
            </a:r>
          </a:p>
        </p:txBody>
      </p:sp>
      <p:sp>
        <p:nvSpPr>
          <p:cNvPr id="26" name="Textfeld 14">
            <a:extLst>
              <a:ext uri="{FF2B5EF4-FFF2-40B4-BE49-F238E27FC236}">
                <a16:creationId xmlns:a16="http://schemas.microsoft.com/office/drawing/2014/main" id="{F2E3CA2A-D169-8750-4DCB-6D44B5631996}"/>
              </a:ext>
            </a:extLst>
          </p:cNvPr>
          <p:cNvSpPr txBox="1"/>
          <p:nvPr/>
        </p:nvSpPr>
        <p:spPr>
          <a:xfrm>
            <a:off x="586487" y="5863619"/>
            <a:ext cx="281260" cy="153888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marL="0" marR="0" lvl="0" indent="0" algn="ctr" defTabSz="4572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0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+mn-cs"/>
              </a:rPr>
              <a:t>Low</a:t>
            </a:r>
          </a:p>
        </p:txBody>
      </p:sp>
      <p:cxnSp>
        <p:nvCxnSpPr>
          <p:cNvPr id="27" name="Gerade Verbindung mit Pfeil 17">
            <a:extLst>
              <a:ext uri="{FF2B5EF4-FFF2-40B4-BE49-F238E27FC236}">
                <a16:creationId xmlns:a16="http://schemas.microsoft.com/office/drawing/2014/main" id="{105F9E52-6A22-4ADE-17B0-C3DA9E2FEF38}"/>
              </a:ext>
            </a:extLst>
          </p:cNvPr>
          <p:cNvCxnSpPr>
            <a:cxnSpLocks/>
          </p:cNvCxnSpPr>
          <p:nvPr/>
        </p:nvCxnSpPr>
        <p:spPr>
          <a:xfrm>
            <a:off x="1474055" y="6247646"/>
            <a:ext cx="4701495" cy="0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stealth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feld 18">
            <a:extLst>
              <a:ext uri="{FF2B5EF4-FFF2-40B4-BE49-F238E27FC236}">
                <a16:creationId xmlns:a16="http://schemas.microsoft.com/office/drawing/2014/main" id="{2E23B0D5-CB68-E71E-0BC7-D7BC927993BA}"/>
              </a:ext>
            </a:extLst>
          </p:cNvPr>
          <p:cNvSpPr txBox="1"/>
          <p:nvPr/>
        </p:nvSpPr>
        <p:spPr>
          <a:xfrm>
            <a:off x="6327042" y="6170712"/>
            <a:ext cx="320601" cy="153888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marL="0" marR="0" lvl="0" indent="0" algn="r" defTabSz="4572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0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+mn-cs"/>
              </a:rPr>
              <a:t>High</a:t>
            </a:r>
          </a:p>
        </p:txBody>
      </p:sp>
      <p:sp>
        <p:nvSpPr>
          <p:cNvPr id="29" name="Textfeld 19">
            <a:extLst>
              <a:ext uri="{FF2B5EF4-FFF2-40B4-BE49-F238E27FC236}">
                <a16:creationId xmlns:a16="http://schemas.microsoft.com/office/drawing/2014/main" id="{0F845180-A316-9FEF-C919-C4E1E32F9175}"/>
              </a:ext>
            </a:extLst>
          </p:cNvPr>
          <p:cNvSpPr txBox="1"/>
          <p:nvPr/>
        </p:nvSpPr>
        <p:spPr>
          <a:xfrm>
            <a:off x="1094938" y="6170697"/>
            <a:ext cx="320600" cy="153888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marL="0" marR="0" lvl="0" indent="0" algn="l" defTabSz="4572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0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+mn-cs"/>
              </a:rPr>
              <a:t>Low</a:t>
            </a:r>
          </a:p>
        </p:txBody>
      </p:sp>
      <p:sp>
        <p:nvSpPr>
          <p:cNvPr id="30" name="Footer Placeholder 29">
            <a:extLst>
              <a:ext uri="{FF2B5EF4-FFF2-40B4-BE49-F238E27FC236}">
                <a16:creationId xmlns:a16="http://schemas.microsoft.com/office/drawing/2014/main" id="{F302D394-C5C4-1CAC-0A77-89EDACF42E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789712583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UNDODONOTDELETE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YouGov">
  <a:themeElements>
    <a:clrScheme name="YouGov">
      <a:dk1>
        <a:srgbClr val="000000"/>
      </a:dk1>
      <a:lt1>
        <a:srgbClr val="FFFFFF"/>
      </a:lt1>
      <a:dk2>
        <a:srgbClr val="33415C"/>
      </a:dk2>
      <a:lt2>
        <a:srgbClr val="E6E8ED"/>
      </a:lt2>
      <a:accent1>
        <a:srgbClr val="FF412C"/>
      </a:accent1>
      <a:accent2>
        <a:srgbClr val="9F29FF"/>
      </a:accent2>
      <a:accent3>
        <a:srgbClr val="06A6EE"/>
      </a:accent3>
      <a:accent4>
        <a:srgbClr val="31CAA8"/>
      </a:accent4>
      <a:accent5>
        <a:srgbClr val="808DA5"/>
      </a:accent5>
      <a:accent6>
        <a:srgbClr val="FF2380"/>
      </a:accent6>
      <a:hlink>
        <a:srgbClr val="FF412C"/>
      </a:hlink>
      <a:folHlink>
        <a:srgbClr val="808DA5"/>
      </a:folHlink>
    </a:clrScheme>
    <a:fontScheme name="YouGov">
      <a:majorFont>
        <a:latin typeface="Arial Black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solidFill>
            <a:schemeClr val="accent1"/>
          </a:solidFill>
        </a:ln>
      </a:spPr>
      <a:bodyPr lIns="72000" tIns="36000" rIns="72000" bIns="36000" rtlCol="0" anchor="ctr"/>
      <a:lstStyle>
        <a:defPPr algn="ctr">
          <a:defRPr sz="1400" noProof="0" dirty="0" err="1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6350">
          <a:solidFill>
            <a:schemeClr val="accent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 algn="l">
          <a:defRPr sz="1400" dirty="0" err="1" smtClean="0"/>
        </a:defPPr>
      </a:lstStyle>
    </a:txDef>
  </a:objectDefaults>
  <a:extraClrSchemeLst/>
  <a:custClrLst>
    <a:custClr name="White">
      <a:srgbClr val="FFFFFF"/>
    </a:custClr>
    <a:custClr name="Black">
      <a:srgbClr val="000000"/>
    </a:custClr>
    <a:custClr name="Stone gray 7">
      <a:srgbClr val="E6E8ED"/>
    </a:custClr>
    <a:custClr name="Stone gray 1">
      <a:srgbClr val="33415C"/>
    </a:custClr>
    <a:custClr name="Grapefruit">
      <a:srgbClr val="FF412C"/>
    </a:custClr>
    <a:custClr name="Plum">
      <a:srgbClr val="9F29FF"/>
    </a:custClr>
    <a:custClr name="Blueberry">
      <a:srgbClr val="06A6EE"/>
    </a:custClr>
    <a:custClr name="Avocado">
      <a:srgbClr val="31CAA8"/>
    </a:custClr>
    <a:custClr name="Stone gray 3">
      <a:srgbClr val="808DA5"/>
    </a:custClr>
    <a:custClr name="Pomegranate">
      <a:srgbClr val="FF2380"/>
    </a:custClr>
    <a:custClr>
      <a:srgbClr val="FFFFFF"/>
    </a:custClr>
    <a:custClr>
      <a:srgbClr val="FFFFFF"/>
    </a:custClr>
    <a:custClr name="Stone gray 6">
      <a:srgbClr val="CCD1DB"/>
    </a:custClr>
    <a:custClr name="Stone gray 2">
      <a:srgbClr val="616E90"/>
    </a:custClr>
    <a:custClr name="Grapefruit 60%">
      <a:srgbClr val="FF8D80"/>
    </a:custClr>
    <a:custClr name="Plum 60%">
      <a:srgbClr val="C57FFF"/>
    </a:custClr>
    <a:custClr name="Blueberry 60%">
      <a:srgbClr val="6ACAF5"/>
    </a:custClr>
    <a:custClr name="Avocado 60%">
      <a:srgbClr val="83DFCB"/>
    </a:custClr>
    <a:custClr name="Stone gray 4">
      <a:srgbClr val="99A4B7"/>
    </a:custClr>
    <a:custClr name="Pomegranate 60%">
      <a:srgbClr val="FF7BB3"/>
    </a:custClr>
    <a:custClr>
      <a:srgbClr val="FFFFFF"/>
    </a:custClr>
    <a:custClr>
      <a:srgbClr val="FFFFFF"/>
    </a:custClr>
    <a:custClr>
      <a:srgbClr val="FFFFFF"/>
    </a:custClr>
    <a:custClr>
      <a:srgbClr val="FFFFFF"/>
    </a:custClr>
    <a:custClr name="Grapefruit 80%">
      <a:srgbClr val="FF6756"/>
    </a:custClr>
    <a:custClr name="Plum 80%">
      <a:srgbClr val="B254FF"/>
    </a:custClr>
    <a:custClr name="Blueberry 80%">
      <a:srgbClr val="38B8F1"/>
    </a:custClr>
    <a:custClr name="Avocado 80%">
      <a:srgbClr val="5AD5B9"/>
    </a:custClr>
    <a:custClr name="Stone gray 5">
      <a:srgbClr val="B3BBC9"/>
    </a:custClr>
    <a:custClr name="Pomegranate 80%">
      <a:srgbClr val="FF4F99"/>
    </a:custClr>
    <a:custClr>
      <a:srgbClr val="FFFFFF"/>
    </a:custClr>
    <a:custClr>
      <a:srgbClr val="FFFFFF"/>
    </a:custClr>
    <a:custClr>
      <a:srgbClr val="FFFFFF"/>
    </a:custClr>
    <a:custClr>
      <a:srgbClr val="FFFFFF"/>
    </a:custClr>
    <a:custClr name="Grapefruit dark 1">
      <a:srgbClr val="E8281E"/>
    </a:custClr>
    <a:custClr name="Plum dark 1">
      <a:srgbClr val="8001D8"/>
    </a:custClr>
    <a:custClr name="Blueberry dark 1">
      <a:srgbClr val="006BDB"/>
    </a:custClr>
    <a:custClr name="Avocado dark 1">
      <a:srgbClr val="149678"/>
    </a:custClr>
    <a:custClr>
      <a:srgbClr val="FFFFFF"/>
    </a:custClr>
    <a:custClr name="Pomegranate dark 1">
      <a:srgbClr val="CD0E28"/>
    </a:custClr>
    <a:custClr name="Color has no name">
      <a:srgbClr val="FFFFFF"/>
    </a:custClr>
    <a:custClr name="Color has no name">
      <a:srgbClr val="FFFFFF"/>
    </a:custClr>
    <a:custClr>
      <a:srgbClr val="FFFFFF"/>
    </a:custClr>
    <a:custClr>
      <a:srgbClr val="FFFFFF"/>
    </a:custClr>
    <a:custClr name="Grapefruit dark 2">
      <a:srgbClr val="C20800"/>
    </a:custClr>
    <a:custClr name="Plum dark 2">
      <a:srgbClr val="6600AB"/>
    </a:custClr>
    <a:custClr name="Blueberry dark 2">
      <a:srgbClr val="003CAB"/>
    </a:custClr>
    <a:custClr name="Avocado dark 2">
      <a:srgbClr val="006B46"/>
    </a:custClr>
    <a:custClr>
      <a:srgbClr val="FFFFFF"/>
    </a:custClr>
    <a:custClr name="Pomegranate dark 2">
      <a:srgbClr val="A50115"/>
    </a:custClr>
  </a:custClrLst>
  <a:extLst>
    <a:ext uri="{05A4C25C-085E-4340-85A3-A5531E510DB2}">
      <thm15:themeFamily xmlns:thm15="http://schemas.microsoft.com/office/thememl/2012/main" name="Ergebnispräsentation_Manual Charting YG Schweiz" id="{111132DD-5105-4EE6-BEB4-30D7CCFBCB9F}" vid="{55587E89-61BD-424C-B876-947233F5CDD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LINK 05-2021">
    <a:dk1>
      <a:srgbClr val="000000"/>
    </a:dk1>
    <a:lt1>
      <a:srgbClr val="FFFFFF"/>
    </a:lt1>
    <a:dk2>
      <a:srgbClr val="4C524D"/>
    </a:dk2>
    <a:lt2>
      <a:srgbClr val="F6F7F5"/>
    </a:lt2>
    <a:accent1>
      <a:srgbClr val="0D58D7"/>
    </a:accent1>
    <a:accent2>
      <a:srgbClr val="003BB3"/>
    </a:accent2>
    <a:accent3>
      <a:srgbClr val="AA7800"/>
    </a:accent3>
    <a:accent4>
      <a:srgbClr val="FA9E27"/>
    </a:accent4>
    <a:accent5>
      <a:srgbClr val="BE1800"/>
    </a:accent5>
    <a:accent6>
      <a:srgbClr val="287C45"/>
    </a:accent6>
    <a:hlink>
      <a:srgbClr val="0D58D7"/>
    </a:hlink>
    <a:folHlink>
      <a:srgbClr val="4C524D"/>
    </a:folHlink>
  </a:clrScheme>
  <a:fontScheme name="LINK Institut">
    <a:majorFont>
      <a:latin typeface="Arial"/>
      <a:ea typeface=""/>
      <a:cs typeface=""/>
    </a:majorFont>
    <a:minorFont>
      <a:latin typeface="Arial"/>
      <a:ea typeface=""/>
      <a:cs typeface=""/>
    </a:minorFont>
  </a:fontScheme>
  <a:fmtScheme name="Larissa">
    <a:fillStyleLst>
      <a:solidFill>
        <a:schemeClr val="phClr"/>
      </a:solidFill>
      <a:gradFill rotWithShape="1">
        <a:gsLst>
          <a:gs pos="0">
            <a:schemeClr val="phClr">
              <a:tint val="50000"/>
              <a:satMod val="300000"/>
            </a:schemeClr>
          </a:gs>
          <a:gs pos="35000">
            <a:schemeClr val="phClr">
              <a:tint val="37000"/>
              <a:satMod val="300000"/>
            </a:schemeClr>
          </a:gs>
          <a:gs pos="100000">
            <a:schemeClr val="phClr">
              <a:tint val="15000"/>
              <a:satMod val="350000"/>
            </a:schemeClr>
          </a:gs>
        </a:gsLst>
        <a:lin ang="16200000" scaled="1"/>
      </a:gradFill>
      <a:gradFill rotWithShape="1">
        <a:gsLst>
          <a:gs pos="0">
            <a:schemeClr val="phClr">
              <a:shade val="51000"/>
              <a:satMod val="130000"/>
            </a:schemeClr>
          </a:gs>
          <a:gs pos="80000">
            <a:schemeClr val="phClr">
              <a:shade val="93000"/>
              <a:satMod val="130000"/>
            </a:schemeClr>
          </a:gs>
          <a:gs pos="100000">
            <a:schemeClr val="phClr">
              <a:shade val="94000"/>
              <a:satMod val="135000"/>
            </a:schemeClr>
          </a:gs>
        </a:gsLst>
        <a:lin ang="16200000" scaled="0"/>
      </a:gradFill>
    </a:fillStyleLst>
    <a:lnStyleLst>
      <a:ln w="9525" cap="flat" cmpd="sng" algn="ctr">
        <a:solidFill>
          <a:schemeClr val="phClr">
            <a:shade val="95000"/>
            <a:satMod val="105000"/>
          </a:schemeClr>
        </a:solidFill>
        <a:prstDash val="solid"/>
      </a:ln>
      <a:ln w="25400" cap="flat" cmpd="sng" algn="ctr">
        <a:solidFill>
          <a:schemeClr val="phClr"/>
        </a:solidFill>
        <a:prstDash val="solid"/>
      </a:ln>
      <a:ln w="38100" cap="flat" cmpd="sng" algn="ctr">
        <a:solidFill>
          <a:schemeClr val="phClr"/>
        </a:solidFill>
        <a:prstDash val="solid"/>
      </a:ln>
    </a:lnStyleLst>
    <a:effectStyleLst>
      <a:effectStyle>
        <a:effectLst>
          <a:outerShdw blurRad="40000" dist="20000" dir="5400000" rotWithShape="0">
            <a:srgbClr val="000000">
              <a:alpha val="38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a:effectStyle>
    </a:effectStyleLst>
    <a:bgFillStyleLst>
      <a:solidFill>
        <a:schemeClr val="phClr"/>
      </a:solidFill>
      <a:gradFill rotWithShape="1">
        <a:gsLst>
          <a:gs pos="0">
            <a:schemeClr val="phClr">
              <a:tint val="40000"/>
              <a:satMod val="350000"/>
            </a:schemeClr>
          </a:gs>
          <a:gs pos="40000">
            <a:schemeClr val="phClr">
              <a:tint val="45000"/>
              <a:shade val="99000"/>
              <a:satMod val="350000"/>
            </a:schemeClr>
          </a:gs>
          <a:gs pos="100000">
            <a:schemeClr val="phClr">
              <a:shade val="20000"/>
              <a:satMod val="255000"/>
            </a:schemeClr>
          </a:gs>
        </a:gsLst>
        <a:path path="circle">
          <a:fillToRect l="50000" t="-80000" r="50000" b="180000"/>
        </a:path>
      </a:gradFill>
      <a:gradFill rotWithShape="1">
        <a:gsLst>
          <a:gs pos="0">
            <a:schemeClr val="phClr">
              <a:tint val="80000"/>
              <a:satMod val="300000"/>
            </a:schemeClr>
          </a:gs>
          <a:gs pos="100000">
            <a:schemeClr val="phClr">
              <a:shade val="30000"/>
              <a:satMod val="200000"/>
            </a:schemeClr>
          </a:gs>
        </a:gsLst>
        <a:path path="circle">
          <a:fillToRect l="50000" t="50000" r="50000" b="50000"/>
        </a:path>
      </a:gradFill>
    </a:bgFillStyleLst>
  </a:fmtScheme>
</a:themeOverride>
</file>

<file path=ppt/theme/themeOverride2.xml><?xml version="1.0" encoding="utf-8"?>
<a:themeOverride xmlns:a="http://schemas.openxmlformats.org/drawingml/2006/main">
  <a:clrScheme name="LINK 05-2021">
    <a:dk1>
      <a:srgbClr val="000000"/>
    </a:dk1>
    <a:lt1>
      <a:srgbClr val="FFFFFF"/>
    </a:lt1>
    <a:dk2>
      <a:srgbClr val="4C524D"/>
    </a:dk2>
    <a:lt2>
      <a:srgbClr val="F6F7F5"/>
    </a:lt2>
    <a:accent1>
      <a:srgbClr val="0D58D7"/>
    </a:accent1>
    <a:accent2>
      <a:srgbClr val="003BB3"/>
    </a:accent2>
    <a:accent3>
      <a:srgbClr val="AA7800"/>
    </a:accent3>
    <a:accent4>
      <a:srgbClr val="FA9E27"/>
    </a:accent4>
    <a:accent5>
      <a:srgbClr val="BE1800"/>
    </a:accent5>
    <a:accent6>
      <a:srgbClr val="287C45"/>
    </a:accent6>
    <a:hlink>
      <a:srgbClr val="0D58D7"/>
    </a:hlink>
    <a:folHlink>
      <a:srgbClr val="4C524D"/>
    </a:folHlink>
  </a:clrScheme>
  <a:fontScheme name="LINK Institut">
    <a:majorFont>
      <a:latin typeface="Arial"/>
      <a:ea typeface=""/>
      <a:cs typeface=""/>
    </a:majorFont>
    <a:minorFont>
      <a:latin typeface="Arial"/>
      <a:ea typeface=""/>
      <a:cs typeface=""/>
    </a:minorFont>
  </a:fontScheme>
  <a:fmtScheme name="Larissa">
    <a:fillStyleLst>
      <a:solidFill>
        <a:schemeClr val="phClr"/>
      </a:solidFill>
      <a:gradFill rotWithShape="1">
        <a:gsLst>
          <a:gs pos="0">
            <a:schemeClr val="phClr">
              <a:tint val="50000"/>
              <a:satMod val="300000"/>
            </a:schemeClr>
          </a:gs>
          <a:gs pos="35000">
            <a:schemeClr val="phClr">
              <a:tint val="37000"/>
              <a:satMod val="300000"/>
            </a:schemeClr>
          </a:gs>
          <a:gs pos="100000">
            <a:schemeClr val="phClr">
              <a:tint val="15000"/>
              <a:satMod val="350000"/>
            </a:schemeClr>
          </a:gs>
        </a:gsLst>
        <a:lin ang="16200000" scaled="1"/>
      </a:gradFill>
      <a:gradFill rotWithShape="1">
        <a:gsLst>
          <a:gs pos="0">
            <a:schemeClr val="phClr">
              <a:shade val="51000"/>
              <a:satMod val="130000"/>
            </a:schemeClr>
          </a:gs>
          <a:gs pos="80000">
            <a:schemeClr val="phClr">
              <a:shade val="93000"/>
              <a:satMod val="130000"/>
            </a:schemeClr>
          </a:gs>
          <a:gs pos="100000">
            <a:schemeClr val="phClr">
              <a:shade val="94000"/>
              <a:satMod val="135000"/>
            </a:schemeClr>
          </a:gs>
        </a:gsLst>
        <a:lin ang="16200000" scaled="0"/>
      </a:gradFill>
    </a:fillStyleLst>
    <a:lnStyleLst>
      <a:ln w="9525" cap="flat" cmpd="sng" algn="ctr">
        <a:solidFill>
          <a:schemeClr val="phClr">
            <a:shade val="95000"/>
            <a:satMod val="105000"/>
          </a:schemeClr>
        </a:solidFill>
        <a:prstDash val="solid"/>
      </a:ln>
      <a:ln w="25400" cap="flat" cmpd="sng" algn="ctr">
        <a:solidFill>
          <a:schemeClr val="phClr"/>
        </a:solidFill>
        <a:prstDash val="solid"/>
      </a:ln>
      <a:ln w="38100" cap="flat" cmpd="sng" algn="ctr">
        <a:solidFill>
          <a:schemeClr val="phClr"/>
        </a:solidFill>
        <a:prstDash val="solid"/>
      </a:ln>
    </a:lnStyleLst>
    <a:effectStyleLst>
      <a:effectStyle>
        <a:effectLst>
          <a:outerShdw blurRad="40000" dist="20000" dir="5400000" rotWithShape="0">
            <a:srgbClr val="000000">
              <a:alpha val="38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a:effectStyle>
    </a:effectStyleLst>
    <a:bgFillStyleLst>
      <a:solidFill>
        <a:schemeClr val="phClr"/>
      </a:solidFill>
      <a:gradFill rotWithShape="1">
        <a:gsLst>
          <a:gs pos="0">
            <a:schemeClr val="phClr">
              <a:tint val="40000"/>
              <a:satMod val="350000"/>
            </a:schemeClr>
          </a:gs>
          <a:gs pos="40000">
            <a:schemeClr val="phClr">
              <a:tint val="45000"/>
              <a:shade val="99000"/>
              <a:satMod val="350000"/>
            </a:schemeClr>
          </a:gs>
          <a:gs pos="100000">
            <a:schemeClr val="phClr">
              <a:shade val="20000"/>
              <a:satMod val="255000"/>
            </a:schemeClr>
          </a:gs>
        </a:gsLst>
        <a:path path="circle">
          <a:fillToRect l="50000" t="-80000" r="50000" b="180000"/>
        </a:path>
      </a:gradFill>
      <a:gradFill rotWithShape="1">
        <a:gsLst>
          <a:gs pos="0">
            <a:schemeClr val="phClr">
              <a:tint val="80000"/>
              <a:satMod val="300000"/>
            </a:schemeClr>
          </a:gs>
          <a:gs pos="100000">
            <a:schemeClr val="phClr">
              <a:shade val="30000"/>
              <a:satMod val="200000"/>
            </a:schemeClr>
          </a:gs>
        </a:gsLst>
        <a:path path="circle">
          <a:fillToRect l="50000" t="50000" r="50000" b="50000"/>
        </a:path>
      </a:gradFill>
    </a:bgFillStyleLst>
  </a:fmtScheme>
</a:themeOverrid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638DA2C36A68F4089B1821473F355A5" ma:contentTypeVersion="10" ma:contentTypeDescription="Create a new document." ma:contentTypeScope="" ma:versionID="d90583123e59d2d23d5bb3c301c41d0d">
  <xsd:schema xmlns:xsd="http://www.w3.org/2001/XMLSchema" xmlns:xs="http://www.w3.org/2001/XMLSchema" xmlns:p="http://schemas.microsoft.com/office/2006/metadata/properties" xmlns:ns2="739c7357-ad4b-4234-8453-41b5a0899272" xmlns:ns3="c94f6385-94f5-44e2-8137-55f4e11c3995" targetNamespace="http://schemas.microsoft.com/office/2006/metadata/properties" ma:root="true" ma:fieldsID="cd811974a41103eb572483fb22cefb54" ns2:_="" ns3:_="">
    <xsd:import namespace="739c7357-ad4b-4234-8453-41b5a0899272"/>
    <xsd:import namespace="c94f6385-94f5-44e2-8137-55f4e11c399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lcf76f155ced4ddcb4097134ff3c332f" minOccurs="0"/>
                <xsd:element ref="ns3:TaxCatchAll" minOccurs="0"/>
                <xsd:element ref="ns2:MediaServiceGenerationTime" minOccurs="0"/>
                <xsd:element ref="ns2:MediaServiceEventHashCode" minOccurs="0"/>
                <xsd:element ref="ns2:MediaServiceOC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39c7357-ad4b-4234-8453-41b5a089927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Image Tags" ma:readOnly="false" ma:fieldId="{5cf76f15-5ced-4ddc-b409-7134ff3c332f}" ma:taxonomyMulti="true" ma:sspId="018eee4b-1bb2-4d66-b734-98d7ff568160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94f6385-94f5-44e2-8137-55f4e11c3995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8753bce8-0367-4f2b-8796-783fac11fc34}" ma:internalName="TaxCatchAll" ma:showField="CatchAllData" ma:web="c94f6385-94f5-44e2-8137-55f4e11c3995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c94f6385-94f5-44e2-8137-55f4e11c3995" xsi:nil="true"/>
    <lcf76f155ced4ddcb4097134ff3c332f xmlns="739c7357-ad4b-4234-8453-41b5a0899272">
      <Terms xmlns="http://schemas.microsoft.com/office/infopath/2007/PartnerControls"/>
    </lcf76f155ced4ddcb4097134ff3c332f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5F771885-CCAE-46D8-939F-7254AE9EBC0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39c7357-ad4b-4234-8453-41b5a0899272"/>
    <ds:schemaRef ds:uri="c94f6385-94f5-44e2-8137-55f4e11c399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E1687A0B-028E-4D8C-93C6-D7D177D990AE}">
  <ds:schemaRefs>
    <ds:schemaRef ds:uri="http://schemas.microsoft.com/office/2006/metadata/properties"/>
    <ds:schemaRef ds:uri="7956a615-d9ab-460c-9535-01aba8a11dd1"/>
    <ds:schemaRef ds:uri="http://www.w3.org/XML/1998/namespace"/>
    <ds:schemaRef ds:uri="http://purl.org/dc/elements/1.1/"/>
    <ds:schemaRef ds:uri="http://schemas.openxmlformats.org/package/2006/metadata/core-properties"/>
    <ds:schemaRef ds:uri="http://purl.org/dc/dcmitype/"/>
    <ds:schemaRef ds:uri="http://schemas.microsoft.com/office/2006/documentManagement/types"/>
    <ds:schemaRef ds:uri="http://schemas.microsoft.com/office/infopath/2007/PartnerControls"/>
    <ds:schemaRef ds:uri="83f57ff1-df2e-4ac4-a7b4-a4cb90e21744"/>
    <ds:schemaRef ds:uri="da30c981-2d6c-4286-87e8-5c69c6d8559e"/>
    <ds:schemaRef ds:uri="8be6ffaf-f5d6-4faf-9b40-8a0636ee74e1"/>
    <ds:schemaRef ds:uri="http://purl.org/dc/terms/"/>
    <ds:schemaRef ds:uri="c94f6385-94f5-44e2-8137-55f4e11c3995"/>
    <ds:schemaRef ds:uri="739c7357-ad4b-4234-8453-41b5a0899272"/>
  </ds:schemaRefs>
</ds:datastoreItem>
</file>

<file path=customXml/itemProps3.xml><?xml version="1.0" encoding="utf-8"?>
<ds:datastoreItem xmlns:ds="http://schemas.openxmlformats.org/officeDocument/2006/customXml" ds:itemID="{CF00642B-F65C-46B6-A066-2BAFED673CE1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Ergebnispräsentation_Manual Charting YG Schweiz</Template>
  <TotalTime>0</TotalTime>
  <Words>288</Words>
  <Application>Microsoft Office PowerPoint</Application>
  <PresentationFormat>Widescreen</PresentationFormat>
  <Paragraphs>90</Paragraphs>
  <Slides>4</Slides>
  <Notes>4</Notes>
  <HiddenSlides>0</HiddenSlides>
  <MMClips>0</MMClips>
  <ScaleCrop>false</ScaleCrop>
  <HeadingPairs>
    <vt:vector size="8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10" baseType="lpstr">
      <vt:lpstr>Arial</vt:lpstr>
      <vt:lpstr>Arial Black</vt:lpstr>
      <vt:lpstr>Calibri</vt:lpstr>
      <vt:lpstr>Graphik Bold</vt:lpstr>
      <vt:lpstr>YouGov</vt:lpstr>
      <vt:lpstr>think-cell Slide</vt:lpstr>
      <vt:lpstr>Key Driver Analyse</vt:lpstr>
      <vt:lpstr>Key Driver Analyse</vt:lpstr>
      <vt:lpstr>Key Driver Analysis</vt:lpstr>
      <vt:lpstr>Key Driver Analysis</vt:lpstr>
    </vt:vector>
  </TitlesOfParts>
  <Company>YouGov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Lilly Blättner</dc:creator>
  <cp:lastModifiedBy>Emmanuel Guizar Rosales</cp:lastModifiedBy>
  <cp:revision>6</cp:revision>
  <dcterms:created xsi:type="dcterms:W3CDTF">2026-02-05T12:48:03Z</dcterms:created>
  <dcterms:modified xsi:type="dcterms:W3CDTF">2026-04-23T08:15:13Z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0x010100E638DA2C36A68F4089B1821473F355A5</vt:lpwstr>
  </property>
  <property fmtid="{D5CDD505-2E9C-101B-9397-08002B2CF9AE}" pid="3" name="MediaServiceImageTags">
    <vt:lpwstr/>
  </property>
  <property fmtid="{D5CDD505-2E9C-101B-9397-08002B2CF9AE}" pid="4" name="Order">
    <vt:r8>389330100</vt:r8>
  </property>
  <property fmtid="{D5CDD505-2E9C-101B-9397-08002B2CF9AE}" pid="5" name="xd_Signature">
    <vt:bool>false</vt:bool>
  </property>
  <property fmtid="{D5CDD505-2E9C-101B-9397-08002B2CF9AE}" pid="6" name="xd_ProgID">
    <vt:lpwstr/>
  </property>
  <property fmtid="{D5CDD505-2E9C-101B-9397-08002B2CF9AE}" pid="7" name="TriggerFlowInfo">
    <vt:lpwstr/>
  </property>
  <property fmtid="{D5CDD505-2E9C-101B-9397-08002B2CF9AE}" pid="8" name="ComplianceAssetId">
    <vt:lpwstr/>
  </property>
  <property fmtid="{D5CDD505-2E9C-101B-9397-08002B2CF9AE}" pid="9" name="TemplateUrl">
    <vt:lpwstr/>
  </property>
  <property fmtid="{D5CDD505-2E9C-101B-9397-08002B2CF9AE}" pid="10" name="_ExtendedDescription">
    <vt:lpwstr/>
  </property>
</Properties>
</file>