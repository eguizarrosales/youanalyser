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sldIdLst>
    <p:sldId id="2145706245" r:id="rId5"/>
    <p:sldId id="2145706243" r:id="rId6"/>
    <p:sldId id="2145706247" r:id="rId7"/>
    <p:sldId id="2145706244" r:id="rId8"/>
  </p:sldIdLst>
  <p:sldSz cx="12192000" cy="6858000"/>
  <p:notesSz cx="6858000" cy="9144000"/>
  <p:custDataLst>
    <p:tags r:id="rId10"/>
  </p:custData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rman" id="{C2A47F10-1A99-4BA8-9EB4-396943AD2BF4}">
          <p14:sldIdLst>
            <p14:sldId id="2145706245"/>
            <p14:sldId id="2145706243"/>
          </p14:sldIdLst>
        </p14:section>
        <p14:section name="English" id="{624340F7-77E9-4E59-95EF-27350C8D7F16}">
          <p14:sldIdLst>
            <p14:sldId id="2145706247"/>
            <p14:sldId id="21457062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7673" userDrawn="1">
          <p15:clr>
            <a:srgbClr val="A4A3A4"/>
          </p15:clr>
        </p15:guide>
        <p15:guide id="4" orient="horz" pos="3022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6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EAAFA5-8686-43B2-B558-470693DC59E0}" v="20" dt="2026-05-08T10:58:39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845" autoAdjust="0"/>
  </p:normalViewPr>
  <p:slideViewPr>
    <p:cSldViewPr snapToGrid="0" showGuides="1">
      <p:cViewPr varScale="1">
        <p:scale>
          <a:sx n="86" d="100"/>
          <a:sy n="86" d="100"/>
        </p:scale>
        <p:origin x="828" y="96"/>
      </p:cViewPr>
      <p:guideLst>
        <p:guide orient="horz" pos="1570"/>
        <p:guide pos="7673"/>
        <p:guide orient="horz" pos="3022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Guizar Rosales" userId="3c96448b-a9c8-436e-8abe-c5b4b4d9e6f9" providerId="ADAL" clId="{05DCB6A1-E90A-4F3E-851B-1240A1D95529}"/>
    <pc:docChg chg="undo custSel addSld delSld modSld addSection delSection modSection">
      <pc:chgData name="Emmanuel Guizar Rosales" userId="3c96448b-a9c8-436e-8abe-c5b4b4d9e6f9" providerId="ADAL" clId="{05DCB6A1-E90A-4F3E-851B-1240A1D95529}" dt="2026-05-08T12:12:14.226" v="526" actId="27918"/>
      <pc:docMkLst>
        <pc:docMk/>
      </pc:docMkLst>
      <pc:sldChg chg="addSp delSp modSp mod">
        <pc:chgData name="Emmanuel Guizar Rosales" userId="3c96448b-a9c8-436e-8abe-c5b4b4d9e6f9" providerId="ADAL" clId="{05DCB6A1-E90A-4F3E-851B-1240A1D95529}" dt="2026-05-08T10:58:27.783" v="400"/>
        <pc:sldMkLst>
          <pc:docMk/>
          <pc:sldMk cId="1102268804" sldId="2145706243"/>
        </pc:sldMkLst>
        <pc:spChg chg="mod">
          <ac:chgData name="Emmanuel Guizar Rosales" userId="3c96448b-a9c8-436e-8abe-c5b4b4d9e6f9" providerId="ADAL" clId="{05DCB6A1-E90A-4F3E-851B-1240A1D95529}" dt="2026-04-23T08:03:36.757" v="165" actId="20577"/>
          <ac:spMkLst>
            <pc:docMk/>
            <pc:sldMk cId="1102268804" sldId="2145706243"/>
            <ac:spMk id="2" creationId="{9AB50443-5709-8342-AC78-A8EC1FB46876}"/>
          </ac:spMkLst>
        </pc:spChg>
        <pc:spChg chg="mod">
          <ac:chgData name="Emmanuel Guizar Rosales" userId="3c96448b-a9c8-436e-8abe-c5b4b4d9e6f9" providerId="ADAL" clId="{05DCB6A1-E90A-4F3E-851B-1240A1D95529}" dt="2026-04-23T08:03:49.180" v="167"/>
          <ac:spMkLst>
            <pc:docMk/>
            <pc:sldMk cId="1102268804" sldId="2145706243"/>
            <ac:spMk id="3" creationId="{CD4E7BEA-171B-26E0-E500-808FFEA1A64E}"/>
          </ac:spMkLst>
        </pc:spChg>
        <pc:spChg chg="mod">
          <ac:chgData name="Emmanuel Guizar Rosales" userId="3c96448b-a9c8-436e-8abe-c5b4b4d9e6f9" providerId="ADAL" clId="{05DCB6A1-E90A-4F3E-851B-1240A1D95529}" dt="2026-04-23T08:03:40.394" v="166" actId="20577"/>
          <ac:spMkLst>
            <pc:docMk/>
            <pc:sldMk cId="1102268804" sldId="2145706243"/>
            <ac:spMk id="19" creationId="{D938FE84-EC46-36BF-FCCD-303CB25CC405}"/>
          </ac:spMkLst>
        </pc:spChg>
        <pc:spChg chg="mod">
          <ac:chgData name="Emmanuel Guizar Rosales" userId="3c96448b-a9c8-436e-8abe-c5b4b4d9e6f9" providerId="ADAL" clId="{05DCB6A1-E90A-4F3E-851B-1240A1D95529}" dt="2026-04-23T08:03:51.731" v="168" actId="20577"/>
          <ac:spMkLst>
            <pc:docMk/>
            <pc:sldMk cId="1102268804" sldId="2145706243"/>
            <ac:spMk id="30" creationId="{B2C4E2AC-F869-15E0-93BE-B2E6143172ED}"/>
          </ac:spMkLst>
        </pc:spChg>
        <pc:graphicFrameChg chg="add mod">
          <ac:chgData name="Emmanuel Guizar Rosales" userId="3c96448b-a9c8-436e-8abe-c5b4b4d9e6f9" providerId="ADAL" clId="{05DCB6A1-E90A-4F3E-851B-1240A1D95529}" dt="2026-05-08T10:58:27.783" v="400"/>
          <ac:graphicFrameMkLst>
            <pc:docMk/>
            <pc:sldMk cId="1102268804" sldId="2145706243"/>
            <ac:graphicFrameMk id="5" creationId="{8F6D7C55-F966-D836-5166-B692C7DE7B2E}"/>
          </ac:graphicFrameMkLst>
        </pc:graphicFrameChg>
        <pc:graphicFrameChg chg="mod modGraphic">
          <ac:chgData name="Emmanuel Guizar Rosales" userId="3c96448b-a9c8-436e-8abe-c5b4b4d9e6f9" providerId="ADAL" clId="{05DCB6A1-E90A-4F3E-851B-1240A1D95529}" dt="2026-04-23T08:01:51.734" v="142" actId="207"/>
          <ac:graphicFrameMkLst>
            <pc:docMk/>
            <pc:sldMk cId="1102268804" sldId="2145706243"/>
            <ac:graphicFrameMk id="20" creationId="{BB3AE844-5198-5C7B-B8B8-04EEA5A33E4B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4-23T08:02:21.211" v="143" actId="207"/>
          <ac:graphicFrameMkLst>
            <pc:docMk/>
            <pc:sldMk cId="1102268804" sldId="2145706243"/>
            <ac:graphicFrameMk id="21" creationId="{927BB620-8C65-D231-CCC4-FF4633D49A89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4-23T08:03:09.862" v="147" actId="207"/>
          <ac:graphicFrameMkLst>
            <pc:docMk/>
            <pc:sldMk cId="1102268804" sldId="2145706243"/>
            <ac:graphicFrameMk id="22" creationId="{995276E9-1DCB-374A-F437-367B543C89F7}"/>
          </ac:graphicFrameMkLst>
        </pc:graphicFrameChg>
        <pc:graphicFrameChg chg="mod modGraphic">
          <ac:chgData name="Emmanuel Guizar Rosales" userId="3c96448b-a9c8-436e-8abe-c5b4b4d9e6f9" providerId="ADAL" clId="{05DCB6A1-E90A-4F3E-851B-1240A1D95529}" dt="2026-04-23T08:03:03.641" v="146" actId="207"/>
          <ac:graphicFrameMkLst>
            <pc:docMk/>
            <pc:sldMk cId="1102268804" sldId="2145706243"/>
            <ac:graphicFrameMk id="23" creationId="{65EBDB6A-29EC-8D05-0F66-A2E61DDE0D50}"/>
          </ac:graphicFrameMkLst>
        </pc:graphicFrameChg>
      </pc:sldChg>
      <pc:sldChg chg="modSp mod">
        <pc:chgData name="Emmanuel Guizar Rosales" userId="3c96448b-a9c8-436e-8abe-c5b4b4d9e6f9" providerId="ADAL" clId="{05DCB6A1-E90A-4F3E-851B-1240A1D95529}" dt="2026-04-23T08:15:08.622" v="380"/>
        <pc:sldMkLst>
          <pc:docMk/>
          <pc:sldMk cId="789712583" sldId="2145706244"/>
        </pc:sldMkLst>
        <pc:spChg chg="mod">
          <ac:chgData name="Emmanuel Guizar Rosales" userId="3c96448b-a9c8-436e-8abe-c5b4b4d9e6f9" providerId="ADAL" clId="{05DCB6A1-E90A-4F3E-851B-1240A1D95529}" dt="2026-04-23T08:14:47.455" v="351" actId="20577"/>
          <ac:spMkLst>
            <pc:docMk/>
            <pc:sldMk cId="789712583" sldId="2145706244"/>
            <ac:spMk id="2" creationId="{6DE2B11E-316F-AA74-EE4E-38EC037055DA}"/>
          </ac:spMkLst>
        </pc:spChg>
        <pc:spChg chg="mod">
          <ac:chgData name="Emmanuel Guizar Rosales" userId="3c96448b-a9c8-436e-8abe-c5b4b4d9e6f9" providerId="ADAL" clId="{05DCB6A1-E90A-4F3E-851B-1240A1D95529}" dt="2026-04-23T08:15:08.622" v="380"/>
          <ac:spMkLst>
            <pc:docMk/>
            <pc:sldMk cId="789712583" sldId="2145706244"/>
            <ac:spMk id="3" creationId="{DC4C48B5-A771-3444-AB70-0FD340258EA6}"/>
          </ac:spMkLst>
        </pc:spChg>
        <pc:spChg chg="mod">
          <ac:chgData name="Emmanuel Guizar Rosales" userId="3c96448b-a9c8-436e-8abe-c5b4b4d9e6f9" providerId="ADAL" clId="{05DCB6A1-E90A-4F3E-851B-1240A1D95529}" dt="2026-04-23T08:09:26.371" v="289" actId="790"/>
          <ac:spMkLst>
            <pc:docMk/>
            <pc:sldMk cId="789712583" sldId="2145706244"/>
            <ac:spMk id="4" creationId="{7ED822EB-F0D0-57D8-D687-C7D6AC618196}"/>
          </ac:spMkLst>
        </pc:spChg>
        <pc:spChg chg="mod">
          <ac:chgData name="Emmanuel Guizar Rosales" userId="3c96448b-a9c8-436e-8abe-c5b4b4d9e6f9" providerId="ADAL" clId="{05DCB6A1-E90A-4F3E-851B-1240A1D95529}" dt="2026-04-23T08:14:55.850" v="378" actId="20577"/>
          <ac:spMkLst>
            <pc:docMk/>
            <pc:sldMk cId="789712583" sldId="2145706244"/>
            <ac:spMk id="20" creationId="{293A52E0-EB21-0049-412B-3B18E081E2E3}"/>
          </ac:spMkLst>
        </pc:spChg>
        <pc:spChg chg="mod">
          <ac:chgData name="Emmanuel Guizar Rosales" userId="3c96448b-a9c8-436e-8abe-c5b4b4d9e6f9" providerId="ADAL" clId="{05DCB6A1-E90A-4F3E-851B-1240A1D95529}" dt="2026-04-23T08:09:26.371" v="289" actId="790"/>
          <ac:spMkLst>
            <pc:docMk/>
            <pc:sldMk cId="789712583" sldId="2145706244"/>
            <ac:spMk id="25" creationId="{4A3AD792-8C9E-099B-CC27-008411373CFB}"/>
          </ac:spMkLst>
        </pc:spChg>
        <pc:spChg chg="mod">
          <ac:chgData name="Emmanuel Guizar Rosales" userId="3c96448b-a9c8-436e-8abe-c5b4b4d9e6f9" providerId="ADAL" clId="{05DCB6A1-E90A-4F3E-851B-1240A1D95529}" dt="2026-04-23T08:09:26.371" v="289" actId="790"/>
          <ac:spMkLst>
            <pc:docMk/>
            <pc:sldMk cId="789712583" sldId="2145706244"/>
            <ac:spMk id="26" creationId="{F2E3CA2A-D169-8750-4DCB-6D44B5631996}"/>
          </ac:spMkLst>
        </pc:spChg>
        <pc:spChg chg="mod">
          <ac:chgData name="Emmanuel Guizar Rosales" userId="3c96448b-a9c8-436e-8abe-c5b4b4d9e6f9" providerId="ADAL" clId="{05DCB6A1-E90A-4F3E-851B-1240A1D95529}" dt="2026-04-23T08:09:26.371" v="289" actId="790"/>
          <ac:spMkLst>
            <pc:docMk/>
            <pc:sldMk cId="789712583" sldId="2145706244"/>
            <ac:spMk id="28" creationId="{2E23B0D5-CB68-E71E-0BC7-D7BC927993BA}"/>
          </ac:spMkLst>
        </pc:spChg>
        <pc:spChg chg="mod">
          <ac:chgData name="Emmanuel Guizar Rosales" userId="3c96448b-a9c8-436e-8abe-c5b4b4d9e6f9" providerId="ADAL" clId="{05DCB6A1-E90A-4F3E-851B-1240A1D95529}" dt="2026-04-23T08:09:26.371" v="289" actId="790"/>
          <ac:spMkLst>
            <pc:docMk/>
            <pc:sldMk cId="789712583" sldId="2145706244"/>
            <ac:spMk id="29" creationId="{0F845180-A316-9FEF-C919-C4E1E32F9175}"/>
          </ac:spMkLst>
        </pc:spChg>
        <pc:spChg chg="mod">
          <ac:chgData name="Emmanuel Guizar Rosales" userId="3c96448b-a9c8-436e-8abe-c5b4b4d9e6f9" providerId="ADAL" clId="{05DCB6A1-E90A-4F3E-851B-1240A1D95529}" dt="2026-04-23T08:14:59.777" v="379" actId="20577"/>
          <ac:spMkLst>
            <pc:docMk/>
            <pc:sldMk cId="789712583" sldId="2145706244"/>
            <ac:spMk id="30" creationId="{F302D394-C5C4-1CAC-0A77-89EDACF42EB3}"/>
          </ac:spMkLst>
        </pc:spChg>
        <pc:graphicFrameChg chg="mod modGraphic">
          <ac:chgData name="Emmanuel Guizar Rosales" userId="3c96448b-a9c8-436e-8abe-c5b4b4d9e6f9" providerId="ADAL" clId="{05DCB6A1-E90A-4F3E-851B-1240A1D95529}" dt="2026-04-23T08:13:06.129" v="301" actId="207"/>
          <ac:graphicFrameMkLst>
            <pc:docMk/>
            <pc:sldMk cId="789712583" sldId="2145706244"/>
            <ac:graphicFrameMk id="19" creationId="{36AEDBBD-E4EF-CE5D-30A4-77EF4E3F50AF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4-23T08:13:38.502" v="310" actId="207"/>
          <ac:graphicFrameMkLst>
            <pc:docMk/>
            <pc:sldMk cId="789712583" sldId="2145706244"/>
            <ac:graphicFrameMk id="21" creationId="{19753286-EE27-4B57-A733-DDF359FB4C8A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4-23T08:13:57.604" v="323" actId="207"/>
          <ac:graphicFrameMkLst>
            <pc:docMk/>
            <pc:sldMk cId="789712583" sldId="2145706244"/>
            <ac:graphicFrameMk id="22" creationId="{A7A348B5-AA89-7450-0139-0335623C7357}"/>
          </ac:graphicFrameMkLst>
        </pc:graphicFrameChg>
        <pc:graphicFrameChg chg="mod modGraphic">
          <ac:chgData name="Emmanuel Guizar Rosales" userId="3c96448b-a9c8-436e-8abe-c5b4b4d9e6f9" providerId="ADAL" clId="{05DCB6A1-E90A-4F3E-851B-1240A1D95529}" dt="2026-04-23T08:14:30.557" v="332" actId="207"/>
          <ac:graphicFrameMkLst>
            <pc:docMk/>
            <pc:sldMk cId="789712583" sldId="2145706244"/>
            <ac:graphicFrameMk id="23" creationId="{318E9517-534B-0371-42A5-DE0DE3D8AF16}"/>
          </ac:graphicFrameMkLst>
        </pc:graphicFrameChg>
      </pc:sldChg>
      <pc:sldChg chg="modSp mod">
        <pc:chgData name="Emmanuel Guizar Rosales" userId="3c96448b-a9c8-436e-8abe-c5b4b4d9e6f9" providerId="ADAL" clId="{05DCB6A1-E90A-4F3E-851B-1240A1D95529}" dt="2026-05-08T12:12:14.226" v="526" actId="27918"/>
        <pc:sldMkLst>
          <pc:docMk/>
          <pc:sldMk cId="265861374" sldId="2145706245"/>
        </pc:sldMkLst>
        <pc:spChg chg="mod">
          <ac:chgData name="Emmanuel Guizar Rosales" userId="3c96448b-a9c8-436e-8abe-c5b4b4d9e6f9" providerId="ADAL" clId="{05DCB6A1-E90A-4F3E-851B-1240A1D95529}" dt="2026-04-23T07:48:51.120" v="52" actId="20577"/>
          <ac:spMkLst>
            <pc:docMk/>
            <pc:sldMk cId="265861374" sldId="2145706245"/>
            <ac:spMk id="2" creationId="{A9D4970F-0B46-03F5-30FB-E10D141CCCDF}"/>
          </ac:spMkLst>
        </pc:spChg>
        <pc:spChg chg="mod">
          <ac:chgData name="Emmanuel Guizar Rosales" userId="3c96448b-a9c8-436e-8abe-c5b4b4d9e6f9" providerId="ADAL" clId="{05DCB6A1-E90A-4F3E-851B-1240A1D95529}" dt="2026-04-23T07:49:06.394" v="111" actId="20577"/>
          <ac:spMkLst>
            <pc:docMk/>
            <pc:sldMk cId="265861374" sldId="2145706245"/>
            <ac:spMk id="3" creationId="{88B31339-4544-9783-9AF8-90E85A60F2F0}"/>
          </ac:spMkLst>
        </pc:spChg>
        <pc:spChg chg="mod">
          <ac:chgData name="Emmanuel Guizar Rosales" userId="3c96448b-a9c8-436e-8abe-c5b4b4d9e6f9" providerId="ADAL" clId="{05DCB6A1-E90A-4F3E-851B-1240A1D95529}" dt="2026-04-23T07:49:10.423" v="112" actId="20577"/>
          <ac:spMkLst>
            <pc:docMk/>
            <pc:sldMk cId="265861374" sldId="2145706245"/>
            <ac:spMk id="49" creationId="{CF9842C9-DFD3-CD1F-D981-2390FAC759D7}"/>
          </ac:spMkLst>
        </pc:spChg>
        <pc:graphicFrameChg chg="modGraphic">
          <ac:chgData name="Emmanuel Guizar Rosales" userId="3c96448b-a9c8-436e-8abe-c5b4b4d9e6f9" providerId="ADAL" clId="{05DCB6A1-E90A-4F3E-851B-1240A1D95529}" dt="2026-04-23T07:49:43.549" v="117" actId="6549"/>
          <ac:graphicFrameMkLst>
            <pc:docMk/>
            <pc:sldMk cId="265861374" sldId="2145706245"/>
            <ac:graphicFrameMk id="22" creationId="{6576CE87-9A6A-A923-5A12-BF405DC0ABA1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4-23T07:49:27.971" v="113" actId="6549"/>
          <ac:graphicFrameMkLst>
            <pc:docMk/>
            <pc:sldMk cId="265861374" sldId="2145706245"/>
            <ac:graphicFrameMk id="23" creationId="{57888D6B-CCC6-4429-D9B6-E5994971B6C3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4-23T07:49:48.026" v="118" actId="6549"/>
          <ac:graphicFrameMkLst>
            <pc:docMk/>
            <pc:sldMk cId="265861374" sldId="2145706245"/>
            <ac:graphicFrameMk id="24" creationId="{B8C9D0C1-1647-AE5A-7733-CC897EFA21AD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4-23T07:49:38.261" v="116" actId="6549"/>
          <ac:graphicFrameMkLst>
            <pc:docMk/>
            <pc:sldMk cId="265861374" sldId="2145706245"/>
            <ac:graphicFrameMk id="25" creationId="{D28DF0B3-698F-C7DA-D36A-0B5053723CF8}"/>
          </ac:graphicFrameMkLst>
        </pc:graphicFrameChg>
        <pc:graphicFrameChg chg="mod">
          <ac:chgData name="Emmanuel Guizar Rosales" userId="3c96448b-a9c8-436e-8abe-c5b4b4d9e6f9" providerId="ADAL" clId="{05DCB6A1-E90A-4F3E-851B-1240A1D95529}" dt="2026-05-08T10:56:35.544" v="396"/>
          <ac:graphicFrameMkLst>
            <pc:docMk/>
            <pc:sldMk cId="265861374" sldId="2145706245"/>
            <ac:graphicFrameMk id="27" creationId="{F62C8AAB-33BE-F096-EA97-493DA775C047}"/>
          </ac:graphicFrameMkLst>
        </pc:graphicFrameChg>
      </pc:sldChg>
      <pc:sldChg chg="modSp add del mod">
        <pc:chgData name="Emmanuel Guizar Rosales" userId="3c96448b-a9c8-436e-8abe-c5b4b4d9e6f9" providerId="ADAL" clId="{05DCB6A1-E90A-4F3E-851B-1240A1D95529}" dt="2026-05-08T11:00:03.207" v="509" actId="47"/>
        <pc:sldMkLst>
          <pc:docMk/>
          <pc:sldMk cId="4283598283" sldId="2145706246"/>
        </pc:sldMkLst>
      </pc:sldChg>
      <pc:sldChg chg="modSp add mod">
        <pc:chgData name="Emmanuel Guizar Rosales" userId="3c96448b-a9c8-436e-8abe-c5b4b4d9e6f9" providerId="ADAL" clId="{05DCB6A1-E90A-4F3E-851B-1240A1D95529}" dt="2026-05-08T12:11:46.254" v="524" actId="27918"/>
        <pc:sldMkLst>
          <pc:docMk/>
          <pc:sldMk cId="1163026181" sldId="2145706247"/>
        </pc:sldMkLst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2" creationId="{44AC9BAA-6243-46CE-5D4E-94BBD4F48ED6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3" creationId="{58365F1C-ACF3-1E8A-CFDC-B5BFFC4D30A8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4" creationId="{022F374D-B7E9-6ABD-4260-3AB5F7B106BF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5" creationId="{AB26F82A-98F1-2D26-83A9-FDC83A70FD2F}"/>
          </ac:spMkLst>
        </pc:spChg>
        <pc:spChg chg="mod">
          <ac:chgData name="Emmanuel Guizar Rosales" userId="3c96448b-a9c8-436e-8abe-c5b4b4d9e6f9" providerId="ADAL" clId="{05DCB6A1-E90A-4F3E-851B-1240A1D95529}" dt="2026-05-08T10:59:55.499" v="505" actId="20577"/>
          <ac:spMkLst>
            <pc:docMk/>
            <pc:sldMk cId="1163026181" sldId="2145706247"/>
            <ac:spMk id="21" creationId="{E398133D-BF13-CEBE-7455-BABF28B1490E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28" creationId="{BAFC07CA-1BB6-84C3-FA59-546D72C4816F}"/>
          </ac:spMkLst>
        </pc:spChg>
        <pc:spChg chg="mod">
          <ac:chgData name="Emmanuel Guizar Rosales" userId="3c96448b-a9c8-436e-8abe-c5b4b4d9e6f9" providerId="ADAL" clId="{05DCB6A1-E90A-4F3E-851B-1240A1D95529}" dt="2026-05-08T10:58:59.110" v="418" actId="20577"/>
          <ac:spMkLst>
            <pc:docMk/>
            <pc:sldMk cId="1163026181" sldId="2145706247"/>
            <ac:spMk id="33" creationId="{73A40BF5-6CA6-34B6-1D83-1F1B64338A5B}"/>
          </ac:spMkLst>
        </pc:spChg>
        <pc:spChg chg="mod">
          <ac:chgData name="Emmanuel Guizar Rosales" userId="3c96448b-a9c8-436e-8abe-c5b4b4d9e6f9" providerId="ADAL" clId="{05DCB6A1-E90A-4F3E-851B-1240A1D95529}" dt="2026-05-08T10:59:08.154" v="430" actId="20577"/>
          <ac:spMkLst>
            <pc:docMk/>
            <pc:sldMk cId="1163026181" sldId="2145706247"/>
            <ac:spMk id="34" creationId="{0E2960A6-AA87-CEB1-BF3F-460B2C44CCAA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35" creationId="{A571AADE-D037-B44F-7541-0CF34CD086A4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37" creationId="{D08A4A92-D96D-17AC-1D41-BCF5E4B5D354}"/>
          </ac:spMkLst>
        </pc:spChg>
        <pc:spChg chg="mod">
          <ac:chgData name="Emmanuel Guizar Rosales" userId="3c96448b-a9c8-436e-8abe-c5b4b4d9e6f9" providerId="ADAL" clId="{05DCB6A1-E90A-4F3E-851B-1240A1D95529}" dt="2026-05-08T10:59:41.308" v="490" actId="20577"/>
          <ac:spMkLst>
            <pc:docMk/>
            <pc:sldMk cId="1163026181" sldId="2145706247"/>
            <ac:spMk id="40" creationId="{891C75FE-2625-1EF2-3E2F-12638C5A94D0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46" creationId="{3A9A5E2E-AA62-8BC0-B58C-C72B081B6468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48" creationId="{E74EFB44-FA6F-BBCD-B7B0-C0F9C423335E}"/>
          </ac:spMkLst>
        </pc:spChg>
        <pc:spChg chg="mod">
          <ac:chgData name="Emmanuel Guizar Rosales" userId="3c96448b-a9c8-436e-8abe-c5b4b4d9e6f9" providerId="ADAL" clId="{05DCB6A1-E90A-4F3E-851B-1240A1D95529}" dt="2026-05-08T11:00:18.379" v="510" actId="790"/>
          <ac:spMkLst>
            <pc:docMk/>
            <pc:sldMk cId="1163026181" sldId="2145706247"/>
            <ac:spMk id="49" creationId="{9D5EC809-2420-B808-61B0-2B5AD4B313B3}"/>
          </ac:spMkLst>
        </pc:spChg>
        <pc:graphicFrameChg chg="modGraphic">
          <ac:chgData name="Emmanuel Guizar Rosales" userId="3c96448b-a9c8-436e-8abe-c5b4b4d9e6f9" providerId="ADAL" clId="{05DCB6A1-E90A-4F3E-851B-1240A1D95529}" dt="2026-05-08T10:59:24.229" v="457" actId="20577"/>
          <ac:graphicFrameMkLst>
            <pc:docMk/>
            <pc:sldMk cId="1163026181" sldId="2145706247"/>
            <ac:graphicFrameMk id="22" creationId="{3C316F03-5B40-8F17-42CF-CB24F44D6192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5-08T10:59:16.480" v="442" actId="20577"/>
          <ac:graphicFrameMkLst>
            <pc:docMk/>
            <pc:sldMk cId="1163026181" sldId="2145706247"/>
            <ac:graphicFrameMk id="23" creationId="{5206D809-817D-920B-7553-214817429F39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5-08T10:59:29.741" v="469" actId="20577"/>
          <ac:graphicFrameMkLst>
            <pc:docMk/>
            <pc:sldMk cId="1163026181" sldId="2145706247"/>
            <ac:graphicFrameMk id="24" creationId="{FB3C69B4-F246-A83E-0150-ACA85FD75D0B}"/>
          </ac:graphicFrameMkLst>
        </pc:graphicFrameChg>
        <pc:graphicFrameChg chg="modGraphic">
          <ac:chgData name="Emmanuel Guizar Rosales" userId="3c96448b-a9c8-436e-8abe-c5b4b4d9e6f9" providerId="ADAL" clId="{05DCB6A1-E90A-4F3E-851B-1240A1D95529}" dt="2026-05-08T10:59:19.894" v="450" actId="20577"/>
          <ac:graphicFrameMkLst>
            <pc:docMk/>
            <pc:sldMk cId="1163026181" sldId="2145706247"/>
            <ac:graphicFrameMk id="25" creationId="{1A01B636-6EFD-3B97-4EB2-D8ADA1A88E87}"/>
          </ac:graphicFrameMkLst>
        </pc:graphicFrameChg>
      </pc:sldChg>
      <pc:sldChg chg="add del">
        <pc:chgData name="Emmanuel Guizar Rosales" userId="3c96448b-a9c8-436e-8abe-c5b4b4d9e6f9" providerId="ADAL" clId="{05DCB6A1-E90A-4F3E-851B-1240A1D95529}" dt="2026-05-08T10:58:39.845" v="402"/>
        <pc:sldMkLst>
          <pc:docMk/>
          <pc:sldMk cId="3581327806" sldId="214570624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887292588210817E-2"/>
          <c:y val="0"/>
          <c:w val="0.95600261212838233"/>
          <c:h val="0.95510577009865172"/>
        </c:manualLayout>
      </c:layout>
      <c:scatterChart>
        <c:scatterStyle val="lineMarker"/>
        <c:varyColors val="0"/>
        <c:ser>
          <c:idx val="0"/>
          <c:order val="0"/>
          <c:tx>
            <c:strRef>
              <c:f>Tabelle1!$F$4</c:f>
              <c:strCache>
                <c:ptCount val="1"/>
                <c:pt idx="0">
                  <c:v>Q1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31CAA8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strRef>
                  <c:f>Tabelle1!$A$5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{C9FFD6A6-C4FB-4DB5-BE36-BF583BD74165}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{6B63B1D2-85C1-4FF4-A92C-16C25F63C4DA}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{922D9548-9FAE-4B6E-9F26-58397CB14616}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{69C7F4BC-0D6D-4627-9A3E-FAD2BC8AB3BF}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{A9D70C6B-F30A-4D7B-80F1-A216E146A59E}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{4592CF36-B901-42B3-9865-2DD587DDEFD5}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{B4467FAF-0306-4C20-9A78-B15143660074}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{26F0E984-33CD-4D4D-8348-6C5CC4A99F90}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{9388733B-AE83-4364-B1A9-ACB1ED3647DD}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{C489DB9F-27CE-4FCB-A28B-CDF3969087D6}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{BDC6CF22-66C5-4F5E-97FB-B5BCE0E20AB8}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{C183E24B-B193-433C-836F-547C5D45D078}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{F16BA3BF-D08F-4DB0-9785-6CE8DABB23E3}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{88317CD9-4798-41C6-A70D-D18ECD8E5AFB}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{37F4B907-E225-4F72-8C05-EB58B86C6A01}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{52E1D697-054C-4687-9984-EBCCFC4FBF1E}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{81C094D2-6E81-4F87-9469-41229D78318F}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{C16A85E9-86E9-44C4-AAF9-14ED976EBFBA}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{A52652D3-CE8C-4350-909B-B3655A4713EC}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{3CB59E2B-91D8-43A1-8E77-F7FE19E7C1FE}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{C04B6CFC-2AB2-47E1-A792-A44D053409D6}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{F72925C6-9C42-4032-8BD7-23083C002854}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{A79FD41A-2DA2-4616-8C47-D54F77DD498F}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{2D1A10AE-DCF7-4D2E-883C-A7F10ECC2561}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{66C4F188-61BD-4852-81CC-D559FFC2A10D}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{91DE58FB-05C5-40BD-94B0-6D8E345FE5CA}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{BC6EB09E-B113-4DEC-B599-054250B804D1}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{1A6195AD-0882-4363-8FF6-E1BD4A22AFB8}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{97651CEB-181B-4C48-BE0A-C29EB59865D4}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{395C0BF3-26B0-489A-BFCE-52203A14A052}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{C9B18557-A5C7-4353-97AF-98FE7F7CF5F8}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Tabelle1!$F$5:$F$35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91BF-4123-A69D-9703F90EAC2E}"/>
            </c:ext>
          </c:extLst>
        </c:ser>
        <c:ser>
          <c:idx val="1"/>
          <c:order val="1"/>
          <c:tx>
            <c:strRef>
              <c:f>Tabelle1!$G$4</c:f>
              <c:strCache>
                <c:ptCount val="1"/>
                <c:pt idx="0">
                  <c:v>Q2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9F29FF"/>
              </a:solidFill>
              <a:ln w="9525">
                <a:noFill/>
              </a:ln>
              <a:effectLst/>
            </c:spPr>
          </c:marker>
          <c:dPt>
            <c:idx val="2"/>
            <c:marker>
              <c:symbol val="circle"/>
              <c:size val="7"/>
              <c:spPr>
                <a:solidFill>
                  <a:srgbClr val="9F29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2-91BF-4123-A69D-9703F90EAC2E}"/>
              </c:ext>
            </c:extLst>
          </c:dPt>
          <c:dLbls>
            <c:dLbl>
              <c:idx val="0"/>
              <c:layout>
                <c:manualLayout>
                  <c:x val="-5.133644471466467E-2"/>
                  <c:y val="1.6994763753836337E-2"/>
                </c:manualLayout>
              </c:layout>
              <c:tx>
                <c:strRef>
                  <c:f>Tabelle1!$A$5</c:f>
                  <c:strCache>
                    <c:ptCount val="1"/>
                  </c:strCache>
                </c:strRef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{253E5467-F41D-41C8-A73C-E82A03D49E9D}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{7C7E6F78-78D4-40C0-ACA0-CD93D51FC79E}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{D31CA48D-93E4-48D4-9BB9-63E37432EBC7}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{B2B648AB-E243-4C8E-AA74-AC0A53BC3A48}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{EB229952-3FE6-44CC-B806-9874187EC549}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{C31C98D7-377A-424F-BB7D-83D76EB55287}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{5F801A25-5107-4747-A5A2-CD4837226D88}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{88DEBABB-F7BF-4A7F-A903-6E8C0DACF73F}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{60521B22-7256-4E8C-92FE-DBF3333A124A}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{CFACCB1D-90EB-4383-AF53-7E587E949F38}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{5C162668-36C0-41BF-BFCD-8E393002D0DC}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{8D09A28E-1BFB-42A7-952A-CDEE1732D918}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{2C368A31-45D4-4868-9BE8-BB25821048BE}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{439ACE01-433F-4887-BF66-FDC5E033679E}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{E4A21492-9245-4ACE-B06D-9BA7810C410C}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{A0D5112D-B2A7-41CE-8845-1BC3E43AC37F}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{0DE2CF42-D7B8-40F7-82D0-75FFC5CA775E}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{5261A408-799B-4073-82EF-797CFA7EEF80}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{CAE866FA-181F-4F33-89D9-A41FAD55A502}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{793D058B-459A-4122-81D5-97245F1C3417}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{3C7CDA71-1BB1-4649-B5F9-9395119F6B5B}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{DC2AFE9B-7166-48BC-A001-8DB893A90F90}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{DA6E5806-7261-46F1-BD67-8B0E20DAE646}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{7ABE915C-690E-4A2A-A610-2714D8419677}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{181F58B7-3BDF-47ED-BBE5-8ACF05E48E02}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{D310087C-B462-4362-BDFB-1163920A35D9}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{6389184B-80CE-485C-AB76-D10A4573D976}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{110F3D31-A461-4EA6-98BC-32BD47B5C4A4}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{73D4F69D-6BDD-419C-B023-997C5BB22A87}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{4FAA8E26-E225-435A-85C0-DADADF2FD865}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{18569ADB-CA2F-4D35-82BD-D1546FF2A16A}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Tabelle1!$G$5:$G$35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91BF-4123-A69D-9703F90EAC2E}"/>
            </c:ext>
          </c:extLst>
        </c:ser>
        <c:ser>
          <c:idx val="2"/>
          <c:order val="2"/>
          <c:tx>
            <c:strRef>
              <c:f>Tabelle1!$H$4</c:f>
              <c:strCache>
                <c:ptCount val="1"/>
                <c:pt idx="0">
                  <c:v>Q3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6A6EE"/>
              </a:solidFill>
              <a:ln w="9525">
                <a:noFill/>
              </a:ln>
              <a:effectLst/>
            </c:spPr>
          </c:marker>
          <c:dPt>
            <c:idx val="6"/>
            <c:marker>
              <c:symbol val="circle"/>
              <c:size val="7"/>
              <c:spPr>
                <a:solidFill>
                  <a:srgbClr val="06A6EE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6-91BF-4123-A69D-9703F90EAC2E}"/>
              </c:ext>
            </c:extLst>
          </c:dPt>
          <c:dLbls>
            <c:dLbl>
              <c:idx val="0"/>
              <c:tx>
                <c:strRef>
                  <c:f>Tabelle1!$A$5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{0998386D-9770-45CF-ACE3-138C6E3F122D}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{4E554CBE-3384-4ECA-B99F-0BC0DB57C3AA}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{4D6575CC-2C68-45EE-9005-D08DF6BF4D1C}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{FDC5FE7E-5C10-4F43-84BE-C4B442497399}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{2FBAE173-B3DC-48A8-BA8F-C914BEEBB701}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{25695D93-2B26-466C-B304-88082B3E37F3}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{B7AB423D-D90D-4174-848A-D2B9FC97F802}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{95327536-4BE3-4557-810E-756765022AB0}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{0DC4F03A-917D-44F2-BCE4-D23F16FA6394}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{E846C2A5-36AA-49A7-B38E-B8C50031F9B3}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{D4EF7662-D168-4A6D-B4D5-8521105C3787}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{57D34AD4-D315-4449-8D89-B02D0DDACBFD}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{DDC74A9C-AB6F-4098-9302-17D065538566}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{44996620-942D-4D72-86D4-3E22A690EF99}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{91CAA108-8F1E-4FE3-9780-70FDBEB84ADD}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{456BFF09-4684-4BC1-98B8-DDD5E8FFA569}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{8F0390CE-FDAB-4B98-BB80-0DAFF2BB8391}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{C900E881-5551-4877-9589-3C3947978309}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{CFB10F9D-D370-4ECF-BA5E-286D3F23D92C}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{60554E6F-EE6B-4E5E-82C0-1D240385B9CB}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{3860AC1D-37EF-4D3B-B87C-885E3B907E7D}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{9BE3051A-954B-4BFF-B1C3-F4DD16E0961D}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{FD681488-A25F-4EA5-AB60-85422578618D}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{F907481A-CD05-464E-BB2B-4B7028BEC689}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{BABA1B41-C1E6-446C-91BC-CDA315602135}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{4F7EF63F-D973-4C94-A470-C27D6F83A561}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{9FB534E8-2611-4A3B-8EE5-BAA8B72CED62}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{222FC7CF-1BB6-4395-BA7C-B24E0A79BE1B}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{88842769-35D7-4EA7-A11F-1FC3DAC00CB6}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{E4B26893-2358-4E1D-93E0-AEAF5D5025AE}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{5D843A28-8D19-4A0A-9970-1E0234E5B4BC}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Tabelle1!$H$5:$H$35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91BF-4123-A69D-9703F90EAC2E}"/>
            </c:ext>
          </c:extLst>
        </c:ser>
        <c:ser>
          <c:idx val="3"/>
          <c:order val="3"/>
          <c:tx>
            <c:strRef>
              <c:f>Tabelle1!$I$4</c:f>
              <c:strCache>
                <c:ptCount val="1"/>
                <c:pt idx="0">
                  <c:v>Q4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412C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strRef>
                  <c:f>Tabelle1!$A$5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{C5FE14E3-557B-4F56-9DD5-9273DE91B1BC}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{1FF5674F-E828-4022-9AAD-9AE8D0CCAE18}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{54A96BF9-9937-42AC-B6F2-A997BEB4403A}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{90E7EC6E-6ECD-457C-89A9-01B45C614A81}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{FD834157-C792-45CB-BEDE-C2E67A4F3A82}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{C936DB4B-C2C8-468C-8D72-3DA559B5DA1F}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{8EC6887C-ECF0-45E0-84BD-7C40307AE95D}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{DF796520-A414-49F7-8B94-220CE0B33D68}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{4B4F0EAB-987B-4EDE-AE4B-382582A49AD2}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{D6F90A45-6C31-4C3A-9592-0DADD6210205}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{87F59166-B44A-486D-9C9D-583411186810}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{D8CA1FD0-175A-4954-A32B-0E18EAFAA9D9}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{C04B4FC6-C2F4-484F-B3BB-6CF136C4E030}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{2AD5FC1F-DDAC-40A6-879C-39891208534D}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{55C6EBE7-1C9C-4464-86EA-31E3AF7A3210}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{0287F69A-4256-4275-B2C5-01EF62F4B83B}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{18192EF3-B5B0-49B9-A513-58B79B3B910F}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{A9C8DE98-1EF6-4DFF-9BCD-6C5BBDC07D7E}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{52FBD72E-D8DD-4BDE-879E-C7F2CB9E6129}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{39DB98F6-FFC2-4587-96A5-664C61A57192}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{B1A6D8B5-82BB-449E-B9F2-5A33DD4798A1}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{0080861F-9342-4A62-BE73-198DFFEEAF84}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{49A34B54-0448-4052-B05C-1E766936541D}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{03953D5F-D156-47A8-9362-A1274E132FFC}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{39470E10-E140-4A1C-84B6-31E8B54873E3}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{CF9B1E6B-B3ED-4726-BC82-583B25454698}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{D9873BD7-4FAF-47DA-ACD1-A9DD760639F1}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{D96A79C6-B488-4983-BC32-DFA33E5FAE60}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{029F1501-9977-4C80-9AEF-6D7A3029A1B8}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{B4E8BDE5-36CE-43F7-BA71-00719F344094}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{111456CF-C7CE-4762-AF7C-0E3E29AE0303}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Tabelle1!$I$5:$I$35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7F-91BF-4123-A69D-9703F90EA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0080047"/>
        <c:axId val="400072975"/>
      </c:scatterChart>
      <c:valAx>
        <c:axId val="400080047"/>
        <c:scaling>
          <c:orientation val="minMax"/>
          <c:max val="0.10800000000000001"/>
          <c:min val="2.3000000000000007E-2"/>
        </c:scaling>
        <c:delete val="0"/>
        <c:axPos val="b"/>
        <c:numFmt formatCode="0%" sourceLinked="1"/>
        <c:majorTickMark val="none"/>
        <c:minorTickMark val="none"/>
        <c:tickLblPos val="none"/>
        <c:spPr>
          <a:noFill/>
          <a:ln w="6350" cap="flat" cmpd="sng" algn="ctr">
            <a:solidFill>
              <a:srgbClr val="FFFFFF">
                <a:lumMod val="5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00072975"/>
        <c:crossesAt val="0.8257000000000001"/>
        <c:crossBetween val="midCat"/>
      </c:valAx>
      <c:valAx>
        <c:axId val="400072975"/>
        <c:scaling>
          <c:orientation val="minMax"/>
          <c:max val="0.89100000000000013"/>
          <c:min val="0.72900000000000009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6350" cap="flat" cmpd="sng" algn="ctr">
            <a:solidFill>
              <a:srgbClr val="FFFFFF">
                <a:lumMod val="5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00080047"/>
        <c:crossesAt val="6.2500000000000014E-2"/>
        <c:crossBetween val="midCat"/>
      </c:valAx>
      <c:spPr>
        <a:noFill/>
        <a:ln w="6350">
          <a:solidFill>
            <a:srgbClr val="FFFFFF">
              <a:lumMod val="65000"/>
            </a:srgb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de-DE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887292588210817E-2"/>
          <c:y val="0"/>
          <c:w val="0.95600261212838233"/>
          <c:h val="0.95510577009865172"/>
        </c:manualLayout>
      </c:layout>
      <c:scatterChart>
        <c:scatterStyle val="lineMarker"/>
        <c:varyColors val="0"/>
        <c:ser>
          <c:idx val="0"/>
          <c:order val="0"/>
          <c:tx>
            <c:strRef>
              <c:f>Tabelle1!$F$4</c:f>
              <c:strCache>
                <c:ptCount val="1"/>
                <c:pt idx="0">
                  <c:v>Q1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31CAA8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strRef>
                  <c:f>Tabelle1!$A$5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{892CD303-270D-4E5D-A6F2-232F5B7D8078}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{10CB015E-E274-480C-9C2D-BD0F5A0C3993}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{6C84A708-0BF1-43CF-801F-F1AB35486A8C}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{4B43D031-86B2-4459-B45A-613EC50E5E30}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{ED1302B5-8FB1-4892-85F6-2D14BB1D6572}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{F8896F7F-98C8-4000-BD4A-CBCC7FBD1DD4}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{D224787E-0B20-4703-95E7-2D0C7C6EF24D}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{DDDE8B0C-8BD7-49D4-8CC8-AD102EA51661}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{C1CB2440-4D36-4991-9DB9-CC023BB75AE3}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{F87D7C14-E647-4A7F-BAE5-02A2CA55AE7F}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{5F5CFF32-AA19-4E9C-BCDE-D95ADDF4EE06}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{B0990E50-7C82-46B5-98BC-529646EC395E}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{B36FF668-F9E3-4BC1-9613-E92B07AA83C5}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{049D868F-6E62-4CEF-980F-ACC9A48C34D7}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{6FDCD3C4-7EA8-47AF-A108-0D2738FAABCE}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{51107116-2433-4BF4-94D2-97E9A8102C69}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{DD3379D9-0B00-4796-9EFB-A087F4297762}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{A8206DBD-C381-4A91-AFEF-972335F080A8}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{3B2BCD36-D3C7-4A72-9982-1C6268362AC5}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{9AF075FA-0604-487A-833B-14DB29126304}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{3D96263F-660E-46FB-B4E9-D0F5564E6BCA}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{DB3EC790-ED65-496B-B024-5B1A4118C615}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{F1CB2336-2776-4AC3-8D08-B87656801C91}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{AD71C670-ADAF-4824-97C5-6181DF359C7D}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{5CCF22AE-3AA4-4A32-AB8E-5AF103AA1B4B}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{E232CE06-9C3F-46EC-BE6D-BEC024A1ECE3}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{9A916B40-A749-4AFC-BB91-87BEF5AF2230}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{25DDF7DF-D0DF-4836-A010-03F7A0AF7EB3}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{55165C47-A419-43F7-9178-D24D2AAB5518}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{5B68E3F6-1ABB-4111-8BE6-8BBC75E3D24E}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{EDB60EF2-C266-44D7-A7A1-615FCCC635C3}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Tabelle1!$F$5:$F$35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91BF-4123-A69D-9703F90EAC2E}"/>
            </c:ext>
          </c:extLst>
        </c:ser>
        <c:ser>
          <c:idx val="1"/>
          <c:order val="1"/>
          <c:tx>
            <c:strRef>
              <c:f>Tabelle1!$G$4</c:f>
              <c:strCache>
                <c:ptCount val="1"/>
                <c:pt idx="0">
                  <c:v>Q2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9F29FF"/>
              </a:solidFill>
              <a:ln w="9525">
                <a:noFill/>
              </a:ln>
              <a:effectLst/>
            </c:spPr>
          </c:marker>
          <c:dPt>
            <c:idx val="2"/>
            <c:marker>
              <c:symbol val="circle"/>
              <c:size val="7"/>
              <c:spPr>
                <a:solidFill>
                  <a:srgbClr val="9F29FF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2-91BF-4123-A69D-9703F90EAC2E}"/>
              </c:ext>
            </c:extLst>
          </c:dPt>
          <c:dLbls>
            <c:dLbl>
              <c:idx val="0"/>
              <c:layout>
                <c:manualLayout>
                  <c:x val="-5.133644471466467E-2"/>
                  <c:y val="1.6994763753836337E-2"/>
                </c:manualLayout>
              </c:layout>
              <c:tx>
                <c:strRef>
                  <c:f>Tabelle1!$A$5</c:f>
                  <c:strCache>
                    <c:ptCount val="1"/>
                  </c:strCache>
                </c:strRef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{00952835-8FA6-44A2-9993-1E84D2DD70DC}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{29BE4817-A558-4804-AB5F-E52F0A4BE510}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{64DE23D3-A119-4090-9FD7-2B4ADE8BCD77}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{2300E2A5-4547-42B0-A12E-3C823CDA347F}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{4D238B35-0F2D-4969-8F72-47F0DF7817E9}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{1649B1C6-8DD8-4B26-BB99-56141BBC7ED1}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{E9FEDCAB-6AE1-47CA-B32C-11FE295365C7}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{AEA153A8-07B1-490B-9AEE-DC70416C1D50}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{B0D6770A-F1DC-4AF9-A069-9BB0445AA8C7}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{D2356A9F-2D3C-45A9-88E5-26657BDB20DD}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{46CE2F9D-D2D7-4D46-8DEA-AE74303F9543}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{2B9C6683-CB10-4C60-AF60-D6538C18969A}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{63C7E88C-4BA6-4160-885F-B7F394AE06F5}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{DABC4CCB-1BE6-420E-AE72-8A965AACFA1C}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{9E0B0A09-BFC4-4DCC-B7D6-3FEEB3C4C0F8}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{973A118B-EF83-4A41-8055-E207893CA862}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2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{A4F80860-C7BF-482D-8694-C9F2422F640A}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{A892B362-1BBE-4995-AC41-F5F6AD0BC58E}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{1977A682-5264-4112-B58F-12A8B238D2D7}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{19D44F28-A61F-49DB-9C9D-9255A368998F}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{A17D2B75-95FB-4146-B00C-3B94CCB05EEC}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{88341892-3874-4C8E-AA79-EF0BDE04814F}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{C6F5BCD3-CC4B-4FD4-B810-CC1DF3B20979}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{CE99D89B-6B10-4EA8-BB80-842B890913AE}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{955DD646-2B85-4919-B8AA-D8DE1AB0F07B}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{269E6AA1-4051-4932-8C34-C14C2B6B3F6F}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{5B70E081-D907-4542-8EF2-C80E94B974E9}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{B4888DE1-FB0B-4C99-8951-0230AC04E398}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{E01AD4BE-CBCA-4142-998B-689E34999852}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{B8CE365D-DECB-4F85-8461-AC5D503EF452}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{44F1FACE-70BA-4679-B859-D20DBBC02BBA}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3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Tabelle1!$G$5:$G$35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91BF-4123-A69D-9703F90EAC2E}"/>
            </c:ext>
          </c:extLst>
        </c:ser>
        <c:ser>
          <c:idx val="2"/>
          <c:order val="2"/>
          <c:tx>
            <c:strRef>
              <c:f>Tabelle1!$H$4</c:f>
              <c:strCache>
                <c:ptCount val="1"/>
                <c:pt idx="0">
                  <c:v>Q3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6A6EE"/>
              </a:solidFill>
              <a:ln w="9525">
                <a:noFill/>
              </a:ln>
              <a:effectLst/>
            </c:spPr>
          </c:marker>
          <c:dPt>
            <c:idx val="6"/>
            <c:marker>
              <c:symbol val="circle"/>
              <c:size val="7"/>
              <c:spPr>
                <a:solidFill>
                  <a:srgbClr val="06A6EE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6-91BF-4123-A69D-9703F90EAC2E}"/>
              </c:ext>
            </c:extLst>
          </c:dPt>
          <c:dLbls>
            <c:dLbl>
              <c:idx val="0"/>
              <c:tx>
                <c:strRef>
                  <c:f>Tabelle1!$A$5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{3FF7BD86-D51C-471C-BC6C-998B94A6F2E9}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{59DA3CE8-9041-4B3F-871E-1C93E5AD5AC1}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{A2AAF457-BA38-4A53-8F9E-E5EFD3CA2E28}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{38316B56-9DEE-4648-90B9-1C5EC42EBC1F}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{544E8AA6-FDA4-4E59-9378-39C6A3AAB8BE}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{9E1C47C6-061E-4225-9A82-A87124F8EE29}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{D8E49BE5-75C9-4B4E-A829-1E5DF88DE62F}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{BEAEFB02-AADE-4E1B-8AF7-3AF7F7725744}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{A55095CA-B19D-408C-A10D-7A063CCD994F}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{246EE042-5222-4784-B34A-6472EEBE18DB}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{CF1F22B1-DED8-4D34-9E89-E9500BB0DA49}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{5ACDE4BD-997C-4D5A-AF46-2E3A9BF35AB2}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{9FD594F4-48BB-46C3-9655-6E8AF24D3646}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{221B4B1A-60FB-4021-B3D7-D998DBD6EB6B}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{B8E4F17C-5F51-4DE1-8F67-ED7F57ECA8D6}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{6A7A12BE-970D-4825-932C-B6ADFBA8C2F5}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4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{948681CA-6792-448A-AB8D-035A4FB59853}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{34F0E9C0-5867-42C4-AFE4-3A5EA880781A}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{8D21AD28-F02C-4B7E-9462-626F9984DA88}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{0F9855C7-F0E6-4676-AB57-746301CD24E1}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{A357D7A4-95D8-4B5B-9521-09945C60B645}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{1011E0CB-8FC9-45B3-A0C2-EAC098334AE0}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{8D931AAC-F832-4D6F-95DD-9B0A30B48F64}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{0B1624A8-FFC4-4AE2-B9AE-5370EB70D4AB}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{646609D5-ECD3-4504-867B-BD49829A14E0}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{0D8894B1-5EE7-4072-8834-2719E84B3A75}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{F2883B6F-D9C5-42D1-8AC8-A15819736E67}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{A9589A7D-0891-44FC-8381-DB4DDC311A3B}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{A7DA9F7F-A947-41B1-9B7C-9ECE9B42098F}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{F11DEB40-09B1-434E-AB14-45D87F05CCD3}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{61EF45A3-2AAF-437A-83F0-874E2073B18F}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5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Tabelle1!$H$5:$H$35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91BF-4123-A69D-9703F90EAC2E}"/>
            </c:ext>
          </c:extLst>
        </c:ser>
        <c:ser>
          <c:idx val="3"/>
          <c:order val="3"/>
          <c:tx>
            <c:strRef>
              <c:f>Tabelle1!$I$4</c:f>
              <c:strCache>
                <c:ptCount val="1"/>
                <c:pt idx="0">
                  <c:v>Q4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FF412C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strRef>
                  <c:f>Tabelle1!$A$5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{8979DEDE-BE01-4645-9D1B-DC75E64B0DFA}</c15:txfldGUID>
                      <c15:f>Tabelle1!$A$5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0-91BF-4123-A69D-9703F90EAC2E}"/>
                </c:ext>
              </c:extLst>
            </c:dLbl>
            <c:dLbl>
              <c:idx val="1"/>
              <c:tx>
                <c:strRef>
                  <c:f>Tabelle1!$A$6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{342F20F4-C972-4CDA-8C95-A92B391284F3}</c15:txfldGUID>
                      <c15:f>Tabelle1!$A$6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1-91BF-4123-A69D-9703F90EAC2E}"/>
                </c:ext>
              </c:extLst>
            </c:dLbl>
            <c:dLbl>
              <c:idx val="2"/>
              <c:tx>
                <c:strRef>
                  <c:f>Tabelle1!$A$7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{5E3CCB31-730E-4196-B65C-B60518018E71}</c15:txfldGUID>
                      <c15:f>Tabelle1!$A$7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2-91BF-4123-A69D-9703F90EAC2E}"/>
                </c:ext>
              </c:extLst>
            </c:dLbl>
            <c:dLbl>
              <c:idx val="3"/>
              <c:tx>
                <c:strRef>
                  <c:f>Tabelle1!$A$8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{F3F9DCB7-D55C-48BB-BC93-F124C26A0427}</c15:txfldGUID>
                      <c15:f>Tabelle1!$A$8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3-91BF-4123-A69D-9703F90EAC2E}"/>
                </c:ext>
              </c:extLst>
            </c:dLbl>
            <c:dLbl>
              <c:idx val="4"/>
              <c:tx>
                <c:strRef>
                  <c:f>Tabelle1!$A$9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{E4D2AEC8-183A-4D35-BD77-41E93DE49DF1}</c15:txfldGUID>
                      <c15:f>Tabelle1!$A$9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4-91BF-4123-A69D-9703F90EAC2E}"/>
                </c:ext>
              </c:extLst>
            </c:dLbl>
            <c:dLbl>
              <c:idx val="5"/>
              <c:tx>
                <c:strRef>
                  <c:f>Tabelle1!$A$10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{D7EBE5C6-72A1-4CAE-BDF1-BC57ECFD5125}</c15:txfldGUID>
                      <c15:f>Tabelle1!$A$10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5-91BF-4123-A69D-9703F90EAC2E}"/>
                </c:ext>
              </c:extLst>
            </c:dLbl>
            <c:dLbl>
              <c:idx val="6"/>
              <c:tx>
                <c:strRef>
                  <c:f>Tabelle1!$A$11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{BD4168C2-6720-44C8-AA41-8B8877E1B1E7}</c15:txfldGUID>
                      <c15:f>Tabelle1!$A$11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6-91BF-4123-A69D-9703F90EAC2E}"/>
                </c:ext>
              </c:extLst>
            </c:dLbl>
            <c:dLbl>
              <c:idx val="7"/>
              <c:tx>
                <c:strRef>
                  <c:f>Tabelle1!$A$12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{7090A265-B143-4C9D-BAC6-8F7C6BF45861}</c15:txfldGUID>
                      <c15:f>Tabelle1!$A$12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7-91BF-4123-A69D-9703F90EAC2E}"/>
                </c:ext>
              </c:extLst>
            </c:dLbl>
            <c:dLbl>
              <c:idx val="8"/>
              <c:tx>
                <c:strRef>
                  <c:f>Tabelle1!$A$13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{5AECAEC0-5E2E-4CFB-82DF-DF1ACA5C39DF}</c15:txfldGUID>
                      <c15:f>Tabelle1!$A$13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8-91BF-4123-A69D-9703F90EAC2E}"/>
                </c:ext>
              </c:extLst>
            </c:dLbl>
            <c:dLbl>
              <c:idx val="9"/>
              <c:tx>
                <c:strRef>
                  <c:f>Tabelle1!$A$14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{1BFABCA7-568E-4B89-AE08-464A7BE99F01}</c15:txfldGUID>
                      <c15:f>Tabelle1!$A$14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9-91BF-4123-A69D-9703F90EAC2E}"/>
                </c:ext>
              </c:extLst>
            </c:dLbl>
            <c:dLbl>
              <c:idx val="10"/>
              <c:tx>
                <c:strRef>
                  <c:f>Tabelle1!$A$15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{86472B43-F036-46CF-B28E-4EB28B4B1662}</c15:txfldGUID>
                      <c15:f>Tabelle1!$A$15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A-91BF-4123-A69D-9703F90EAC2E}"/>
                </c:ext>
              </c:extLst>
            </c:dLbl>
            <c:dLbl>
              <c:idx val="11"/>
              <c:tx>
                <c:strRef>
                  <c:f>Tabelle1!$A$16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{2C8609D7-18B7-4C87-87A9-C44C3ACC0175}</c15:txfldGUID>
                      <c15:f>Tabelle1!$A$16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B-91BF-4123-A69D-9703F90EAC2E}"/>
                </c:ext>
              </c:extLst>
            </c:dLbl>
            <c:dLbl>
              <c:idx val="12"/>
              <c:tx>
                <c:strRef>
                  <c:f>Tabelle1!$A$17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{60A67176-EDD8-4D0F-ABBD-217C11806CE4}</c15:txfldGUID>
                      <c15:f>Tabelle1!$A$17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C-91BF-4123-A69D-9703F90EAC2E}"/>
                </c:ext>
              </c:extLst>
            </c:dLbl>
            <c:dLbl>
              <c:idx val="13"/>
              <c:tx>
                <c:strRef>
                  <c:f>Tabelle1!$A$18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{4FDA6FA5-138B-4718-BBAB-3F553CE53606}</c15:txfldGUID>
                      <c15:f>Tabelle1!$A$18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D-91BF-4123-A69D-9703F90EAC2E}"/>
                </c:ext>
              </c:extLst>
            </c:dLbl>
            <c:dLbl>
              <c:idx val="14"/>
              <c:tx>
                <c:strRef>
                  <c:f>Tabelle1!$A$19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{3E5F6AD8-8AA3-49C8-9763-5B7AD7B56E1D}</c15:txfldGUID>
                      <c15:f>Tabelle1!$A$19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E-91BF-4123-A69D-9703F90EAC2E}"/>
                </c:ext>
              </c:extLst>
            </c:dLbl>
            <c:dLbl>
              <c:idx val="15"/>
              <c:tx>
                <c:strRef>
                  <c:f>Tabelle1!$A$20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{F919DAD7-60E7-4FD8-AC70-BD947673D3E1}</c15:txfldGUID>
                      <c15:f>Tabelle1!$A$20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6F-91BF-4123-A69D-9703F90EAC2E}"/>
                </c:ext>
              </c:extLst>
            </c:dLbl>
            <c:dLbl>
              <c:idx val="16"/>
              <c:tx>
                <c:strRef>
                  <c:f>Tabelle1!$A$21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{6EA01414-4FCA-4273-BF89-20BF1D7D3CA9}</c15:txfldGUID>
                      <c15:f>Tabelle1!$A$21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0-91BF-4123-A69D-9703F90EAC2E}"/>
                </c:ext>
              </c:extLst>
            </c:dLbl>
            <c:dLbl>
              <c:idx val="17"/>
              <c:tx>
                <c:strRef>
                  <c:f>Tabelle1!$A$22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{DCC28940-912D-4137-93AD-57B51164FD92}</c15:txfldGUID>
                      <c15:f>Tabelle1!$A$22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1-91BF-4123-A69D-9703F90EAC2E}"/>
                </c:ext>
              </c:extLst>
            </c:dLbl>
            <c:dLbl>
              <c:idx val="18"/>
              <c:tx>
                <c:strRef>
                  <c:f>Tabelle1!$A$23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{E0CC62B2-7F09-4FF9-B884-64F96F2165F0}</c15:txfldGUID>
                      <c15:f>Tabelle1!$A$23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2-91BF-4123-A69D-9703F90EAC2E}"/>
                </c:ext>
              </c:extLst>
            </c:dLbl>
            <c:dLbl>
              <c:idx val="19"/>
              <c:tx>
                <c:strRef>
                  <c:f>Tabelle1!$A$24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{B000EEC6-4E3A-4E8A-BD24-B6B51A5A0A9C}</c15:txfldGUID>
                      <c15:f>Tabelle1!$A$24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3-91BF-4123-A69D-9703F90EAC2E}"/>
                </c:ext>
              </c:extLst>
            </c:dLbl>
            <c:dLbl>
              <c:idx val="20"/>
              <c:tx>
                <c:strRef>
                  <c:f>Tabelle1!$A$25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{5DD2FC82-26E0-47C9-8534-B248D7CFAE0A}</c15:txfldGUID>
                      <c15:f>Tabelle1!$A$25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4-91BF-4123-A69D-9703F90EAC2E}"/>
                </c:ext>
              </c:extLst>
            </c:dLbl>
            <c:dLbl>
              <c:idx val="21"/>
              <c:tx>
                <c:strRef>
                  <c:f>Tabelle1!$A$26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{26B3EDDE-43F7-457F-B89F-B2E302F32D50}</c15:txfldGUID>
                      <c15:f>Tabelle1!$A$26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5-91BF-4123-A69D-9703F90EAC2E}"/>
                </c:ext>
              </c:extLst>
            </c:dLbl>
            <c:dLbl>
              <c:idx val="22"/>
              <c:tx>
                <c:strRef>
                  <c:f>Tabelle1!$A$27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{BEF7D876-1514-428C-8327-E766DE16A6D8}</c15:txfldGUID>
                      <c15:f>Tabelle1!$A$27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6-91BF-4123-A69D-9703F90EAC2E}"/>
                </c:ext>
              </c:extLst>
            </c:dLbl>
            <c:dLbl>
              <c:idx val="23"/>
              <c:tx>
                <c:strRef>
                  <c:f>Tabelle1!$A$28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{E04BDE3E-A8D0-4862-8DF9-A2B9C3ACD517}</c15:txfldGUID>
                      <c15:f>Tabelle1!$A$28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7-91BF-4123-A69D-9703F90EAC2E}"/>
                </c:ext>
              </c:extLst>
            </c:dLbl>
            <c:dLbl>
              <c:idx val="24"/>
              <c:tx>
                <c:strRef>
                  <c:f>Tabelle1!$A$29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{469236C4-B312-44A5-A912-A16E50BDFCF2}</c15:txfldGUID>
                      <c15:f>Tabelle1!$A$29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8-91BF-4123-A69D-9703F90EAC2E}"/>
                </c:ext>
              </c:extLst>
            </c:dLbl>
            <c:dLbl>
              <c:idx val="25"/>
              <c:tx>
                <c:strRef>
                  <c:f>Tabelle1!$A$30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{90494A09-EAA3-4CF1-9DC2-18BE3ECF1A7A}</c15:txfldGUID>
                      <c15:f>Tabelle1!$A$30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9-91BF-4123-A69D-9703F90EAC2E}"/>
                </c:ext>
              </c:extLst>
            </c:dLbl>
            <c:dLbl>
              <c:idx val="26"/>
              <c:tx>
                <c:strRef>
                  <c:f>Tabelle1!$A$31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{1287A2BC-ADA0-4908-8F6F-40D6E6EC70CD}</c15:txfldGUID>
                      <c15:f>Tabelle1!$A$31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A-91BF-4123-A69D-9703F90EAC2E}"/>
                </c:ext>
              </c:extLst>
            </c:dLbl>
            <c:dLbl>
              <c:idx val="27"/>
              <c:tx>
                <c:strRef>
                  <c:f>Tabelle1!$A$32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{CAE857C7-D6B1-42EF-90C2-59FB0B23E0BA}</c15:txfldGUID>
                      <c15:f>Tabelle1!$A$32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B-91BF-4123-A69D-9703F90EAC2E}"/>
                </c:ext>
              </c:extLst>
            </c:dLbl>
            <c:dLbl>
              <c:idx val="28"/>
              <c:tx>
                <c:strRef>
                  <c:f>Tabelle1!$A$33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{8EED3BF6-E48D-4230-B0D8-A74C89077AA7}</c15:txfldGUID>
                      <c15:f>Tabelle1!$A$33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C-91BF-4123-A69D-9703F90EAC2E}"/>
                </c:ext>
              </c:extLst>
            </c:dLbl>
            <c:dLbl>
              <c:idx val="29"/>
              <c:tx>
                <c:strRef>
                  <c:f>Tabelle1!$A$34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{44BE1B34-EB6A-4C62-9FAE-926B39C9C2FD}</c15:txfldGUID>
                      <c15:f>Tabelle1!$A$34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D-91BF-4123-A69D-9703F90EAC2E}"/>
                </c:ext>
              </c:extLst>
            </c:dLbl>
            <c:dLbl>
              <c:idx val="30"/>
              <c:tx>
                <c:strRef>
                  <c:f>Tabelle1!$A$35</c:f>
                  <c:strCache>
                    <c:ptCount val="1"/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{38611304-2754-4E9B-8E8D-C280F77195EA}</c15:txfldGUID>
                      <c15:f>Tabelle1!$A$35</c15:f>
                      <c15:dlblFieldTableCache>
                        <c:ptCount val="1"/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7E-91BF-4123-A69D-9703F90EA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Tabelle1!$C$5:$C$35</c:f>
              <c:numCache>
                <c:formatCode>0%</c:formatCode>
                <c:ptCount val="31"/>
              </c:numCache>
            </c:numRef>
          </c:xVal>
          <c:yVal>
            <c:numRef>
              <c:f>Tabelle1!$I$5:$I$35</c:f>
              <c:numCache>
                <c:formatCode>General</c:formatCode>
                <c:ptCount val="31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7F-91BF-4123-A69D-9703F90EA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0080047"/>
        <c:axId val="400072975"/>
      </c:scatterChart>
      <c:valAx>
        <c:axId val="400080047"/>
        <c:scaling>
          <c:orientation val="minMax"/>
          <c:max val="0.10800000000000001"/>
          <c:min val="2.3000000000000007E-2"/>
        </c:scaling>
        <c:delete val="0"/>
        <c:axPos val="b"/>
        <c:numFmt formatCode="0%" sourceLinked="1"/>
        <c:majorTickMark val="none"/>
        <c:minorTickMark val="none"/>
        <c:tickLblPos val="none"/>
        <c:spPr>
          <a:noFill/>
          <a:ln w="6350" cap="flat" cmpd="sng" algn="ctr">
            <a:solidFill>
              <a:srgbClr val="FFFFFF">
                <a:lumMod val="5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00072975"/>
        <c:crossesAt val="0.8257000000000001"/>
        <c:crossBetween val="midCat"/>
      </c:valAx>
      <c:valAx>
        <c:axId val="400072975"/>
        <c:scaling>
          <c:orientation val="minMax"/>
          <c:max val="0.89100000000000013"/>
          <c:min val="0.72900000000000009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6350" cap="flat" cmpd="sng" algn="ctr">
            <a:solidFill>
              <a:srgbClr val="FFFFFF">
                <a:lumMod val="5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00080047"/>
        <c:crossesAt val="6.2500000000000014E-2"/>
        <c:crossBetween val="midCat"/>
      </c:valAx>
      <c:spPr>
        <a:noFill/>
        <a:ln w="6350">
          <a:solidFill>
            <a:srgbClr val="FFFFFF">
              <a:lumMod val="65000"/>
            </a:srgb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de-DE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FE9BE82B-5D44-0B45-BFA7-6B9C6088491B}" type="datetimeFigureOut">
              <a:rPr lang="de-DE" smtClean="0"/>
              <a:pPr/>
              <a:t>08.05.2026</a:t>
            </a:fld>
            <a:endParaRPr lang="de-D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9A5EE3D5-9226-424F-9DBA-F4686C32699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12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CE8B-F4B4-7D75-3936-AA65F1D9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E3410-0FFC-ADA7-C99D-611CB50B1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A06ED-8A57-8212-54FA-585F86E9C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D11D4-B7D9-F6B9-FA88-2C89403D5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EE3D5-9226-424F-9DBA-F4686C32699F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7587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EE3D5-9226-424F-9DBA-F4686C32699F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1378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D4D27-2E35-CAFF-1A88-47F271F2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DD7C7-0684-F40D-39E0-5A622F38E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049B2-5225-7354-912E-CCEBFE741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2AD5-1A5D-27C8-E1DA-AC6B94863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5EE3D5-9226-424F-9DBA-F4686C32699F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775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5EE3D5-9226-424F-9DBA-F4686C32699F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857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3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B3ECAB-9B19-58FC-7E08-51C76CBDF8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0637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B3ECAB-9B19-58FC-7E08-51C76CBDF8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7" hidden="1">
            <a:extLst>
              <a:ext uri="{FF2B5EF4-FFF2-40B4-BE49-F238E27FC236}">
                <a16:creationId xmlns:a16="http://schemas.microsoft.com/office/drawing/2014/main" id="{BDBD91DF-EEBF-4F90-8EB0-5B46372D5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white">
          <a:xfrm>
            <a:off x="1219320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100">
                <a:noFill/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 sz="100">
                <a:noFill/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CEAF09-4087-4DE9-9FE5-1AA7D63567C2}"/>
              </a:ext>
            </a:extLst>
          </p:cNvPr>
          <p:cNvSpPr/>
          <p:nvPr userDrawn="1"/>
        </p:nvSpPr>
        <p:spPr bwMode="white">
          <a:xfrm>
            <a:off x="540000" y="5937520"/>
            <a:ext cx="1710000" cy="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2000" noProof="0" dirty="0" err="1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BACEDC41-79C2-4ADA-B739-01C59B4CABDE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556126" y="511471"/>
            <a:ext cx="744037" cy="154751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39749" y="1980000"/>
            <a:ext cx="8290800" cy="1836000"/>
          </a:xfrm>
        </p:spPr>
        <p:txBody>
          <a:bodyPr vert="horz" anchor="t" anchorCtr="0"/>
          <a:lstStyle>
            <a:lvl1pPr algn="l" rtl="0">
              <a:lnSpc>
                <a:spcPts val="8000"/>
              </a:lnSpc>
              <a:defRPr sz="88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9749" y="3984686"/>
            <a:ext cx="8290800" cy="335022"/>
          </a:xfrm>
        </p:spPr>
        <p:txBody>
          <a:bodyPr/>
          <a:lstStyle>
            <a:lvl1pPr marL="0" indent="0" algn="l" rtl="0">
              <a:spcBef>
                <a:spcPts val="0"/>
              </a:spcBef>
              <a:buFont typeface="Arial" panose="020B0604020202020204" pitchFamily="34" charset="0"/>
              <a:buChar char="​"/>
              <a:defRPr sz="2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  <a:latin typeface="+mn-lt"/>
              </a:defRPr>
            </a:lvl2pPr>
            <a:lvl3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3pPr>
            <a:lvl4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4pPr>
            <a:lvl5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5pPr>
            <a:lvl6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6pPr>
            <a:lvl7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7pPr>
            <a:lvl8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8pPr>
            <a:lvl9pPr marL="0" indent="0" algn="l"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de-DE"/>
              <a:t>Click to add subtitle</a:t>
            </a:r>
            <a:endParaRPr lang="de-DE" dirty="0"/>
          </a:p>
        </p:txBody>
      </p:sp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6D60C9B8-54EB-4CAF-B33B-5CBD629B423C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540000" y="5528428"/>
            <a:ext cx="3582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7CF3E8C-2959-4E0A-998D-1E39AB398C40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6F3575C-6CB2-5146-AECD-045130F7B9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749" y="6096600"/>
            <a:ext cx="5098801" cy="2520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1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Living Consumer Intelligence | business.yougov.com</a:t>
            </a:r>
            <a:endParaRPr lang="de-DE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5540F57-BC53-518F-5480-344883A105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826" y="1283110"/>
            <a:ext cx="1858623" cy="491715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lIns="251999" tIns="0" rIns="0" bIns="0" anchor="ctr" anchorCtr="0"/>
          <a:lstStyle>
            <a:lvl1pPr marL="0" indent="0" rtl="0">
              <a:buFont typeface="Arial" panose="020B0604020202020204" pitchFamily="34" charset="0"/>
              <a:buNone/>
              <a:defRPr sz="11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REGION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6559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1E3332-91DC-7361-2929-035BEB7397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3164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E3332-91DC-7361-2929-035BEB739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5E5044C4-F1FE-4268-A644-D0B3DB2C7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CBF0E02-BACD-49F8-8D50-09F3D7ED73D3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16" name="Text Placeholder Eyebrow">
            <a:extLst>
              <a:ext uri="{FF2B5EF4-FFF2-40B4-BE49-F238E27FC236}">
                <a16:creationId xmlns:a16="http://schemas.microsoft.com/office/drawing/2014/main" id="{D358452D-0474-9986-ADE8-275088EBE96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7D01790C-7C95-1D54-8C64-68574A9035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36FF72-4E7D-476B-58CA-C7DA9FAD7329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759F407-755C-E19B-7E1B-BAB07ABF4B4D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4332308-A7DD-8DC9-19CE-2A47C22B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6632DED3-6B21-EE89-1B2E-8CDE6F15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3DAC2-87D7-E55C-4370-D9E8049AD72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39750" y="5911850"/>
            <a:ext cx="11110913" cy="412750"/>
          </a:xfrm>
        </p:spPr>
        <p:txBody>
          <a:bodyPr anchor="b"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bg1">
                    <a:lumMod val="6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23272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>
          <p15:clr>
            <a:srgbClr val="FBAE40"/>
          </p15:clr>
        </p15:guide>
        <p15:guide id="2" orient="horz" pos="10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E3CF292-F358-C944-EFC6-42686FC0AD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4094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3CF292-F358-C944-EFC6-42686FC0A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63A6AFC9-6A59-4D5E-8E4E-131EAEF984E8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8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8223C1-D0CC-511D-306A-EC536C068C5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4311206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C11FB4-713F-ECB5-3A53-64922D6B6302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8076792" y="1980000"/>
            <a:ext cx="3576389" cy="4338000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35476EF7-E7B6-6BF5-035B-6500ABED5B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707E08-8F3D-D2D3-3E4B-92A035584153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00EDED-87F2-6157-B579-BEA5048AFD6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3EC5253-0CF9-5F85-F8CA-910F01CB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9" name="Text Placeholder Eyebrow">
            <a:extLst>
              <a:ext uri="{FF2B5EF4-FFF2-40B4-BE49-F238E27FC236}">
                <a16:creationId xmlns:a16="http://schemas.microsoft.com/office/drawing/2014/main" id="{B39231A9-FE75-22F5-1A18-8D6E71B792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131E4D2-401D-AF0D-3FEB-31DF19AA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B0D09A-9E40-1D86-E19D-4777C4890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7485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ntent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36CB96E-1294-6FCE-CA3B-1DF2712D5E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492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6CB96E-1294-6FCE-CA3B-1DF2712D5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56C6843-905C-D8CE-AED0-83ABA88F8BF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1400" noProof="0" dirty="0" err="1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DBF35F9F-A3ED-4C69-9529-B3B310990107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8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>
              <a:alpha val="30000"/>
            </a:schemeClr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8223C1-D0CC-511D-306A-EC536C068C5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4311206" y="1980000"/>
            <a:ext cx="3576389" cy="4338000"/>
          </a:xfrm>
          <a:prstGeom prst="roundRect">
            <a:avLst>
              <a:gd name="adj" fmla="val 3772"/>
            </a:avLst>
          </a:prstGeom>
          <a:solidFill>
            <a:schemeClr val="bg1">
              <a:alpha val="30000"/>
            </a:schemeClr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C11FB4-713F-ECB5-3A53-64922D6B6302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8076792" y="1980000"/>
            <a:ext cx="3576389" cy="4338000"/>
          </a:xfrm>
          <a:prstGeom prst="roundRect">
            <a:avLst>
              <a:gd name="adj" fmla="val 3812"/>
            </a:avLst>
          </a:prstGeom>
          <a:solidFill>
            <a:schemeClr val="bg1">
              <a:alpha val="30000"/>
            </a:schemeClr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35476EF7-E7B6-6BF5-035B-6500ABED5B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707E08-8F3D-D2D3-3E4B-92A035584153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00EDED-87F2-6157-B579-BEA5048AFD6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3EC5253-0CF9-5F85-F8CA-910F01CB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9" name="Text Placeholder Eyebrow">
            <a:extLst>
              <a:ext uri="{FF2B5EF4-FFF2-40B4-BE49-F238E27FC236}">
                <a16:creationId xmlns:a16="http://schemas.microsoft.com/office/drawing/2014/main" id="{B39231A9-FE75-22F5-1A18-8D6E71B7925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131E4D2-401D-AF0D-3FEB-31DF19AA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A8C1C9-B1B0-D61D-CE74-CE8FFA1D6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B9A2F09-DBCE-560E-6A81-151A42BB8A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1786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9A2F09-DBCE-560E-6A81-151A42BB8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67E30E69-5808-4D05-952E-3613FA66E48D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9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16A5B-EB77-4119-661E-C736D1EEF2E4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3368840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821415-7FC5-D991-1CDE-56780DFB2C8E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6194296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6E250-E31D-943A-8412-9BCBDA1AABD8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003752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/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000865C2-AD7C-2154-B560-ED2EF1C749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E799C3-CB17-8FF9-7542-E60447DFAEAD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00E69E-CF21-2790-566A-96C38622A985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4B958C09-E51C-9ADC-E8D0-55316A6E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20" name="Text Placeholder Eyebrow">
            <a:extLst>
              <a:ext uri="{FF2B5EF4-FFF2-40B4-BE49-F238E27FC236}">
                <a16:creationId xmlns:a16="http://schemas.microsoft.com/office/drawing/2014/main" id="{C3600E4F-8465-362E-461C-84C2AA0545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305B56CF-575D-1BC4-2EE3-0EE6E52A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1F4737-78C1-BB03-EB26-F592D510E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6425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Four Content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AD04BD4-43A6-315A-C69F-B694509E3B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4947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D04BD4-43A6-315A-C69F-B694509E3B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079DB1F0-FCCC-467F-BFF2-5B26ACFFF65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345FD0A0-6C0C-432A-A33C-9CA264153023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9999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16A5B-EB77-4119-661E-C736D1EEF2E4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3368840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821415-7FC5-D991-1CDE-56780DFB2C8E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6194296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6E250-E31D-943A-8412-9BCBDA1AABD8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003752" y="1986600"/>
            <a:ext cx="2642400" cy="4338000"/>
          </a:xfrm>
          <a:prstGeom prst="roundRect">
            <a:avLst>
              <a:gd name="adj" fmla="val 5939"/>
            </a:avLst>
          </a:prstGeom>
          <a:solidFill>
            <a:schemeClr val="bg1">
              <a:alpha val="30000"/>
            </a:schemeClr>
          </a:solidFill>
          <a:effectLst>
            <a:outerShdw blurRad="72662" sx="102000" sy="102000" algn="ct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000865C2-AD7C-2154-B560-ED2EF1C749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E799C3-CB17-8FF9-7542-E60447DFAEAD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00E69E-CF21-2790-566A-96C38622A985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4B958C09-E51C-9ADC-E8D0-55316A6E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20" name="Text Placeholder Eyebrow">
            <a:extLst>
              <a:ext uri="{FF2B5EF4-FFF2-40B4-BE49-F238E27FC236}">
                <a16:creationId xmlns:a16="http://schemas.microsoft.com/office/drawing/2014/main" id="{C3600E4F-8465-362E-461C-84C2AA0545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305B56CF-575D-1BC4-2EE3-0EE6E52A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6C32BFF-892C-AD0F-0004-A3CEB4838A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186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3D92E12-76BF-5392-96FC-A260F7155C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505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D92E12-76BF-5392-96FC-A260F7155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149A4EF-72D8-39AF-3AD2-866DED10BB5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4303713" cy="6858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MX" dirty="0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D83966FA-DB6B-4EB7-B191-94841F12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D29A219-B416-4A19-A343-A6609F9B0089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A725902D-E246-B044-D1BB-CCB46E7434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D20962-EF44-B764-BEF8-AA6D2911FCBF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969B9C-D38D-A1A3-09C8-340A6B170A9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EEB1879-E619-774F-D494-37829007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83CC1058-102E-6EE0-1171-635D080147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B641C22-B8F8-FBAB-D502-0EB0931C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189ADD-ED09-7AA9-50AF-8D82065341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125" y="907200"/>
            <a:ext cx="6589075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8059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ADFBB02-F233-9D5E-C89E-8EBB5B85D0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6468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DFBB02-F233-9D5E-C89E-8EBB5B85D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149A4EF-72D8-39AF-3AD2-866DED10BB5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03713" y="0"/>
            <a:ext cx="7888287" cy="6858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MX" dirty="0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D83966FA-DB6B-4EB7-B191-94841F12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EDA57ABA-4B63-4DA4-8B9E-C976247F9559}" type="datetime4">
              <a:rPr lang="en-US" smtClean="0"/>
              <a:t>May 8, 2026</a:t>
            </a:fld>
            <a:endParaRPr lang="de-D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D20962-EF44-B764-BEF8-AA6D2911FCBF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969B9C-D38D-A1A3-09C8-340A6B170A9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EEB1879-E619-774F-D494-37829007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83CC1058-102E-6EE0-1171-635D080147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B641C22-B8F8-FBAB-D502-0EB0931C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8DEF34D-974F-9E01-4D81-CD4B7943FA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3576388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A725902D-E246-B044-D1BB-CCB46E7434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6985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Header Only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8BD3A6-0673-4CBD-5251-CD8F33977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5045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8BD3A6-0673-4CBD-5251-CD8F33977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D83966FA-DB6B-4EB7-B191-94841F12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5D3F7BC5-5617-4E17-8782-A2AA0C1EBA93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A725902D-E246-B044-D1BB-CCB46E7434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D20962-EF44-B764-BEF8-AA6D2911FCBF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969B9C-D38D-A1A3-09C8-340A6B170A98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EEB1879-E619-774F-D494-37829007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83CC1058-102E-6EE0-1171-635D0801478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B641C22-B8F8-FBAB-D502-0EB0931C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7FBE67-ACB0-8E5E-D1CB-33ADD56F68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4444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Gradient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A11D70-CD3C-35B5-EBA7-DF37C8521B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68949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A11D70-CD3C-35B5-EBA7-DF37C8521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Date Placeholder 3" hidden="1">
            <a:extLst>
              <a:ext uri="{FF2B5EF4-FFF2-40B4-BE49-F238E27FC236}">
                <a16:creationId xmlns:a16="http://schemas.microsoft.com/office/drawing/2014/main" id="{89EF8E2F-AD04-40B6-823D-52E48F4E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/>
            </a:lvl1pPr>
          </a:lstStyle>
          <a:p>
            <a:fld id="{0881A0D8-8D76-488C-BEFF-97A5115A22C0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B5BE10E3-DE45-E1D7-FBE1-73AC879BB7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82CB72-8E85-6E2E-E155-D5A0055B4A4E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086ADD-2B30-6338-A723-67BAA91E2882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E3FEFBC-78F1-FD60-BB89-883E76EA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5" name="Text Placeholder Eyebrow">
            <a:extLst>
              <a:ext uri="{FF2B5EF4-FFF2-40B4-BE49-F238E27FC236}">
                <a16:creationId xmlns:a16="http://schemas.microsoft.com/office/drawing/2014/main" id="{EAE862ED-8BD7-7184-068F-71809A5D1D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2082DEF-609A-2ADB-2E6B-59D0EEEB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260B914-BB7D-D137-EC5C-F9EDF1607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907200"/>
            <a:ext cx="11113200" cy="758088"/>
          </a:xfrm>
        </p:spPr>
        <p:txBody>
          <a:bodyPr vert="horz"/>
          <a:lstStyle>
            <a:lvl1pPr rtl="0">
              <a:lnSpc>
                <a:spcPts val="3300"/>
              </a:lnSpc>
              <a:defRPr sz="3200"/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83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EF543161-8B9B-BA81-B85A-ED50D18718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149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543161-8B9B-BA81-B85A-ED50D18718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E418063C-60BE-44C6-B24E-0C881C081004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3B00A4-20D6-495F-906F-445B9363312B}"/>
              </a:ext>
            </a:extLst>
          </p:cNvPr>
          <p:cNvSpPr/>
          <p:nvPr userDrawn="1"/>
        </p:nvSpPr>
        <p:spPr bwMode="white">
          <a:xfrm>
            <a:off x="4303713" y="0"/>
            <a:ext cx="7888287" cy="6858000"/>
          </a:xfrm>
          <a:custGeom>
            <a:avLst/>
            <a:gdLst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179926 w 9007473"/>
              <a:gd name="connsiteY2" fmla="*/ 19796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28721 w 9007473"/>
              <a:gd name="connsiteY2" fmla="*/ 1985630 h 6858000"/>
              <a:gd name="connsiteX3" fmla="*/ 2 w 9007473"/>
              <a:gd name="connsiteY3" fmla="*/ 1865314 h 6858000"/>
              <a:gd name="connsiteX4" fmla="*/ 0 w 9007473"/>
              <a:gd name="connsiteY4" fmla="*/ 0 h 6858000"/>
              <a:gd name="connsiteX5" fmla="*/ 9007473 w 9007473"/>
              <a:gd name="connsiteY5" fmla="*/ 0 h 6858000"/>
              <a:gd name="connsiteX6" fmla="*/ 9007473 w 9007473"/>
              <a:gd name="connsiteY6" fmla="*/ 6858000 h 6858000"/>
              <a:gd name="connsiteX7" fmla="*/ 0 w 9007473"/>
              <a:gd name="connsiteY7" fmla="*/ 6858000 h 6858000"/>
              <a:gd name="connsiteX8" fmla="*/ 0 w 9007473"/>
              <a:gd name="connsiteY8" fmla="*/ 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 w 9007473"/>
              <a:gd name="connsiteY2" fmla="*/ 18653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7" fmla="*/ 0 w 9007473"/>
              <a:gd name="connsiteY7" fmla="*/ 0 h 6858000"/>
              <a:gd name="connsiteX0" fmla="*/ 0 w 9007473"/>
              <a:gd name="connsiteY0" fmla="*/ 0 h 6858000"/>
              <a:gd name="connsiteX1" fmla="*/ 9007473 w 9007473"/>
              <a:gd name="connsiteY1" fmla="*/ 0 h 6858000"/>
              <a:gd name="connsiteX2" fmla="*/ 9007473 w 9007473"/>
              <a:gd name="connsiteY2" fmla="*/ 6858000 h 6858000"/>
              <a:gd name="connsiteX3" fmla="*/ 0 w 9007473"/>
              <a:gd name="connsiteY3" fmla="*/ 6858000 h 6858000"/>
              <a:gd name="connsiteX4" fmla="*/ 0 w 900747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7473" h="6858000">
                <a:moveTo>
                  <a:pt x="0" y="0"/>
                </a:moveTo>
                <a:lnTo>
                  <a:pt x="9007473" y="0"/>
                </a:lnTo>
                <a:lnTo>
                  <a:pt x="90074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de-DE" dirty="0"/>
          </a:p>
        </p:txBody>
      </p:sp>
      <p:sp>
        <p:nvSpPr>
          <p:cNvPr id="23" name="Logo">
            <a:extLst>
              <a:ext uri="{FF2B5EF4-FFF2-40B4-BE49-F238E27FC236}">
                <a16:creationId xmlns:a16="http://schemas.microsoft.com/office/drawing/2014/main" id="{E4355A66-8151-441E-ACDA-BF23348F00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C576C5-4825-D279-A104-CE235DC7F4E2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844D00-6C0B-47FC-84AF-6D9D76C900FA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96DB040-D9FF-B841-B31F-E9EE9CA89B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37A7002-F855-9BD2-A413-EFBF05FF60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593A1579-D448-35F4-F787-F89F8F34466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41338" y="5499706"/>
            <a:ext cx="758825" cy="234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/>
          <a:lstStyle>
            <a:lvl1pPr marL="0" indent="0" algn="ctr" rtl="0">
              <a:buNone/>
              <a:defRPr sz="1100" b="1" i="0">
                <a:solidFill>
                  <a:srgbClr val="AD6CD3"/>
                </a:solidFill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E81EB1-C63D-B429-6AAA-EF6FFA30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2" name="Text Placeholder Eyebrow">
            <a:extLst>
              <a:ext uri="{FF2B5EF4-FFF2-40B4-BE49-F238E27FC236}">
                <a16:creationId xmlns:a16="http://schemas.microsoft.com/office/drawing/2014/main" id="{7BC97E57-2E60-963E-6B25-B32E56B186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64F68F8-8F02-F688-08FD-9DCEA43C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441EBD67-CB1A-7349-DDF7-37E1977754F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49080" y="1131371"/>
            <a:ext cx="6635069" cy="463550"/>
          </a:xfrm>
        </p:spPr>
        <p:txBody>
          <a:bodyPr/>
          <a:lstStyle>
            <a:lvl1pPr marL="0" indent="0" rtl="0">
              <a:buNone/>
              <a:defRPr sz="2200" b="1" i="0"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2376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  <p15:guide id="3" orient="horz" pos="709" userDrawn="1">
          <p15:clr>
            <a:srgbClr val="FBAE40"/>
          </p15:clr>
        </p15:guide>
        <p15:guide id="4" orient="horz" pos="93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BA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14E4D92-5CFF-8C9E-2299-404BA20801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92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E4D92-5CFF-8C9E-2299-404BA20801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50E13060-EE32-4C95-8017-0ED9B538FD97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3B00A4-20D6-495F-906F-445B9363312B}"/>
              </a:ext>
            </a:extLst>
          </p:cNvPr>
          <p:cNvSpPr/>
          <p:nvPr userDrawn="1"/>
        </p:nvSpPr>
        <p:spPr bwMode="white">
          <a:xfrm>
            <a:off x="4303713" y="0"/>
            <a:ext cx="7888287" cy="6858000"/>
          </a:xfrm>
          <a:custGeom>
            <a:avLst/>
            <a:gdLst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179926 w 9007473"/>
              <a:gd name="connsiteY2" fmla="*/ 19796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28721 w 9007473"/>
              <a:gd name="connsiteY2" fmla="*/ 1985630 h 6858000"/>
              <a:gd name="connsiteX3" fmla="*/ 2 w 9007473"/>
              <a:gd name="connsiteY3" fmla="*/ 1865314 h 6858000"/>
              <a:gd name="connsiteX4" fmla="*/ 0 w 9007473"/>
              <a:gd name="connsiteY4" fmla="*/ 0 h 6858000"/>
              <a:gd name="connsiteX5" fmla="*/ 9007473 w 9007473"/>
              <a:gd name="connsiteY5" fmla="*/ 0 h 6858000"/>
              <a:gd name="connsiteX6" fmla="*/ 9007473 w 9007473"/>
              <a:gd name="connsiteY6" fmla="*/ 6858000 h 6858000"/>
              <a:gd name="connsiteX7" fmla="*/ 0 w 9007473"/>
              <a:gd name="connsiteY7" fmla="*/ 6858000 h 6858000"/>
              <a:gd name="connsiteX8" fmla="*/ 0 w 9007473"/>
              <a:gd name="connsiteY8" fmla="*/ 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 w 9007473"/>
              <a:gd name="connsiteY2" fmla="*/ 18653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7" fmla="*/ 0 w 9007473"/>
              <a:gd name="connsiteY7" fmla="*/ 0 h 6858000"/>
              <a:gd name="connsiteX0" fmla="*/ 0 w 9007473"/>
              <a:gd name="connsiteY0" fmla="*/ 0 h 6858000"/>
              <a:gd name="connsiteX1" fmla="*/ 9007473 w 9007473"/>
              <a:gd name="connsiteY1" fmla="*/ 0 h 6858000"/>
              <a:gd name="connsiteX2" fmla="*/ 9007473 w 9007473"/>
              <a:gd name="connsiteY2" fmla="*/ 6858000 h 6858000"/>
              <a:gd name="connsiteX3" fmla="*/ 0 w 9007473"/>
              <a:gd name="connsiteY3" fmla="*/ 6858000 h 6858000"/>
              <a:gd name="connsiteX4" fmla="*/ 0 w 900747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7473" h="6858000">
                <a:moveTo>
                  <a:pt x="0" y="0"/>
                </a:moveTo>
                <a:lnTo>
                  <a:pt x="9007473" y="0"/>
                </a:lnTo>
                <a:lnTo>
                  <a:pt x="90074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de-DE" dirty="0"/>
          </a:p>
        </p:txBody>
      </p:sp>
      <p:sp>
        <p:nvSpPr>
          <p:cNvPr id="23" name="Logo">
            <a:extLst>
              <a:ext uri="{FF2B5EF4-FFF2-40B4-BE49-F238E27FC236}">
                <a16:creationId xmlns:a16="http://schemas.microsoft.com/office/drawing/2014/main" id="{E4355A66-8151-441E-ACDA-BF23348F00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C576C5-4825-D279-A104-CE235DC7F4E2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844D00-6C0B-47FC-84AF-6D9D76C900FA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E81EB1-C63D-B429-6AAA-EF6FFA30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4886-143F-61A2-E29A-8B533BF3768A}"/>
              </a:ext>
            </a:extLst>
          </p:cNvPr>
          <p:cNvSpPr txBox="1">
            <a:spLocks/>
          </p:cNvSpPr>
          <p:nvPr userDrawn="1"/>
        </p:nvSpPr>
        <p:spPr>
          <a:xfrm>
            <a:off x="4967774" y="2494987"/>
            <a:ext cx="3354612" cy="446787"/>
          </a:xfrm>
          <a:prstGeom prst="roundRect">
            <a:avLst>
              <a:gd name="adj" fmla="val 500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F95CFDE0-2C32-C257-AA82-9AD1540287F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053693" y="1731797"/>
            <a:ext cx="3133866" cy="622520"/>
          </a:xfrm>
        </p:spPr>
        <p:txBody>
          <a:bodyPr/>
          <a:lstStyle>
            <a:lvl4pPr marL="0" indent="0" rtl="0">
              <a:buFont typeface="Arial" panose="020B0604020202020204" pitchFamily="34" charset="0"/>
              <a:buNone/>
              <a:defRPr b="1" i="0">
                <a:latin typeface="Graphik Bold" panose="020B0503030202060203" pitchFamily="34" charset="77"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31577DB3-6379-DF04-ACBA-DC218D9107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532156" y="1733107"/>
            <a:ext cx="3120094" cy="631720"/>
          </a:xfrm>
        </p:spPr>
        <p:txBody>
          <a:bodyPr/>
          <a:lstStyle>
            <a:lvl4pPr marL="0" indent="0" rtl="0">
              <a:buFont typeface="Arial" panose="020B0604020202020204" pitchFamily="34" charset="0"/>
              <a:buNone/>
              <a:defRPr/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able Placeholder 23">
            <a:extLst>
              <a:ext uri="{FF2B5EF4-FFF2-40B4-BE49-F238E27FC236}">
                <a16:creationId xmlns:a16="http://schemas.microsoft.com/office/drawing/2014/main" id="{32612384-2305-66B9-D57F-5BAEBCA7C854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4124" y="2494989"/>
            <a:ext cx="3112924" cy="3475256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FDDF8DA-0B71-3CCB-FA7B-82AEC5F379B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49080" y="1131371"/>
            <a:ext cx="6635069" cy="463550"/>
          </a:xfrm>
        </p:spPr>
        <p:txBody>
          <a:bodyPr/>
          <a:lstStyle>
            <a:lvl1pPr marL="0" indent="0" rtl="0">
              <a:buNone/>
              <a:defRPr sz="2200" b="1" i="0"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225B0631-C95F-AF75-F002-8CE20B28C632}"/>
              </a:ext>
            </a:extLst>
          </p:cNvPr>
          <p:cNvSpPr txBox="1">
            <a:spLocks/>
          </p:cNvSpPr>
          <p:nvPr userDrawn="1"/>
        </p:nvSpPr>
        <p:spPr>
          <a:xfrm>
            <a:off x="8406464" y="2494988"/>
            <a:ext cx="3354612" cy="446787"/>
          </a:xfrm>
          <a:prstGeom prst="roundRect">
            <a:avLst>
              <a:gd name="adj" fmla="val 500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25" name="Table Placeholder 23">
            <a:extLst>
              <a:ext uri="{FF2B5EF4-FFF2-40B4-BE49-F238E27FC236}">
                <a16:creationId xmlns:a16="http://schemas.microsoft.com/office/drawing/2014/main" id="{642DFCA0-4468-D7C3-2A32-5FD77A69FDCD}"/>
              </a:ext>
            </a:extLst>
          </p:cNvPr>
          <p:cNvSpPr>
            <a:spLocks noGrp="1"/>
          </p:cNvSpPr>
          <p:nvPr>
            <p:ph type="tbl" sz="quarter" idx="41"/>
          </p:nvPr>
        </p:nvSpPr>
        <p:spPr>
          <a:xfrm>
            <a:off x="8544272" y="2494989"/>
            <a:ext cx="3112924" cy="3475256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1575219B-47C9-5070-B639-9B5DF69A309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6358" y="6052457"/>
            <a:ext cx="3110181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0783121-E02B-5013-062C-988A75F618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44272" y="6052457"/>
            <a:ext cx="3110181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17" name="Text Placeholder Eyebrow">
            <a:extLst>
              <a:ext uri="{FF2B5EF4-FFF2-40B4-BE49-F238E27FC236}">
                <a16:creationId xmlns:a16="http://schemas.microsoft.com/office/drawing/2014/main" id="{326A8C4E-08FA-9AAB-9A73-D892A8C983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7415D704-D34F-FC32-7EEE-F7C5BC75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5B752225-BD7C-653D-DE63-50F13355D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ED93F64-2EF4-9AC1-1274-A63B5E99C6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CF96F2F-9459-0961-3501-1DF8EFDBFF2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93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FED20E-1E5C-2BDC-F652-27E2C7541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0962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FED20E-1E5C-2BDC-F652-27E2C7541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3B00A4-20D6-495F-906F-445B9363312B}"/>
              </a:ext>
            </a:extLst>
          </p:cNvPr>
          <p:cNvSpPr/>
          <p:nvPr userDrawn="1"/>
        </p:nvSpPr>
        <p:spPr bwMode="white">
          <a:xfrm>
            <a:off x="0" y="0"/>
            <a:ext cx="4303713" cy="6858000"/>
          </a:xfrm>
          <a:custGeom>
            <a:avLst/>
            <a:gdLst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179926 w 9007473"/>
              <a:gd name="connsiteY2" fmla="*/ 19796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28721 w 9007473"/>
              <a:gd name="connsiteY2" fmla="*/ 1985630 h 6858000"/>
              <a:gd name="connsiteX3" fmla="*/ 2 w 9007473"/>
              <a:gd name="connsiteY3" fmla="*/ 1865314 h 6858000"/>
              <a:gd name="connsiteX4" fmla="*/ 0 w 9007473"/>
              <a:gd name="connsiteY4" fmla="*/ 0 h 6858000"/>
              <a:gd name="connsiteX5" fmla="*/ 9007473 w 9007473"/>
              <a:gd name="connsiteY5" fmla="*/ 0 h 6858000"/>
              <a:gd name="connsiteX6" fmla="*/ 9007473 w 9007473"/>
              <a:gd name="connsiteY6" fmla="*/ 6858000 h 6858000"/>
              <a:gd name="connsiteX7" fmla="*/ 0 w 9007473"/>
              <a:gd name="connsiteY7" fmla="*/ 6858000 h 6858000"/>
              <a:gd name="connsiteX8" fmla="*/ 0 w 9007473"/>
              <a:gd name="connsiteY8" fmla="*/ 0 h 6858000"/>
              <a:gd name="connsiteX0" fmla="*/ 2 w 9007473"/>
              <a:gd name="connsiteY0" fmla="*/ 1865314 h 6858000"/>
              <a:gd name="connsiteX1" fmla="*/ 2 w 9007473"/>
              <a:gd name="connsiteY1" fmla="*/ 2093913 h 6858000"/>
              <a:gd name="connsiteX2" fmla="*/ 2 w 9007473"/>
              <a:gd name="connsiteY2" fmla="*/ 1865314 h 6858000"/>
              <a:gd name="connsiteX3" fmla="*/ 0 w 9007473"/>
              <a:gd name="connsiteY3" fmla="*/ 0 h 6858000"/>
              <a:gd name="connsiteX4" fmla="*/ 9007473 w 9007473"/>
              <a:gd name="connsiteY4" fmla="*/ 0 h 6858000"/>
              <a:gd name="connsiteX5" fmla="*/ 9007473 w 9007473"/>
              <a:gd name="connsiteY5" fmla="*/ 6858000 h 6858000"/>
              <a:gd name="connsiteX6" fmla="*/ 0 w 9007473"/>
              <a:gd name="connsiteY6" fmla="*/ 6858000 h 6858000"/>
              <a:gd name="connsiteX7" fmla="*/ 0 w 9007473"/>
              <a:gd name="connsiteY7" fmla="*/ 0 h 6858000"/>
              <a:gd name="connsiteX0" fmla="*/ 0 w 9007473"/>
              <a:gd name="connsiteY0" fmla="*/ 0 h 6858000"/>
              <a:gd name="connsiteX1" fmla="*/ 9007473 w 9007473"/>
              <a:gd name="connsiteY1" fmla="*/ 0 h 6858000"/>
              <a:gd name="connsiteX2" fmla="*/ 9007473 w 9007473"/>
              <a:gd name="connsiteY2" fmla="*/ 6858000 h 6858000"/>
              <a:gd name="connsiteX3" fmla="*/ 0 w 9007473"/>
              <a:gd name="connsiteY3" fmla="*/ 6858000 h 6858000"/>
              <a:gd name="connsiteX4" fmla="*/ 0 w 900747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7473" h="6858000">
                <a:moveTo>
                  <a:pt x="0" y="0"/>
                </a:moveTo>
                <a:lnTo>
                  <a:pt x="9007473" y="0"/>
                </a:lnTo>
                <a:lnTo>
                  <a:pt x="90074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de-DE" dirty="0"/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615CBBD8-2B1D-40E0-9369-B71C2ABC4869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D138E432-0509-AFEF-B2F2-88C44B132A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49AF23-E13B-69C9-69E4-A16879E2F780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91FE23-F4D4-1895-9E81-EBF7619294E0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6B07EE4-3397-F1B6-C759-2CE32A11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1" name="Text Placeholder Eyebrow">
            <a:extLst>
              <a:ext uri="{FF2B5EF4-FFF2-40B4-BE49-F238E27FC236}">
                <a16:creationId xmlns:a16="http://schemas.microsoft.com/office/drawing/2014/main" id="{4A405EAB-8014-59FE-200E-823871407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21E0F99-C445-7A50-4BBC-ADFE45BD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ACBF7BA0-1080-67D0-7C70-049DD499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tx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6FE726B-FA20-7F53-4977-68CDC41BB7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5B3D3DF-847B-4083-18A6-F4166D184C3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45271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1792BA1-0BD0-013D-9E0B-3FCCD59188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1451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792BA1-0BD0-013D-9E0B-3FCCD59188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0F69841F-27A5-4959-B3ED-1F3A5E026959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FEA0-2762-772D-BAD2-52001BD7AD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03713" y="904874"/>
            <a:ext cx="7348537" cy="5419725"/>
          </a:xfrm>
          <a:prstGeom prst="roundRect">
            <a:avLst>
              <a:gd name="adj" fmla="val 3213"/>
            </a:avLst>
          </a:prstGeom>
          <a:solidFill>
            <a:schemeClr val="bg1"/>
          </a:solidFill>
          <a:effectLst>
            <a:outerShdw blurRad="176568" sx="102000" sy="102000" algn="ctr" rotWithShape="0">
              <a:prstClr val="black">
                <a:alpha val="9949"/>
              </a:prstClr>
            </a:outerShdw>
          </a:effectLst>
        </p:spPr>
        <p:txBody>
          <a:bodyPr lIns="251999" tIns="251999" rIns="251999" bIns="251999"/>
          <a:lstStyle>
            <a:lvl1pPr marL="0" indent="0" rtl="0">
              <a:buFont typeface="Arial" panose="020B0604020202020204" pitchFamily="34" charset="0"/>
              <a:buNone/>
              <a:defRPr/>
            </a:lvl1pPr>
            <a:lvl2pPr marL="465750" indent="-285750" rtl="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/>
            </a:lvl2pPr>
            <a:lvl3pPr marL="360000" indent="0" rtl="0">
              <a:buNone/>
              <a:defRPr/>
            </a:lvl3pPr>
            <a:lvl4pPr rtl="0">
              <a:buNone/>
              <a:defRPr/>
            </a:lvl4pPr>
            <a:lvl5pPr rtl="0">
              <a:buNone/>
              <a:defRPr/>
            </a:lvl5pPr>
            <a:lvl6pPr rtl="0">
              <a:buNone/>
              <a:defRPr/>
            </a:lvl6pPr>
            <a:lvl7pPr rtl="0">
              <a:buNone/>
              <a:defRPr/>
            </a:lvl7pPr>
            <a:lvl8pPr marL="0" indent="0" rtl="0">
              <a:buNone/>
              <a:defRPr/>
            </a:lvl8pPr>
            <a:lvl9pPr rtl="0">
              <a:buNone/>
              <a:defRPr/>
            </a:lvl9pPr>
          </a:lstStyle>
          <a:p>
            <a:pPr lvl="0"/>
            <a:r>
              <a:rPr lang="de-DE" noProof="0"/>
              <a:t>Click to add text                 Enter &amp; TAB for next text level SHIFT+TAB to go back in levels</a:t>
            </a:r>
            <a:endParaRPr lang="de-DE"/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  <a:p>
            <a:pPr lvl="5"/>
            <a:r>
              <a:rPr lang="de-DE" noProof="0"/>
              <a:t>6</a:t>
            </a:r>
          </a:p>
          <a:p>
            <a:pPr lvl="6"/>
            <a:r>
              <a:rPr lang="de-DE" noProof="0"/>
              <a:t>7</a:t>
            </a:r>
          </a:p>
          <a:p>
            <a:pPr lvl="7"/>
            <a:r>
              <a:rPr lang="de-DE" noProof="0"/>
              <a:t>8</a:t>
            </a:r>
          </a:p>
          <a:p>
            <a:pPr lvl="8"/>
            <a:r>
              <a:rPr lang="de-DE" noProof="0"/>
              <a:t>9</a:t>
            </a:r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4E5A8B58-223F-3D06-C4EF-F276A535CE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1990F8-31EF-24BF-021B-874B2FE337EA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BBEAB2-EC38-A8BD-D928-0156E683D709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FEC49FE-3BDA-CFDD-7A3C-C9023915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8" name="Text Placeholder Eyebrow">
            <a:extLst>
              <a:ext uri="{FF2B5EF4-FFF2-40B4-BE49-F238E27FC236}">
                <a16:creationId xmlns:a16="http://schemas.microsoft.com/office/drawing/2014/main" id="{01D3A029-C1A7-D376-1D16-B56DC1D747A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5B89060F-7B54-B0F7-DFB1-5A1F5952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54ECE5E0-A780-8347-8298-816E47594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tx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C8F357EF-D5F8-41D2-087D-00899CB942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60227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20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5C7859E-15DC-DAF8-53F9-A7F26868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39598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C7859E-15DC-DAF8-53F9-A7F26868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05BCBE0-A72F-44F9-B907-61C45B8CE45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DC799047-EA7A-4B7B-BDD0-4BBE00DC2356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0BD250-AD35-28FA-5370-6E6259FF7EC9}"/>
              </a:ext>
            </a:extLst>
          </p:cNvPr>
          <p:cNvSpPr/>
          <p:nvPr userDrawn="1"/>
        </p:nvSpPr>
        <p:spPr>
          <a:xfrm>
            <a:off x="4303713" y="904875"/>
            <a:ext cx="7348537" cy="5419725"/>
          </a:xfrm>
          <a:prstGeom prst="roundRect">
            <a:avLst>
              <a:gd name="adj" fmla="val 3405"/>
            </a:avLst>
          </a:prstGeom>
          <a:solidFill>
            <a:schemeClr val="bg1"/>
          </a:solidFill>
          <a:ln>
            <a:noFill/>
          </a:ln>
          <a:effectLst>
            <a:outerShdw blurRad="193425" sx="102000" sy="102000" algn="ctr" rotWithShape="0">
              <a:prstClr val="black">
                <a:alpha val="1008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1400" noProof="0" dirty="0" err="1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A745A5E-E861-7EF2-19E2-BD837A447812}"/>
              </a:ext>
            </a:extLst>
          </p:cNvPr>
          <p:cNvSpPr txBox="1">
            <a:spLocks/>
          </p:cNvSpPr>
          <p:nvPr userDrawn="1"/>
        </p:nvSpPr>
        <p:spPr>
          <a:xfrm>
            <a:off x="4584506" y="1979612"/>
            <a:ext cx="2622693" cy="446787"/>
          </a:xfrm>
          <a:prstGeom prst="roundRect">
            <a:avLst>
              <a:gd name="adj" fmla="val 500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BE8D8D5-B8DB-00B5-CBBF-430FF1E5A3BC}"/>
              </a:ext>
            </a:extLst>
          </p:cNvPr>
          <p:cNvSpPr txBox="1">
            <a:spLocks/>
          </p:cNvSpPr>
          <p:nvPr userDrawn="1"/>
        </p:nvSpPr>
        <p:spPr>
          <a:xfrm>
            <a:off x="7328791" y="1979612"/>
            <a:ext cx="4067755" cy="446787"/>
          </a:xfrm>
          <a:prstGeom prst="roundRect">
            <a:avLst>
              <a:gd name="adj" fmla="val 500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1" i="0" kern="1200" cap="none" baseline="0">
                <a:solidFill>
                  <a:schemeClr val="tx1"/>
                </a:solidFill>
                <a:latin typeface="Graphik Bold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​"/>
              <a:defRPr sz="1000" b="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7pPr>
            <a:lvl8pPr marL="180000" indent="-1800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​"/>
              <a:defRPr sz="2000" kern="1200" baseline="0">
                <a:solidFill>
                  <a:schemeClr val="tx1"/>
                </a:solidFill>
                <a:latin typeface="Graphik Regular" panose="020B0503030202060203" pitchFamily="34" charset="77"/>
                <a:ea typeface="+mn-ea"/>
                <a:cs typeface="+mn-cs"/>
              </a:defRPr>
            </a:lvl9pPr>
          </a:lstStyle>
          <a:p>
            <a:pPr marL="0" indent="0" algn="ctr" rtl="0">
              <a:buFont typeface="Arial" panose="020B0604020202020204" pitchFamily="34" charset="0"/>
              <a:buNone/>
            </a:pPr>
            <a:endParaRPr lang="de-DE" sz="11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6C10D10-539B-ECD1-AEE0-8792BE8EE8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70425" y="1643063"/>
            <a:ext cx="2276475" cy="228600"/>
          </a:xfrm>
        </p:spPr>
        <p:txBody>
          <a:bodyPr/>
          <a:lstStyle>
            <a:lvl4pPr rtl="0">
              <a:defRPr/>
            </a:lvl4pPr>
          </a:lstStyle>
          <a:p>
            <a:pPr lvl="3"/>
            <a:r>
              <a:rPr lang="de-DE"/>
              <a:t>Fourth level</a:t>
            </a:r>
            <a:endParaRPr lang="de-DE" dirty="0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DDE5F0AC-E276-05D7-5D41-7C61A5AC19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92144" y="1643063"/>
            <a:ext cx="2276475" cy="228600"/>
          </a:xfrm>
        </p:spPr>
        <p:txBody>
          <a:bodyPr/>
          <a:lstStyle>
            <a:lvl4pPr rtl="0">
              <a:defRPr/>
            </a:lvl4pPr>
          </a:lstStyle>
          <a:p>
            <a:pPr lvl="3"/>
            <a:r>
              <a:rPr lang="de-DE"/>
              <a:t>Fourth level</a:t>
            </a:r>
            <a:endParaRPr lang="de-DE" dirty="0"/>
          </a:p>
        </p:txBody>
      </p:sp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F24FFA63-A98A-690E-048A-6657BF8552F4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4680857" y="1979613"/>
            <a:ext cx="2447018" cy="43449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25" name="Table Placeholder 23">
            <a:extLst>
              <a:ext uri="{FF2B5EF4-FFF2-40B4-BE49-F238E27FC236}">
                <a16:creationId xmlns:a16="http://schemas.microsoft.com/office/drawing/2014/main" id="{6C10B3AD-F4F5-5657-5401-41502AE32A7C}"/>
              </a:ext>
            </a:extLst>
          </p:cNvPr>
          <p:cNvSpPr>
            <a:spLocks noGrp="1"/>
          </p:cNvSpPr>
          <p:nvPr>
            <p:ph type="tbl" sz="quarter" idx="38"/>
          </p:nvPr>
        </p:nvSpPr>
        <p:spPr>
          <a:xfrm>
            <a:off x="7464152" y="1979613"/>
            <a:ext cx="3824334" cy="43449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en-MX" dirty="0"/>
          </a:p>
        </p:txBody>
      </p:sp>
      <p:sp>
        <p:nvSpPr>
          <p:cNvPr id="32" name="Logo">
            <a:extLst>
              <a:ext uri="{FF2B5EF4-FFF2-40B4-BE49-F238E27FC236}">
                <a16:creationId xmlns:a16="http://schemas.microsoft.com/office/drawing/2014/main" id="{BB116AF8-8381-B72B-F4A3-74697DE65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C7153D-9533-0AF3-BDC0-E0960C5B9AD6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AD71DF-FA65-33B2-8695-C06159BB8396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CDC9BDEB-9C02-2553-15E9-805FDA73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7" name="Text Placeholder Eyebrow">
            <a:extLst>
              <a:ext uri="{FF2B5EF4-FFF2-40B4-BE49-F238E27FC236}">
                <a16:creationId xmlns:a16="http://schemas.microsoft.com/office/drawing/2014/main" id="{2FED1214-FA2E-CAAC-1A57-41A20E80BA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B033BBA-4792-0DE0-A56E-C3ED082C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2B83114-D5FA-B53C-93BF-2B48E38AA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40000" y="1132678"/>
            <a:ext cx="3576388" cy="846935"/>
          </a:xfrm>
        </p:spPr>
        <p:txBody>
          <a:bodyPr vert="horz"/>
          <a:lstStyle>
            <a:lvl1pPr rtl="0">
              <a:defRPr sz="3200">
                <a:solidFill>
                  <a:schemeClr val="tx1"/>
                </a:solidFill>
              </a:defRPr>
            </a:lvl1pPr>
          </a:lstStyle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083C955-6988-96BE-116D-B5C4245D40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513442"/>
            <a:ext cx="3576389" cy="258254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</a:t>
            </a:r>
            <a:endParaRPr lang="de-DE" noProof="0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67F9BF2-5EA0-A36C-1193-5C5081AFEE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9999" y="6052457"/>
            <a:ext cx="3576389" cy="272144"/>
          </a:xfrm>
        </p:spPr>
        <p:txBody>
          <a:bodyPr/>
          <a:lstStyle>
            <a:lvl1pPr marL="0" indent="0" rtl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11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Click to add text</a:t>
            </a:r>
            <a:endParaRPr lang="de-DE" noProof="0" dirty="0"/>
          </a:p>
        </p:txBody>
      </p:sp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EADD985F-E99B-C431-FFE9-57B6D29C0A5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41338" y="5499706"/>
            <a:ext cx="758825" cy="234950"/>
          </a:xfrm>
          <a:prstGeom prst="roundRect">
            <a:avLst>
              <a:gd name="adj" fmla="val 500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marL="0" indent="0" algn="ctr" rtl="0">
              <a:buNone/>
              <a:defRPr sz="1100" b="1" i="0">
                <a:solidFill>
                  <a:schemeClr val="bg1"/>
                </a:solidFill>
                <a:latin typeface="Graphik Bold" panose="020B0503030202060203" pitchFamily="34" charset="77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CEAB04-B127-58DC-BBDC-5860C7EB7279}"/>
              </a:ext>
            </a:extLst>
          </p:cNvPr>
          <p:cNvCxnSpPr>
            <a:cxnSpLocks/>
          </p:cNvCxnSpPr>
          <p:nvPr userDrawn="1"/>
        </p:nvCxnSpPr>
        <p:spPr>
          <a:xfrm>
            <a:off x="539750" y="5910943"/>
            <a:ext cx="170021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75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D8AC50B-A21A-1979-B1CF-720C8D5533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888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8AC50B-A21A-1979-B1CF-720C8D553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DA70F102-654C-47C7-A601-E29FF62A2D1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 rtl="0">
              <a:defRPr/>
            </a:lvl1pPr>
          </a:lstStyle>
          <a:p>
            <a:fld id="{092FB086-FD54-49A7-8291-6DE6E4011F03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422800" y="1980000"/>
            <a:ext cx="6408000" cy="2073600"/>
          </a:xfrm>
        </p:spPr>
        <p:txBody>
          <a:bodyPr vert="horz" anchor="t" anchorCtr="0"/>
          <a:lstStyle>
            <a:lvl1pPr algn="l" rtl="0">
              <a:lnSpc>
                <a:spcPct val="9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Click to add title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28C65-3092-4106-A8DF-27457D5E86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0000" y="1980000"/>
            <a:ext cx="1702800" cy="1036800"/>
          </a:xfrm>
        </p:spPr>
        <p:txBody>
          <a:bodyPr/>
          <a:lstStyle>
            <a:lvl1pPr marL="0" indent="0" rtl="0">
              <a:lnSpc>
                <a:spcPct val="90000"/>
              </a:lnSpc>
              <a:buNone/>
              <a:defRPr sz="7200">
                <a:latin typeface="+mj-lt"/>
              </a:defRPr>
            </a:lvl1pPr>
            <a:lvl2pPr marL="180000" indent="0">
              <a:buNone/>
              <a:defRPr sz="7200"/>
            </a:lvl2pPr>
          </a:lstStyle>
          <a:p>
            <a:pPr lvl="0"/>
            <a:r>
              <a:rPr lang="de-DE"/>
              <a:t>0</a:t>
            </a:r>
            <a:endParaRPr lang="de-DE" dirty="0"/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0D2306D1-8F7B-138B-B386-757BE02069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82B44F-27B9-0393-FF62-8452A38D9228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15C9CB-8FA3-7FCA-ECC6-015690622493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FCA8F1A-CC64-EEAF-26D0-FBCC51EA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4" name="Text Placeholder Eyebrow">
            <a:extLst>
              <a:ext uri="{FF2B5EF4-FFF2-40B4-BE49-F238E27FC236}">
                <a16:creationId xmlns:a16="http://schemas.microsoft.com/office/drawing/2014/main" id="{D13DE08A-6130-FE16-CD48-C9739A8197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F02757D-D37D-7C71-2E61-E2801DC8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4759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C832DC3-9198-A0F6-06F2-09F4030403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4887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32DC3-9198-A0F6-06F2-09F403040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ate Placeholder 3" hidden="1">
            <a:extLst>
              <a:ext uri="{FF2B5EF4-FFF2-40B4-BE49-F238E27FC236}">
                <a16:creationId xmlns:a16="http://schemas.microsoft.com/office/drawing/2014/main" id="{2E54130F-9ED5-4851-A7A0-1B8BFC10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/>
            </a:lvl1pPr>
          </a:lstStyle>
          <a:p>
            <a:fld id="{58999B77-4FC6-4762-B722-87B16B605134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79600" y="1980000"/>
            <a:ext cx="9230400" cy="2217600"/>
          </a:xfrm>
        </p:spPr>
        <p:txBody>
          <a:bodyPr vert="horz" anchor="t" anchorCtr="0"/>
          <a:lstStyle>
            <a:lvl1pPr algn="ctr" rtl="0">
              <a:lnSpc>
                <a:spcPct val="9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Click to add quote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1ABEE-80CA-4CC6-8A52-6B374DA4E2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138" y="4320000"/>
            <a:ext cx="9230400" cy="576000"/>
          </a:xfrm>
        </p:spPr>
        <p:txBody>
          <a:bodyPr/>
          <a:lstStyle>
            <a:lvl1pPr marL="0" indent="0" algn="ctr" rtl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cap="none" spc="0" baseline="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3pPr>
            <a:lvl4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4pPr>
            <a:lvl5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5pPr>
          </a:lstStyle>
          <a:p>
            <a:r>
              <a:rPr lang="de-DE"/>
              <a:t>Click to add text</a:t>
            </a:r>
            <a:endParaRPr lang="de-DE" dirty="0"/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6C6FEE0C-6C2A-B726-02F5-39E737C08A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9A3C98-6A13-5FD2-D499-1329D478B38B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D78F80-3F86-AE27-7FC0-FFA8BFD8D4A7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98ABE8E2-1ED0-F6CC-0CF6-FDDBDFA8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3" name="Text Placeholder Eyebrow">
            <a:extLst>
              <a:ext uri="{FF2B5EF4-FFF2-40B4-BE49-F238E27FC236}">
                <a16:creationId xmlns:a16="http://schemas.microsoft.com/office/drawing/2014/main" id="{B9391B92-AA0D-6112-66AD-CD94AD1D11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C33D853-031B-9683-2BE9-F2D167BD4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1054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B59624A-3BE6-5DF8-3DF2-FCD1A15F78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5103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8" imgH="377" progId="TCLayout.ActiveDocument.1">
                  <p:embed/>
                </p:oleObj>
              </mc:Choice>
              <mc:Fallback>
                <p:oleObj name="think-cell Slide" r:id="rId3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59624A-3BE6-5DF8-3DF2-FCD1A15F78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8D572D3D-47CC-4107-B5E4-EBD73574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8EFCE01E-B905-405C-9BF2-055634675969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9600" y="1980000"/>
            <a:ext cx="9230400" cy="2217600"/>
          </a:xfrm>
        </p:spPr>
        <p:txBody>
          <a:bodyPr vert="horz" anchor="t" anchorCtr="0"/>
          <a:lstStyle>
            <a:lvl1pPr algn="ctr" rtl="0">
              <a:lnSpc>
                <a:spcPct val="9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Click to add quote</a:t>
            </a:r>
            <a:endParaRPr lang="de-DE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7F63DC0-19C0-4D0C-8CBB-8E65D18A1D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1138" y="4320000"/>
            <a:ext cx="9230400" cy="576000"/>
          </a:xfrm>
        </p:spPr>
        <p:txBody>
          <a:bodyPr/>
          <a:lstStyle>
            <a:lvl1pPr marL="0" indent="0" algn="ctr" rtl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cap="none" spc="0" baseline="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3pPr>
            <a:lvl4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4pPr>
            <a:lvl5pPr marL="0"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  <a:defRPr sz="1200" b="0" cap="all" spc="600"/>
            </a:lvl5pPr>
          </a:lstStyle>
          <a:p>
            <a:r>
              <a:rPr lang="de-DE"/>
              <a:t>Click to add text</a:t>
            </a:r>
            <a:endParaRPr lang="de-DE"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CDD8A832-BF6A-7677-FE41-A05BAE3328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57045" y="491598"/>
            <a:ext cx="493617" cy="102665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30B44E-C310-E1BE-F36F-744411EC0FC7}"/>
              </a:ext>
            </a:extLst>
          </p:cNvPr>
          <p:cNvCxnSpPr>
            <a:cxnSpLocks/>
          </p:cNvCxnSpPr>
          <p:nvPr userDrawn="1"/>
        </p:nvCxnSpPr>
        <p:spPr>
          <a:xfrm>
            <a:off x="539750" y="657225"/>
            <a:ext cx="35766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E75D21-2131-C2F2-7944-11F771C895B7}"/>
              </a:ext>
            </a:extLst>
          </p:cNvPr>
          <p:cNvCxnSpPr>
            <a:cxnSpLocks/>
          </p:cNvCxnSpPr>
          <p:nvPr userDrawn="1"/>
        </p:nvCxnSpPr>
        <p:spPr>
          <a:xfrm>
            <a:off x="4303713" y="657225"/>
            <a:ext cx="734853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8996937-C6EE-BD36-ABA3-649489F2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6488" y="486888"/>
            <a:ext cx="4525962" cy="149730"/>
          </a:xfrm>
        </p:spPr>
        <p:txBody>
          <a:bodyPr/>
          <a:lstStyle>
            <a:lvl1pPr rtl="0">
              <a:defRPr/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18" name="Text Placeholder Eyebrow">
            <a:extLst>
              <a:ext uri="{FF2B5EF4-FFF2-40B4-BE49-F238E27FC236}">
                <a16:creationId xmlns:a16="http://schemas.microsoft.com/office/drawing/2014/main" id="{65AC7566-335C-CCAD-3E56-73E846FC18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0163" y="481818"/>
            <a:ext cx="2642400" cy="1548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</a:defRPr>
            </a:lvl1pPr>
            <a:lvl2pPr marL="180000" indent="0">
              <a:buNone/>
              <a:defRPr sz="900">
                <a:solidFill>
                  <a:schemeClr val="accent1"/>
                </a:solidFill>
              </a:defRPr>
            </a:lvl2pPr>
            <a:lvl3pPr marL="360000" indent="0">
              <a:buNone/>
              <a:defRPr sz="900">
                <a:solidFill>
                  <a:schemeClr val="accent1"/>
                </a:solidFill>
              </a:defRPr>
            </a:lvl3pPr>
            <a:lvl4pPr>
              <a:buNone/>
              <a:defRPr sz="900">
                <a:solidFill>
                  <a:schemeClr val="accent1"/>
                </a:solidFill>
              </a:defRPr>
            </a:lvl4pPr>
            <a:lvl5pPr>
              <a:buNone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Click to add Eyebrow text</a:t>
            </a:r>
            <a:endParaRPr lang="de-DE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3C20313E-9E75-0695-39C7-0BC550B7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750" y="481818"/>
            <a:ext cx="270000" cy="154800"/>
          </a:xfrm>
        </p:spPr>
        <p:txBody>
          <a:bodyPr/>
          <a:lstStyle>
            <a:lvl1pPr algn="l" rtl="0">
              <a:defRPr/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6143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Thank you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AABBC4C-BD85-629C-EBEB-464B204727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540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ABBC4C-BD85-629C-EBEB-464B204727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540000" y="2778644"/>
            <a:ext cx="10798560" cy="2303640"/>
          </a:xfrm>
        </p:spPr>
        <p:txBody>
          <a:bodyPr vert="horz" anchor="t" anchorCtr="0"/>
          <a:lstStyle>
            <a:lvl1pPr algn="l" rtl="0">
              <a:lnSpc>
                <a:spcPts val="10000"/>
              </a:lnSpc>
              <a:defRPr sz="13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Thank you</a:t>
            </a:r>
            <a:endParaRPr lang="de-DE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F99A056-2174-4F78-B721-335A77C40013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2193200" y="6858000"/>
            <a:ext cx="0" cy="0"/>
          </a:xfrm>
        </p:spPr>
        <p:txBody>
          <a:bodyPr/>
          <a:lstStyle>
            <a:lvl1pPr rtl="0">
              <a:defRPr/>
            </a:lvl1pPr>
          </a:lstStyle>
          <a:p>
            <a:fld id="{3368A7F0-2C8B-4FD7-83C1-72287ADAF593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1A7F20-0D87-6F48-BC0A-09AF7FC1C45C}"/>
              </a:ext>
            </a:extLst>
          </p:cNvPr>
          <p:cNvSpPr/>
          <p:nvPr userDrawn="1"/>
        </p:nvSpPr>
        <p:spPr bwMode="white">
          <a:xfrm>
            <a:off x="539999" y="4965177"/>
            <a:ext cx="1710000" cy="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 rtl="0"/>
            <a:endParaRPr lang="de-DE" sz="2000" noProof="0" dirty="0" err="1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F36A5363-3D46-AB45-B9B9-4442D2365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998" y="5146198"/>
            <a:ext cx="5098801" cy="252000"/>
          </a:xfrm>
        </p:spPr>
        <p:txBody>
          <a:bodyPr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Living Consumer Intelligence | yougov.com/business</a:t>
            </a:r>
            <a:endParaRPr lang="de-DE" dirty="0"/>
          </a:p>
        </p:txBody>
      </p:sp>
      <p:sp>
        <p:nvSpPr>
          <p:cNvPr id="27" name="Coppyright text">
            <a:extLst>
              <a:ext uri="{FF2B5EF4-FFF2-40B4-BE49-F238E27FC236}">
                <a16:creationId xmlns:a16="http://schemas.microsoft.com/office/drawing/2014/main" id="{86B4D0E5-A722-F144-8E9F-FC6CF6A5510E}"/>
              </a:ext>
            </a:extLst>
          </p:cNvPr>
          <p:cNvSpPr/>
          <p:nvPr userDrawn="1"/>
        </p:nvSpPr>
        <p:spPr bwMode="white">
          <a:xfrm>
            <a:off x="539999" y="5663693"/>
            <a:ext cx="6006575" cy="754053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 algn="l" rtl="0">
              <a:spcAft>
                <a:spcPts val="400"/>
              </a:spcAft>
            </a:pP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YouGov, 2026, all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reserved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All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materials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herein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copyright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laws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Any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reproduction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such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materials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YouGov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prohibited.This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enclosures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attachments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propriety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confidential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exclusive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(s)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solely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warranties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guarantees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express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implied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date.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implied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warranties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not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liable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damage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tort (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negligence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breach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statutory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duty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otherwise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foreseeable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arising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reliance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not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liability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unlawful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7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7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so.</a:t>
            </a:r>
            <a:endParaRPr lang="de-DE" sz="700" b="0" i="0" dirty="0">
              <a:solidFill>
                <a:schemeClr val="tx1"/>
              </a:solidFill>
              <a:effectLst/>
              <a:latin typeface="+mn-lt"/>
              <a:ea typeface="Arial" panose="020B0604020202020204" pitchFamily="34" charset="0"/>
            </a:endParaRP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E5EC613B-501F-360E-94DA-3A3F2D4628B2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556126" y="511471"/>
            <a:ext cx="744037" cy="154751"/>
          </a:xfrm>
          <a:custGeom>
            <a:avLst/>
            <a:gdLst>
              <a:gd name="T0" fmla="*/ 3133 w 3201"/>
              <a:gd name="T1" fmla="*/ 97 h 664"/>
              <a:gd name="T2" fmla="*/ 3148 w 3201"/>
              <a:gd name="T3" fmla="*/ 81 h 664"/>
              <a:gd name="T4" fmla="*/ 3120 w 3201"/>
              <a:gd name="T5" fmla="*/ 77 h 664"/>
              <a:gd name="T6" fmla="*/ 3109 w 3201"/>
              <a:gd name="T7" fmla="*/ 135 h 664"/>
              <a:gd name="T8" fmla="*/ 3150 w 3201"/>
              <a:gd name="T9" fmla="*/ 69 h 664"/>
              <a:gd name="T10" fmla="*/ 3156 w 3201"/>
              <a:gd name="T11" fmla="*/ 99 h 664"/>
              <a:gd name="T12" fmla="*/ 3158 w 3201"/>
              <a:gd name="T13" fmla="*/ 122 h 664"/>
              <a:gd name="T14" fmla="*/ 3147 w 3201"/>
              <a:gd name="T15" fmla="*/ 124 h 664"/>
              <a:gd name="T16" fmla="*/ 3120 w 3201"/>
              <a:gd name="T17" fmla="*/ 106 h 664"/>
              <a:gd name="T18" fmla="*/ 2276 w 3201"/>
              <a:gd name="T19" fmla="*/ 420 h 664"/>
              <a:gd name="T20" fmla="*/ 2391 w 3201"/>
              <a:gd name="T21" fmla="*/ 562 h 664"/>
              <a:gd name="T22" fmla="*/ 2473 w 3201"/>
              <a:gd name="T23" fmla="*/ 314 h 664"/>
              <a:gd name="T24" fmla="*/ 2276 w 3201"/>
              <a:gd name="T25" fmla="*/ 420 h 664"/>
              <a:gd name="T26" fmla="*/ 2178 w 3201"/>
              <a:gd name="T27" fmla="*/ 294 h 664"/>
              <a:gd name="T28" fmla="*/ 2567 w 3201"/>
              <a:gd name="T29" fmla="*/ 245 h 664"/>
              <a:gd name="T30" fmla="*/ 2392 w 3201"/>
              <a:gd name="T31" fmla="*/ 662 h 664"/>
              <a:gd name="T32" fmla="*/ 2147 w 3201"/>
              <a:gd name="T33" fmla="*/ 413 h 664"/>
              <a:gd name="T34" fmla="*/ 649 w 3201"/>
              <a:gd name="T35" fmla="*/ 526 h 664"/>
              <a:gd name="T36" fmla="*/ 847 w 3201"/>
              <a:gd name="T37" fmla="*/ 419 h 664"/>
              <a:gd name="T38" fmla="*/ 649 w 3201"/>
              <a:gd name="T39" fmla="*/ 314 h 664"/>
              <a:gd name="T40" fmla="*/ 488 w 3201"/>
              <a:gd name="T41" fmla="*/ 413 h 664"/>
              <a:gd name="T42" fmla="*/ 731 w 3201"/>
              <a:gd name="T43" fmla="*/ 177 h 664"/>
              <a:gd name="T44" fmla="*/ 906 w 3201"/>
              <a:gd name="T45" fmla="*/ 593 h 664"/>
              <a:gd name="T46" fmla="*/ 518 w 3201"/>
              <a:gd name="T47" fmla="*/ 549 h 664"/>
              <a:gd name="T48" fmla="*/ 3137 w 3201"/>
              <a:gd name="T49" fmla="*/ 48 h 664"/>
              <a:gd name="T50" fmla="*/ 3084 w 3201"/>
              <a:gd name="T51" fmla="*/ 100 h 664"/>
              <a:gd name="T52" fmla="*/ 3137 w 3201"/>
              <a:gd name="T53" fmla="*/ 152 h 664"/>
              <a:gd name="T54" fmla="*/ 3190 w 3201"/>
              <a:gd name="T55" fmla="*/ 100 h 664"/>
              <a:gd name="T56" fmla="*/ 3137 w 3201"/>
              <a:gd name="T57" fmla="*/ 48 h 664"/>
              <a:gd name="T58" fmla="*/ 3168 w 3201"/>
              <a:gd name="T59" fmla="*/ 46 h 664"/>
              <a:gd name="T60" fmla="*/ 3192 w 3201"/>
              <a:gd name="T61" fmla="*/ 131 h 664"/>
              <a:gd name="T62" fmla="*/ 3105 w 3201"/>
              <a:gd name="T63" fmla="*/ 154 h 664"/>
              <a:gd name="T64" fmla="*/ 3082 w 3201"/>
              <a:gd name="T65" fmla="*/ 69 h 664"/>
              <a:gd name="T66" fmla="*/ 2809 w 3201"/>
              <a:gd name="T67" fmla="*/ 652 h 664"/>
              <a:gd name="T68" fmla="*/ 2749 w 3201"/>
              <a:gd name="T69" fmla="*/ 187 h 664"/>
              <a:gd name="T70" fmla="*/ 2877 w 3201"/>
              <a:gd name="T71" fmla="*/ 464 h 664"/>
              <a:gd name="T72" fmla="*/ 3109 w 3201"/>
              <a:gd name="T73" fmla="*/ 187 h 664"/>
              <a:gd name="T74" fmla="*/ 1826 w 3201"/>
              <a:gd name="T75" fmla="*/ 416 h 664"/>
              <a:gd name="T76" fmla="*/ 2110 w 3201"/>
              <a:gd name="T77" fmla="*/ 308 h 664"/>
              <a:gd name="T78" fmla="*/ 1831 w 3201"/>
              <a:gd name="T79" fmla="*/ 663 h 664"/>
              <a:gd name="T80" fmla="*/ 1500 w 3201"/>
              <a:gd name="T81" fmla="*/ 329 h 664"/>
              <a:gd name="T82" fmla="*/ 1824 w 3201"/>
              <a:gd name="T83" fmla="*/ 0 h 664"/>
              <a:gd name="T84" fmla="*/ 1971 w 3201"/>
              <a:gd name="T85" fmla="*/ 212 h 664"/>
              <a:gd name="T86" fmla="*/ 1686 w 3201"/>
              <a:gd name="T87" fmla="*/ 164 h 664"/>
              <a:gd name="T88" fmla="*/ 1822 w 3201"/>
              <a:gd name="T89" fmla="*/ 552 h 664"/>
              <a:gd name="T90" fmla="*/ 1977 w 3201"/>
              <a:gd name="T91" fmla="*/ 416 h 664"/>
              <a:gd name="T92" fmla="*/ 1330 w 3201"/>
              <a:gd name="T93" fmla="*/ 652 h 664"/>
              <a:gd name="T94" fmla="*/ 1174 w 3201"/>
              <a:gd name="T95" fmla="*/ 662 h 664"/>
              <a:gd name="T96" fmla="*/ 1016 w 3201"/>
              <a:gd name="T97" fmla="*/ 481 h 664"/>
              <a:gd name="T98" fmla="*/ 1141 w 3201"/>
              <a:gd name="T99" fmla="*/ 401 h 664"/>
              <a:gd name="T100" fmla="*/ 1220 w 3201"/>
              <a:gd name="T101" fmla="*/ 569 h 664"/>
              <a:gd name="T102" fmla="*/ 1321 w 3201"/>
              <a:gd name="T103" fmla="*/ 383 h 664"/>
              <a:gd name="T104" fmla="*/ 1447 w 3201"/>
              <a:gd name="T105" fmla="*/ 652 h 664"/>
              <a:gd name="T106" fmla="*/ 239 w 3201"/>
              <a:gd name="T107" fmla="*/ 382 h 664"/>
              <a:gd name="T108" fmla="*/ 308 w 3201"/>
              <a:gd name="T109" fmla="*/ 264 h 664"/>
              <a:gd name="T110" fmla="*/ 371 w 3201"/>
              <a:gd name="T111" fmla="*/ 383 h 664"/>
              <a:gd name="T112" fmla="*/ 239 w 3201"/>
              <a:gd name="T113" fmla="*/ 382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01" h="664">
                <a:moveTo>
                  <a:pt x="3120" y="97"/>
                </a:moveTo>
                <a:lnTo>
                  <a:pt x="3120" y="97"/>
                </a:lnTo>
                <a:cubicBezTo>
                  <a:pt x="3133" y="97"/>
                  <a:pt x="3133" y="97"/>
                  <a:pt x="3133" y="97"/>
                </a:cubicBezTo>
                <a:cubicBezTo>
                  <a:pt x="3140" y="97"/>
                  <a:pt x="3144" y="96"/>
                  <a:pt x="3146" y="94"/>
                </a:cubicBezTo>
                <a:cubicBezTo>
                  <a:pt x="3149" y="92"/>
                  <a:pt x="3150" y="90"/>
                  <a:pt x="3150" y="87"/>
                </a:cubicBezTo>
                <a:cubicBezTo>
                  <a:pt x="3150" y="85"/>
                  <a:pt x="3149" y="83"/>
                  <a:pt x="3148" y="81"/>
                </a:cubicBezTo>
                <a:cubicBezTo>
                  <a:pt x="3147" y="80"/>
                  <a:pt x="3145" y="79"/>
                  <a:pt x="3143" y="78"/>
                </a:cubicBezTo>
                <a:cubicBezTo>
                  <a:pt x="3141" y="77"/>
                  <a:pt x="3138" y="77"/>
                  <a:pt x="3132" y="77"/>
                </a:cubicBezTo>
                <a:cubicBezTo>
                  <a:pt x="3120" y="77"/>
                  <a:pt x="3120" y="77"/>
                  <a:pt x="3120" y="77"/>
                </a:cubicBezTo>
                <a:lnTo>
                  <a:pt x="3120" y="97"/>
                </a:lnTo>
                <a:close/>
                <a:moveTo>
                  <a:pt x="3109" y="135"/>
                </a:moveTo>
                <a:lnTo>
                  <a:pt x="3109" y="135"/>
                </a:lnTo>
                <a:cubicBezTo>
                  <a:pt x="3109" y="68"/>
                  <a:pt x="3109" y="68"/>
                  <a:pt x="3109" y="68"/>
                </a:cubicBezTo>
                <a:cubicBezTo>
                  <a:pt x="3132" y="68"/>
                  <a:pt x="3132" y="68"/>
                  <a:pt x="3132" y="68"/>
                </a:cubicBezTo>
                <a:cubicBezTo>
                  <a:pt x="3140" y="68"/>
                  <a:pt x="3146" y="68"/>
                  <a:pt x="3150" y="69"/>
                </a:cubicBezTo>
                <a:cubicBezTo>
                  <a:pt x="3153" y="71"/>
                  <a:pt x="3156" y="73"/>
                  <a:pt x="3158" y="76"/>
                </a:cubicBezTo>
                <a:cubicBezTo>
                  <a:pt x="3160" y="79"/>
                  <a:pt x="3161" y="82"/>
                  <a:pt x="3161" y="86"/>
                </a:cubicBezTo>
                <a:cubicBezTo>
                  <a:pt x="3161" y="91"/>
                  <a:pt x="3160" y="95"/>
                  <a:pt x="3156" y="99"/>
                </a:cubicBezTo>
                <a:cubicBezTo>
                  <a:pt x="3153" y="102"/>
                  <a:pt x="3148" y="104"/>
                  <a:pt x="3142" y="105"/>
                </a:cubicBezTo>
                <a:cubicBezTo>
                  <a:pt x="3144" y="106"/>
                  <a:pt x="3146" y="107"/>
                  <a:pt x="3148" y="108"/>
                </a:cubicBezTo>
                <a:cubicBezTo>
                  <a:pt x="3150" y="111"/>
                  <a:pt x="3154" y="115"/>
                  <a:pt x="3158" y="122"/>
                </a:cubicBezTo>
                <a:cubicBezTo>
                  <a:pt x="3166" y="135"/>
                  <a:pt x="3166" y="135"/>
                  <a:pt x="3166" y="135"/>
                </a:cubicBezTo>
                <a:cubicBezTo>
                  <a:pt x="3153" y="135"/>
                  <a:pt x="3153" y="135"/>
                  <a:pt x="3153" y="135"/>
                </a:cubicBezTo>
                <a:cubicBezTo>
                  <a:pt x="3147" y="124"/>
                  <a:pt x="3147" y="124"/>
                  <a:pt x="3147" y="124"/>
                </a:cubicBezTo>
                <a:cubicBezTo>
                  <a:pt x="3142" y="116"/>
                  <a:pt x="3138" y="111"/>
                  <a:pt x="3135" y="109"/>
                </a:cubicBezTo>
                <a:cubicBezTo>
                  <a:pt x="3133" y="107"/>
                  <a:pt x="3130" y="106"/>
                  <a:pt x="3126" y="106"/>
                </a:cubicBezTo>
                <a:cubicBezTo>
                  <a:pt x="3120" y="106"/>
                  <a:pt x="3120" y="106"/>
                  <a:pt x="3120" y="106"/>
                </a:cubicBezTo>
                <a:cubicBezTo>
                  <a:pt x="3120" y="135"/>
                  <a:pt x="3120" y="135"/>
                  <a:pt x="3120" y="135"/>
                </a:cubicBezTo>
                <a:lnTo>
                  <a:pt x="3109" y="135"/>
                </a:lnTo>
                <a:close/>
                <a:moveTo>
                  <a:pt x="2276" y="420"/>
                </a:moveTo>
                <a:lnTo>
                  <a:pt x="2276" y="420"/>
                </a:lnTo>
                <a:cubicBezTo>
                  <a:pt x="2276" y="466"/>
                  <a:pt x="2287" y="501"/>
                  <a:pt x="2309" y="526"/>
                </a:cubicBezTo>
                <a:cubicBezTo>
                  <a:pt x="2331" y="550"/>
                  <a:pt x="2359" y="562"/>
                  <a:pt x="2391" y="562"/>
                </a:cubicBezTo>
                <a:cubicBezTo>
                  <a:pt x="2424" y="562"/>
                  <a:pt x="2451" y="550"/>
                  <a:pt x="2473" y="526"/>
                </a:cubicBezTo>
                <a:cubicBezTo>
                  <a:pt x="2495" y="501"/>
                  <a:pt x="2507" y="465"/>
                  <a:pt x="2507" y="419"/>
                </a:cubicBezTo>
                <a:cubicBezTo>
                  <a:pt x="2507" y="373"/>
                  <a:pt x="2495" y="338"/>
                  <a:pt x="2473" y="314"/>
                </a:cubicBezTo>
                <a:cubicBezTo>
                  <a:pt x="2451" y="289"/>
                  <a:pt x="2424" y="277"/>
                  <a:pt x="2391" y="277"/>
                </a:cubicBezTo>
                <a:cubicBezTo>
                  <a:pt x="2359" y="277"/>
                  <a:pt x="2331" y="289"/>
                  <a:pt x="2309" y="314"/>
                </a:cubicBezTo>
                <a:cubicBezTo>
                  <a:pt x="2287" y="338"/>
                  <a:pt x="2276" y="374"/>
                  <a:pt x="2276" y="420"/>
                </a:cubicBezTo>
                <a:close/>
                <a:moveTo>
                  <a:pt x="2147" y="413"/>
                </a:moveTo>
                <a:lnTo>
                  <a:pt x="2147" y="413"/>
                </a:lnTo>
                <a:cubicBezTo>
                  <a:pt x="2147" y="372"/>
                  <a:pt x="2157" y="333"/>
                  <a:pt x="2178" y="294"/>
                </a:cubicBezTo>
                <a:cubicBezTo>
                  <a:pt x="2198" y="256"/>
                  <a:pt x="2228" y="227"/>
                  <a:pt x="2265" y="207"/>
                </a:cubicBezTo>
                <a:cubicBezTo>
                  <a:pt x="2302" y="187"/>
                  <a:pt x="2344" y="177"/>
                  <a:pt x="2391" y="177"/>
                </a:cubicBezTo>
                <a:cubicBezTo>
                  <a:pt x="2462" y="177"/>
                  <a:pt x="2521" y="200"/>
                  <a:pt x="2567" y="245"/>
                </a:cubicBezTo>
                <a:cubicBezTo>
                  <a:pt x="2613" y="291"/>
                  <a:pt x="2635" y="349"/>
                  <a:pt x="2635" y="418"/>
                </a:cubicBezTo>
                <a:cubicBezTo>
                  <a:pt x="2635" y="489"/>
                  <a:pt x="2612" y="547"/>
                  <a:pt x="2566" y="593"/>
                </a:cubicBezTo>
                <a:cubicBezTo>
                  <a:pt x="2520" y="639"/>
                  <a:pt x="2462" y="662"/>
                  <a:pt x="2392" y="662"/>
                </a:cubicBezTo>
                <a:cubicBezTo>
                  <a:pt x="2348" y="662"/>
                  <a:pt x="2307" y="653"/>
                  <a:pt x="2268" y="634"/>
                </a:cubicBezTo>
                <a:cubicBezTo>
                  <a:pt x="2228" y="614"/>
                  <a:pt x="2198" y="586"/>
                  <a:pt x="2178" y="549"/>
                </a:cubicBezTo>
                <a:cubicBezTo>
                  <a:pt x="2157" y="512"/>
                  <a:pt x="2147" y="466"/>
                  <a:pt x="2147" y="413"/>
                </a:cubicBezTo>
                <a:close/>
                <a:moveTo>
                  <a:pt x="616" y="420"/>
                </a:moveTo>
                <a:lnTo>
                  <a:pt x="616" y="420"/>
                </a:lnTo>
                <a:cubicBezTo>
                  <a:pt x="616" y="466"/>
                  <a:pt x="627" y="501"/>
                  <a:pt x="649" y="526"/>
                </a:cubicBezTo>
                <a:cubicBezTo>
                  <a:pt x="671" y="550"/>
                  <a:pt x="699" y="562"/>
                  <a:pt x="732" y="562"/>
                </a:cubicBezTo>
                <a:cubicBezTo>
                  <a:pt x="764" y="562"/>
                  <a:pt x="792" y="550"/>
                  <a:pt x="814" y="526"/>
                </a:cubicBezTo>
                <a:cubicBezTo>
                  <a:pt x="836" y="501"/>
                  <a:pt x="847" y="465"/>
                  <a:pt x="847" y="419"/>
                </a:cubicBezTo>
                <a:cubicBezTo>
                  <a:pt x="847" y="373"/>
                  <a:pt x="836" y="338"/>
                  <a:pt x="814" y="314"/>
                </a:cubicBezTo>
                <a:cubicBezTo>
                  <a:pt x="792" y="289"/>
                  <a:pt x="764" y="277"/>
                  <a:pt x="732" y="277"/>
                </a:cubicBezTo>
                <a:cubicBezTo>
                  <a:pt x="699" y="277"/>
                  <a:pt x="671" y="289"/>
                  <a:pt x="649" y="314"/>
                </a:cubicBezTo>
                <a:cubicBezTo>
                  <a:pt x="627" y="338"/>
                  <a:pt x="616" y="374"/>
                  <a:pt x="616" y="420"/>
                </a:cubicBezTo>
                <a:close/>
                <a:moveTo>
                  <a:pt x="488" y="413"/>
                </a:moveTo>
                <a:lnTo>
                  <a:pt x="488" y="413"/>
                </a:lnTo>
                <a:cubicBezTo>
                  <a:pt x="488" y="372"/>
                  <a:pt x="498" y="333"/>
                  <a:pt x="518" y="294"/>
                </a:cubicBezTo>
                <a:cubicBezTo>
                  <a:pt x="539" y="256"/>
                  <a:pt x="568" y="227"/>
                  <a:pt x="605" y="207"/>
                </a:cubicBezTo>
                <a:cubicBezTo>
                  <a:pt x="643" y="187"/>
                  <a:pt x="685" y="177"/>
                  <a:pt x="731" y="177"/>
                </a:cubicBezTo>
                <a:cubicBezTo>
                  <a:pt x="803" y="177"/>
                  <a:pt x="861" y="200"/>
                  <a:pt x="907" y="245"/>
                </a:cubicBezTo>
                <a:cubicBezTo>
                  <a:pt x="953" y="291"/>
                  <a:pt x="976" y="349"/>
                  <a:pt x="976" y="418"/>
                </a:cubicBezTo>
                <a:cubicBezTo>
                  <a:pt x="976" y="489"/>
                  <a:pt x="953" y="547"/>
                  <a:pt x="906" y="593"/>
                </a:cubicBezTo>
                <a:cubicBezTo>
                  <a:pt x="860" y="639"/>
                  <a:pt x="802" y="662"/>
                  <a:pt x="732" y="662"/>
                </a:cubicBezTo>
                <a:cubicBezTo>
                  <a:pt x="689" y="662"/>
                  <a:pt x="647" y="653"/>
                  <a:pt x="608" y="634"/>
                </a:cubicBezTo>
                <a:cubicBezTo>
                  <a:pt x="569" y="614"/>
                  <a:pt x="539" y="586"/>
                  <a:pt x="518" y="549"/>
                </a:cubicBezTo>
                <a:cubicBezTo>
                  <a:pt x="498" y="512"/>
                  <a:pt x="488" y="466"/>
                  <a:pt x="488" y="413"/>
                </a:cubicBezTo>
                <a:close/>
                <a:moveTo>
                  <a:pt x="3137" y="48"/>
                </a:moveTo>
                <a:lnTo>
                  <a:pt x="3137" y="48"/>
                </a:lnTo>
                <a:cubicBezTo>
                  <a:pt x="3128" y="48"/>
                  <a:pt x="3119" y="51"/>
                  <a:pt x="3111" y="55"/>
                </a:cubicBezTo>
                <a:cubicBezTo>
                  <a:pt x="3102" y="60"/>
                  <a:pt x="3096" y="66"/>
                  <a:pt x="3091" y="74"/>
                </a:cubicBezTo>
                <a:cubicBezTo>
                  <a:pt x="3086" y="83"/>
                  <a:pt x="3084" y="91"/>
                  <a:pt x="3084" y="100"/>
                </a:cubicBezTo>
                <a:cubicBezTo>
                  <a:pt x="3084" y="109"/>
                  <a:pt x="3086" y="118"/>
                  <a:pt x="3091" y="126"/>
                </a:cubicBezTo>
                <a:cubicBezTo>
                  <a:pt x="3095" y="134"/>
                  <a:pt x="3102" y="141"/>
                  <a:pt x="3110" y="145"/>
                </a:cubicBezTo>
                <a:cubicBezTo>
                  <a:pt x="3119" y="150"/>
                  <a:pt x="3128" y="152"/>
                  <a:pt x="3137" y="152"/>
                </a:cubicBezTo>
                <a:cubicBezTo>
                  <a:pt x="3146" y="152"/>
                  <a:pt x="3155" y="150"/>
                  <a:pt x="3163" y="145"/>
                </a:cubicBezTo>
                <a:cubicBezTo>
                  <a:pt x="3171" y="141"/>
                  <a:pt x="3178" y="134"/>
                  <a:pt x="3182" y="126"/>
                </a:cubicBezTo>
                <a:cubicBezTo>
                  <a:pt x="3187" y="118"/>
                  <a:pt x="3190" y="109"/>
                  <a:pt x="3190" y="100"/>
                </a:cubicBezTo>
                <a:cubicBezTo>
                  <a:pt x="3190" y="91"/>
                  <a:pt x="3187" y="83"/>
                  <a:pt x="3182" y="74"/>
                </a:cubicBezTo>
                <a:cubicBezTo>
                  <a:pt x="3178" y="66"/>
                  <a:pt x="3171" y="60"/>
                  <a:pt x="3163" y="55"/>
                </a:cubicBezTo>
                <a:cubicBezTo>
                  <a:pt x="3154" y="51"/>
                  <a:pt x="3145" y="48"/>
                  <a:pt x="3137" y="48"/>
                </a:cubicBezTo>
                <a:close/>
                <a:moveTo>
                  <a:pt x="3137" y="38"/>
                </a:moveTo>
                <a:lnTo>
                  <a:pt x="3137" y="38"/>
                </a:lnTo>
                <a:cubicBezTo>
                  <a:pt x="3147" y="38"/>
                  <a:pt x="3158" y="41"/>
                  <a:pt x="3168" y="46"/>
                </a:cubicBezTo>
                <a:cubicBezTo>
                  <a:pt x="3178" y="51"/>
                  <a:pt x="3186" y="59"/>
                  <a:pt x="3191" y="69"/>
                </a:cubicBezTo>
                <a:cubicBezTo>
                  <a:pt x="3197" y="79"/>
                  <a:pt x="3200" y="89"/>
                  <a:pt x="3200" y="100"/>
                </a:cubicBezTo>
                <a:cubicBezTo>
                  <a:pt x="3200" y="111"/>
                  <a:pt x="3197" y="121"/>
                  <a:pt x="3192" y="131"/>
                </a:cubicBezTo>
                <a:cubicBezTo>
                  <a:pt x="3186" y="141"/>
                  <a:pt x="3178" y="149"/>
                  <a:pt x="3168" y="154"/>
                </a:cubicBezTo>
                <a:cubicBezTo>
                  <a:pt x="3158" y="160"/>
                  <a:pt x="3148" y="162"/>
                  <a:pt x="3137" y="162"/>
                </a:cubicBezTo>
                <a:cubicBezTo>
                  <a:pt x="3126" y="162"/>
                  <a:pt x="3115" y="160"/>
                  <a:pt x="3105" y="154"/>
                </a:cubicBezTo>
                <a:cubicBezTo>
                  <a:pt x="3095" y="149"/>
                  <a:pt x="3087" y="141"/>
                  <a:pt x="3082" y="131"/>
                </a:cubicBezTo>
                <a:cubicBezTo>
                  <a:pt x="3076" y="121"/>
                  <a:pt x="3073" y="111"/>
                  <a:pt x="3073" y="100"/>
                </a:cubicBezTo>
                <a:cubicBezTo>
                  <a:pt x="3073" y="89"/>
                  <a:pt x="3076" y="79"/>
                  <a:pt x="3082" y="69"/>
                </a:cubicBezTo>
                <a:cubicBezTo>
                  <a:pt x="3087" y="59"/>
                  <a:pt x="3095" y="51"/>
                  <a:pt x="3106" y="46"/>
                </a:cubicBezTo>
                <a:cubicBezTo>
                  <a:pt x="3116" y="41"/>
                  <a:pt x="3126" y="38"/>
                  <a:pt x="3137" y="38"/>
                </a:cubicBezTo>
                <a:close/>
                <a:moveTo>
                  <a:pt x="2809" y="652"/>
                </a:moveTo>
                <a:lnTo>
                  <a:pt x="2809" y="652"/>
                </a:lnTo>
                <a:cubicBezTo>
                  <a:pt x="2618" y="187"/>
                  <a:pt x="2618" y="187"/>
                  <a:pt x="2618" y="187"/>
                </a:cubicBezTo>
                <a:cubicBezTo>
                  <a:pt x="2749" y="187"/>
                  <a:pt x="2749" y="187"/>
                  <a:pt x="2749" y="187"/>
                </a:cubicBezTo>
                <a:cubicBezTo>
                  <a:pt x="2839" y="425"/>
                  <a:pt x="2839" y="425"/>
                  <a:pt x="2839" y="425"/>
                </a:cubicBezTo>
                <a:cubicBezTo>
                  <a:pt x="2864" y="504"/>
                  <a:pt x="2864" y="504"/>
                  <a:pt x="2864" y="504"/>
                </a:cubicBezTo>
                <a:cubicBezTo>
                  <a:pt x="2871" y="483"/>
                  <a:pt x="2875" y="470"/>
                  <a:pt x="2877" y="464"/>
                </a:cubicBezTo>
                <a:cubicBezTo>
                  <a:pt x="2881" y="451"/>
                  <a:pt x="2886" y="438"/>
                  <a:pt x="2891" y="425"/>
                </a:cubicBezTo>
                <a:cubicBezTo>
                  <a:pt x="2981" y="187"/>
                  <a:pt x="2981" y="187"/>
                  <a:pt x="2981" y="187"/>
                </a:cubicBezTo>
                <a:cubicBezTo>
                  <a:pt x="3109" y="187"/>
                  <a:pt x="3109" y="187"/>
                  <a:pt x="3109" y="187"/>
                </a:cubicBezTo>
                <a:cubicBezTo>
                  <a:pt x="2921" y="652"/>
                  <a:pt x="2921" y="652"/>
                  <a:pt x="2921" y="652"/>
                </a:cubicBezTo>
                <a:lnTo>
                  <a:pt x="2809" y="652"/>
                </a:lnTo>
                <a:close/>
                <a:moveTo>
                  <a:pt x="1826" y="416"/>
                </a:moveTo>
                <a:lnTo>
                  <a:pt x="1826" y="416"/>
                </a:lnTo>
                <a:cubicBezTo>
                  <a:pt x="1826" y="308"/>
                  <a:pt x="1826" y="308"/>
                  <a:pt x="1826" y="308"/>
                </a:cubicBezTo>
                <a:cubicBezTo>
                  <a:pt x="2110" y="308"/>
                  <a:pt x="2110" y="308"/>
                  <a:pt x="2110" y="308"/>
                </a:cubicBezTo>
                <a:cubicBezTo>
                  <a:pt x="2110" y="563"/>
                  <a:pt x="2110" y="563"/>
                  <a:pt x="2110" y="563"/>
                </a:cubicBezTo>
                <a:cubicBezTo>
                  <a:pt x="2083" y="590"/>
                  <a:pt x="2043" y="613"/>
                  <a:pt x="1990" y="633"/>
                </a:cubicBezTo>
                <a:cubicBezTo>
                  <a:pt x="1938" y="653"/>
                  <a:pt x="1885" y="663"/>
                  <a:pt x="1831" y="663"/>
                </a:cubicBezTo>
                <a:cubicBezTo>
                  <a:pt x="1763" y="663"/>
                  <a:pt x="1703" y="649"/>
                  <a:pt x="1652" y="621"/>
                </a:cubicBezTo>
                <a:cubicBezTo>
                  <a:pt x="1602" y="593"/>
                  <a:pt x="1563" y="552"/>
                  <a:pt x="1538" y="500"/>
                </a:cubicBezTo>
                <a:cubicBezTo>
                  <a:pt x="1512" y="448"/>
                  <a:pt x="1500" y="391"/>
                  <a:pt x="1500" y="329"/>
                </a:cubicBezTo>
                <a:cubicBezTo>
                  <a:pt x="1500" y="262"/>
                  <a:pt x="1514" y="203"/>
                  <a:pt x="1542" y="151"/>
                </a:cubicBezTo>
                <a:cubicBezTo>
                  <a:pt x="1571" y="99"/>
                  <a:pt x="1613" y="59"/>
                  <a:pt x="1668" y="32"/>
                </a:cubicBezTo>
                <a:cubicBezTo>
                  <a:pt x="1709" y="10"/>
                  <a:pt x="1762" y="0"/>
                  <a:pt x="1824" y="0"/>
                </a:cubicBezTo>
                <a:cubicBezTo>
                  <a:pt x="1905" y="0"/>
                  <a:pt x="1968" y="16"/>
                  <a:pt x="2014" y="50"/>
                </a:cubicBezTo>
                <a:cubicBezTo>
                  <a:pt x="2059" y="83"/>
                  <a:pt x="2089" y="129"/>
                  <a:pt x="2102" y="188"/>
                </a:cubicBezTo>
                <a:cubicBezTo>
                  <a:pt x="1971" y="212"/>
                  <a:pt x="1971" y="212"/>
                  <a:pt x="1971" y="212"/>
                </a:cubicBezTo>
                <a:cubicBezTo>
                  <a:pt x="1961" y="181"/>
                  <a:pt x="1944" y="156"/>
                  <a:pt x="1919" y="138"/>
                </a:cubicBezTo>
                <a:cubicBezTo>
                  <a:pt x="1894" y="119"/>
                  <a:pt x="1862" y="110"/>
                  <a:pt x="1824" y="110"/>
                </a:cubicBezTo>
                <a:cubicBezTo>
                  <a:pt x="1766" y="110"/>
                  <a:pt x="1720" y="128"/>
                  <a:pt x="1686" y="164"/>
                </a:cubicBezTo>
                <a:cubicBezTo>
                  <a:pt x="1652" y="200"/>
                  <a:pt x="1635" y="253"/>
                  <a:pt x="1635" y="324"/>
                </a:cubicBezTo>
                <a:cubicBezTo>
                  <a:pt x="1635" y="400"/>
                  <a:pt x="1653" y="457"/>
                  <a:pt x="1687" y="495"/>
                </a:cubicBezTo>
                <a:cubicBezTo>
                  <a:pt x="1722" y="533"/>
                  <a:pt x="1767" y="552"/>
                  <a:pt x="1822" y="552"/>
                </a:cubicBezTo>
                <a:cubicBezTo>
                  <a:pt x="1850" y="552"/>
                  <a:pt x="1878" y="547"/>
                  <a:pt x="1906" y="536"/>
                </a:cubicBezTo>
                <a:cubicBezTo>
                  <a:pt x="1933" y="526"/>
                  <a:pt x="1957" y="513"/>
                  <a:pt x="1977" y="497"/>
                </a:cubicBezTo>
                <a:cubicBezTo>
                  <a:pt x="1977" y="416"/>
                  <a:pt x="1977" y="416"/>
                  <a:pt x="1977" y="416"/>
                </a:cubicBezTo>
                <a:lnTo>
                  <a:pt x="1826" y="416"/>
                </a:lnTo>
                <a:close/>
                <a:moveTo>
                  <a:pt x="1330" y="652"/>
                </a:moveTo>
                <a:lnTo>
                  <a:pt x="1330" y="652"/>
                </a:lnTo>
                <a:cubicBezTo>
                  <a:pt x="1330" y="583"/>
                  <a:pt x="1330" y="583"/>
                  <a:pt x="1330" y="583"/>
                </a:cubicBezTo>
                <a:cubicBezTo>
                  <a:pt x="1313" y="607"/>
                  <a:pt x="1290" y="627"/>
                  <a:pt x="1262" y="641"/>
                </a:cubicBezTo>
                <a:cubicBezTo>
                  <a:pt x="1234" y="655"/>
                  <a:pt x="1205" y="662"/>
                  <a:pt x="1174" y="662"/>
                </a:cubicBezTo>
                <a:cubicBezTo>
                  <a:pt x="1142" y="662"/>
                  <a:pt x="1113" y="656"/>
                  <a:pt x="1088" y="642"/>
                </a:cubicBezTo>
                <a:cubicBezTo>
                  <a:pt x="1063" y="628"/>
                  <a:pt x="1045" y="609"/>
                  <a:pt x="1033" y="584"/>
                </a:cubicBezTo>
                <a:cubicBezTo>
                  <a:pt x="1022" y="559"/>
                  <a:pt x="1016" y="525"/>
                  <a:pt x="1016" y="481"/>
                </a:cubicBezTo>
                <a:cubicBezTo>
                  <a:pt x="1016" y="187"/>
                  <a:pt x="1016" y="187"/>
                  <a:pt x="1016" y="187"/>
                </a:cubicBezTo>
                <a:cubicBezTo>
                  <a:pt x="1141" y="187"/>
                  <a:pt x="1141" y="187"/>
                  <a:pt x="1141" y="187"/>
                </a:cubicBezTo>
                <a:cubicBezTo>
                  <a:pt x="1141" y="401"/>
                  <a:pt x="1141" y="401"/>
                  <a:pt x="1141" y="401"/>
                </a:cubicBezTo>
                <a:cubicBezTo>
                  <a:pt x="1141" y="466"/>
                  <a:pt x="1144" y="506"/>
                  <a:pt x="1148" y="521"/>
                </a:cubicBezTo>
                <a:cubicBezTo>
                  <a:pt x="1153" y="536"/>
                  <a:pt x="1161" y="547"/>
                  <a:pt x="1174" y="556"/>
                </a:cubicBezTo>
                <a:cubicBezTo>
                  <a:pt x="1186" y="564"/>
                  <a:pt x="1201" y="569"/>
                  <a:pt x="1220" y="569"/>
                </a:cubicBezTo>
                <a:cubicBezTo>
                  <a:pt x="1241" y="569"/>
                  <a:pt x="1260" y="563"/>
                  <a:pt x="1277" y="552"/>
                </a:cubicBezTo>
                <a:cubicBezTo>
                  <a:pt x="1294" y="540"/>
                  <a:pt x="1306" y="526"/>
                  <a:pt x="1312" y="509"/>
                </a:cubicBezTo>
                <a:cubicBezTo>
                  <a:pt x="1318" y="492"/>
                  <a:pt x="1321" y="450"/>
                  <a:pt x="1321" y="383"/>
                </a:cubicBezTo>
                <a:cubicBezTo>
                  <a:pt x="1321" y="187"/>
                  <a:pt x="1321" y="187"/>
                  <a:pt x="1321" y="187"/>
                </a:cubicBezTo>
                <a:cubicBezTo>
                  <a:pt x="1447" y="187"/>
                  <a:pt x="1447" y="187"/>
                  <a:pt x="1447" y="187"/>
                </a:cubicBezTo>
                <a:cubicBezTo>
                  <a:pt x="1447" y="652"/>
                  <a:pt x="1447" y="652"/>
                  <a:pt x="1447" y="652"/>
                </a:cubicBezTo>
                <a:lnTo>
                  <a:pt x="1330" y="652"/>
                </a:lnTo>
                <a:close/>
                <a:moveTo>
                  <a:pt x="239" y="382"/>
                </a:moveTo>
                <a:lnTo>
                  <a:pt x="239" y="382"/>
                </a:lnTo>
                <a:cubicBezTo>
                  <a:pt x="0" y="10"/>
                  <a:pt x="0" y="10"/>
                  <a:pt x="0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308" y="264"/>
                  <a:pt x="308" y="264"/>
                  <a:pt x="308" y="264"/>
                </a:cubicBezTo>
                <a:cubicBezTo>
                  <a:pt x="459" y="10"/>
                  <a:pt x="459" y="10"/>
                  <a:pt x="459" y="10"/>
                </a:cubicBezTo>
                <a:cubicBezTo>
                  <a:pt x="611" y="10"/>
                  <a:pt x="611" y="10"/>
                  <a:pt x="611" y="10"/>
                </a:cubicBezTo>
                <a:cubicBezTo>
                  <a:pt x="371" y="383"/>
                  <a:pt x="371" y="383"/>
                  <a:pt x="371" y="383"/>
                </a:cubicBezTo>
                <a:cubicBezTo>
                  <a:pt x="371" y="652"/>
                  <a:pt x="371" y="652"/>
                  <a:pt x="371" y="652"/>
                </a:cubicBezTo>
                <a:cubicBezTo>
                  <a:pt x="239" y="652"/>
                  <a:pt x="239" y="652"/>
                  <a:pt x="239" y="652"/>
                </a:cubicBezTo>
                <a:lnTo>
                  <a:pt x="239" y="3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3014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C6B09DE-6D54-91DF-F492-307FC514CE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26654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78" imgH="377" progId="TCLayout.ActiveDocument.1">
                  <p:embed/>
                </p:oleObj>
              </mc:Choice>
              <mc:Fallback>
                <p:oleObj name="think-cell Slide" r:id="rId22" imgW="378" imgH="377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6B09DE-6D54-91DF-F492-307FC514CE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guide" hidden="1">
            <a:extLst>
              <a:ext uri="{FF2B5EF4-FFF2-40B4-BE49-F238E27FC236}">
                <a16:creationId xmlns:a16="http://schemas.microsoft.com/office/drawing/2014/main" id="{E985DA37-A332-4770-BDA5-42D84824B99A}"/>
              </a:ext>
            </a:extLst>
          </p:cNvPr>
          <p:cNvGrpSpPr/>
          <p:nvPr userDrawn="1"/>
        </p:nvGrpSpPr>
        <p:grpSpPr>
          <a:xfrm>
            <a:off x="0" y="0"/>
            <a:ext cx="12192000" cy="900000"/>
            <a:chOff x="0" y="0"/>
            <a:chExt cx="12192000" cy="900000"/>
          </a:xfrm>
        </p:grpSpPr>
        <p:sp>
          <p:nvSpPr>
            <p:cNvPr id="11" name="Slide Number Placeholder 3">
              <a:extLst>
                <a:ext uri="{FF2B5EF4-FFF2-40B4-BE49-F238E27FC236}">
                  <a16:creationId xmlns:a16="http://schemas.microsoft.com/office/drawing/2014/main" id="{CF91F00B-1F3B-430E-A283-B4F9D9941B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362400" y="481818"/>
              <a:ext cx="270000" cy="154800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rtl="0"/>
              <a:fld id="{23AA811B-2EBD-4900-905E-5BE206449611}" type="slidenum">
                <a:rPr lang="de-DE" smtClean="0"/>
                <a:pPr rtl="0"/>
                <a:t>‹#›</a:t>
              </a:fld>
              <a:endParaRPr lang="de-DE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FE622B8-F672-422B-8D00-701CE4CCEDFB}"/>
                </a:ext>
              </a:extLst>
            </p:cNvPr>
            <p:cNvSpPr/>
            <p:nvPr userDrawn="1"/>
          </p:nvSpPr>
          <p:spPr>
            <a:xfrm>
              <a:off x="0" y="0"/>
              <a:ext cx="539749" cy="90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FE2E9-90AC-4127-A151-0AC6F798925B}"/>
                </a:ext>
              </a:extLst>
            </p:cNvPr>
            <p:cNvSpPr/>
            <p:nvPr userDrawn="1"/>
          </p:nvSpPr>
          <p:spPr>
            <a:xfrm>
              <a:off x="54000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A4C998-EDA8-4F3D-85DD-FA691F8E0A29}"/>
                </a:ext>
              </a:extLst>
            </p:cNvPr>
            <p:cNvSpPr/>
            <p:nvPr userDrawn="1"/>
          </p:nvSpPr>
          <p:spPr>
            <a:xfrm>
              <a:off x="12996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C71813-76AD-4C6B-8849-F48EE09CE4DB}"/>
                </a:ext>
              </a:extLst>
            </p:cNvPr>
            <p:cNvSpPr/>
            <p:nvPr userDrawn="1"/>
          </p:nvSpPr>
          <p:spPr>
            <a:xfrm>
              <a:off x="1481236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5C3B98-E905-4981-B031-8990C3C8B06D}"/>
                </a:ext>
              </a:extLst>
            </p:cNvPr>
            <p:cNvSpPr/>
            <p:nvPr userDrawn="1"/>
          </p:nvSpPr>
          <p:spPr>
            <a:xfrm>
              <a:off x="22410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2C2C86-A82E-429D-945C-27AF21DF2D05}"/>
                </a:ext>
              </a:extLst>
            </p:cNvPr>
            <p:cNvSpPr/>
            <p:nvPr userDrawn="1"/>
          </p:nvSpPr>
          <p:spPr>
            <a:xfrm>
              <a:off x="2422472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B3F4B88-DBC2-4774-8709-5C2EA2FDB812}"/>
                </a:ext>
              </a:extLst>
            </p:cNvPr>
            <p:cNvSpPr/>
            <p:nvPr userDrawn="1"/>
          </p:nvSpPr>
          <p:spPr>
            <a:xfrm>
              <a:off x="31824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9E338A-F780-432C-9929-7C2FA4A4E131}"/>
                </a:ext>
              </a:extLst>
            </p:cNvPr>
            <p:cNvSpPr/>
            <p:nvPr userDrawn="1"/>
          </p:nvSpPr>
          <p:spPr>
            <a:xfrm>
              <a:off x="3363708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37327B-583B-40AB-8D04-E7B95EA9BEF2}"/>
                </a:ext>
              </a:extLst>
            </p:cNvPr>
            <p:cNvSpPr/>
            <p:nvPr userDrawn="1"/>
          </p:nvSpPr>
          <p:spPr>
            <a:xfrm>
              <a:off x="41238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75DAB5-5A90-4EA2-86B6-925B496E6EC6}"/>
                </a:ext>
              </a:extLst>
            </p:cNvPr>
            <p:cNvSpPr/>
            <p:nvPr userDrawn="1"/>
          </p:nvSpPr>
          <p:spPr>
            <a:xfrm>
              <a:off x="4304944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55E3ED5-D435-46B0-A3BB-580299F0836C}"/>
                </a:ext>
              </a:extLst>
            </p:cNvPr>
            <p:cNvSpPr/>
            <p:nvPr userDrawn="1"/>
          </p:nvSpPr>
          <p:spPr>
            <a:xfrm>
              <a:off x="50652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4C85DA-E7B5-4762-BBCE-DF677ED45B50}"/>
                </a:ext>
              </a:extLst>
            </p:cNvPr>
            <p:cNvSpPr/>
            <p:nvPr userDrawn="1"/>
          </p:nvSpPr>
          <p:spPr>
            <a:xfrm>
              <a:off x="524618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5CBB31-C438-491A-9BD2-9E9A20743A9D}"/>
                </a:ext>
              </a:extLst>
            </p:cNvPr>
            <p:cNvSpPr/>
            <p:nvPr userDrawn="1"/>
          </p:nvSpPr>
          <p:spPr>
            <a:xfrm>
              <a:off x="60066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42A0C8-1264-4ECA-B65F-FE50640421C6}"/>
                </a:ext>
              </a:extLst>
            </p:cNvPr>
            <p:cNvSpPr/>
            <p:nvPr userDrawn="1"/>
          </p:nvSpPr>
          <p:spPr>
            <a:xfrm>
              <a:off x="6187416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D5F723-CD3A-4A32-8CD7-5596EAB5AD2E}"/>
                </a:ext>
              </a:extLst>
            </p:cNvPr>
            <p:cNvSpPr/>
            <p:nvPr userDrawn="1"/>
          </p:nvSpPr>
          <p:spPr>
            <a:xfrm>
              <a:off x="69480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2CD6379-E499-4471-9E66-B12E22A860A1}"/>
                </a:ext>
              </a:extLst>
            </p:cNvPr>
            <p:cNvSpPr/>
            <p:nvPr userDrawn="1"/>
          </p:nvSpPr>
          <p:spPr>
            <a:xfrm>
              <a:off x="7128652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F954B9-DAFE-4935-9A4A-2E32BB71A796}"/>
                </a:ext>
              </a:extLst>
            </p:cNvPr>
            <p:cNvSpPr/>
            <p:nvPr userDrawn="1"/>
          </p:nvSpPr>
          <p:spPr>
            <a:xfrm>
              <a:off x="78894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E7E691-112B-4BD5-B618-B58C74FD9358}"/>
                </a:ext>
              </a:extLst>
            </p:cNvPr>
            <p:cNvSpPr/>
            <p:nvPr userDrawn="1"/>
          </p:nvSpPr>
          <p:spPr>
            <a:xfrm>
              <a:off x="8069888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DFF8352-568B-4780-8900-DB0385591717}"/>
                </a:ext>
              </a:extLst>
            </p:cNvPr>
            <p:cNvSpPr/>
            <p:nvPr userDrawn="1"/>
          </p:nvSpPr>
          <p:spPr>
            <a:xfrm>
              <a:off x="88308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BEEFC0A-631B-41D4-9984-2E629EB7E7E2}"/>
                </a:ext>
              </a:extLst>
            </p:cNvPr>
            <p:cNvSpPr/>
            <p:nvPr userDrawn="1"/>
          </p:nvSpPr>
          <p:spPr>
            <a:xfrm>
              <a:off x="9011124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929431-BD6A-45BC-A306-4CFE1F3BB180}"/>
                </a:ext>
              </a:extLst>
            </p:cNvPr>
            <p:cNvSpPr/>
            <p:nvPr userDrawn="1"/>
          </p:nvSpPr>
          <p:spPr>
            <a:xfrm>
              <a:off x="97722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8D9816D-E982-46F9-97D3-C05CA83A3B9D}"/>
                </a:ext>
              </a:extLst>
            </p:cNvPr>
            <p:cNvSpPr/>
            <p:nvPr userDrawn="1"/>
          </p:nvSpPr>
          <p:spPr>
            <a:xfrm>
              <a:off x="995236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D63B170-C73A-4272-B9CD-EF8F90438771}"/>
                </a:ext>
              </a:extLst>
            </p:cNvPr>
            <p:cNvSpPr/>
            <p:nvPr userDrawn="1"/>
          </p:nvSpPr>
          <p:spPr>
            <a:xfrm>
              <a:off x="10713600" y="0"/>
              <a:ext cx="179387" cy="90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39930CA-85CD-4FA9-A2A1-7AD604B5E55E}"/>
                </a:ext>
              </a:extLst>
            </p:cNvPr>
            <p:cNvSpPr/>
            <p:nvPr userDrawn="1"/>
          </p:nvSpPr>
          <p:spPr>
            <a:xfrm>
              <a:off x="10893600" y="0"/>
              <a:ext cx="760163" cy="9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E3DA1E3-7FE7-4866-8EE9-370387D65889}"/>
                </a:ext>
              </a:extLst>
            </p:cNvPr>
            <p:cNvSpPr/>
            <p:nvPr userDrawn="1"/>
          </p:nvSpPr>
          <p:spPr>
            <a:xfrm>
              <a:off x="11652251" y="0"/>
              <a:ext cx="539749" cy="90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dirty="0"/>
            </a:p>
          </p:txBody>
        </p:sp>
      </p:grp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9320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100">
                <a:noFill/>
              </a:defRPr>
            </a:lvl1pPr>
          </a:lstStyle>
          <a:p>
            <a:fld id="{89EB1269-E9AB-4640-88C2-FCB7B858BBEA}" type="datetime4">
              <a:rPr lang="en-US" smtClean="0"/>
              <a:t>May 8, 2026</a:t>
            </a:fld>
            <a:endParaRPr lang="de-DE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7200"/>
            <a:ext cx="11113200" cy="107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Click to add title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99" y="1980000"/>
            <a:ext cx="11113200" cy="433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Level 1 (Enter+TAB for next text level, SHIFT+TAB to go back in levels)</a:t>
            </a:r>
          </a:p>
          <a:p>
            <a:pPr lvl="1"/>
            <a:r>
              <a:rPr lang="de-DE" noProof="0"/>
              <a:t>Level 2</a:t>
            </a:r>
          </a:p>
          <a:p>
            <a:pPr lvl="2"/>
            <a:r>
              <a:rPr lang="de-DE" noProof="0"/>
              <a:t>Level 3</a:t>
            </a:r>
          </a:p>
          <a:p>
            <a:pPr lvl="3"/>
            <a:r>
              <a:rPr lang="de-DE" noProof="0"/>
              <a:t>Level 4, Header</a:t>
            </a:r>
          </a:p>
          <a:p>
            <a:pPr lvl="4"/>
            <a:r>
              <a:rPr lang="de-DE" noProof="0"/>
              <a:t>Level 5, Body</a:t>
            </a:r>
          </a:p>
          <a:p>
            <a:pPr lvl="5"/>
            <a:r>
              <a:rPr lang="de-DE" noProof="0"/>
              <a:t>Level 6</a:t>
            </a:r>
          </a:p>
          <a:p>
            <a:pPr lvl="6"/>
            <a:r>
              <a:rPr lang="de-DE" noProof="0"/>
              <a:t>Level 7</a:t>
            </a:r>
          </a:p>
          <a:p>
            <a:pPr lvl="7"/>
            <a:r>
              <a:rPr lang="de-DE" noProof="0"/>
              <a:t>Level 8</a:t>
            </a:r>
          </a:p>
          <a:p>
            <a:pPr lvl="8"/>
            <a:r>
              <a:rPr lang="de-DE" noProof="0"/>
              <a:t>Level 9, </a:t>
            </a:r>
            <a:r>
              <a:rPr lang="de-DE"/>
              <a:t>Highlight</a:t>
            </a:r>
            <a:endParaRPr lang="de-DE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3599" y="481818"/>
            <a:ext cx="5135612" cy="154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Charting Manual</a:t>
            </a:r>
            <a:endParaRPr lang="de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62400" y="481818"/>
            <a:ext cx="270000" cy="154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rtl="0">
              <a:defRPr sz="900"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214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8" r:id="rId3"/>
    <p:sldLayoutId id="2147483734" r:id="rId4"/>
    <p:sldLayoutId id="2147483669" r:id="rId5"/>
    <p:sldLayoutId id="2147483735" r:id="rId6"/>
    <p:sldLayoutId id="2147483670" r:id="rId7"/>
    <p:sldLayoutId id="2147483736" r:id="rId8"/>
    <p:sldLayoutId id="2147483733" r:id="rId9"/>
    <p:sldLayoutId id="2147483671" r:id="rId10"/>
    <p:sldLayoutId id="2147483682" r:id="rId11"/>
    <p:sldLayoutId id="2147483732" r:id="rId12"/>
    <p:sldLayoutId id="2147483730" r:id="rId13"/>
    <p:sldLayoutId id="2147483689" r:id="rId14"/>
    <p:sldLayoutId id="2147483731" r:id="rId15"/>
    <p:sldLayoutId id="2147483692" r:id="rId16"/>
    <p:sldLayoutId id="2147483712" r:id="rId17"/>
    <p:sldLayoutId id="2147483713" r:id="rId18"/>
    <p:sldLayoutId id="2147483719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​"/>
        <a:defRPr sz="1400" b="1" i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​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​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​"/>
        <a:defRPr sz="10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0000" indent="-180000" algn="l" defTabSz="914400" rtl="0" eaLnBrk="1" latinLnBrk="0" hangingPunct="1">
        <a:lnSpc>
          <a:spcPct val="12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"/>
        </a:spcBef>
        <a:spcAft>
          <a:spcPts val="50"/>
        </a:spcAft>
        <a:buFont typeface="Arial" panose="020B0604020202020204" pitchFamily="34" charset="0"/>
        <a:buChar char="​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0">
          <p15:clr>
            <a:srgbClr val="F26B43"/>
          </p15:clr>
        </p15:guide>
        <p15:guide id="2" pos="819">
          <p15:clr>
            <a:srgbClr val="A4A3A4"/>
          </p15:clr>
        </p15:guide>
        <p15:guide id="4" orient="horz" pos="570">
          <p15:clr>
            <a:srgbClr val="F26B43"/>
          </p15:clr>
        </p15:guide>
        <p15:guide id="5" pos="933">
          <p15:clr>
            <a:srgbClr val="A4A3A4"/>
          </p15:clr>
        </p15:guide>
        <p15:guide id="6" pos="1411">
          <p15:clr>
            <a:srgbClr val="A4A3A4"/>
          </p15:clr>
        </p15:guide>
        <p15:guide id="7" pos="1525">
          <p15:clr>
            <a:srgbClr val="A4A3A4"/>
          </p15:clr>
        </p15:guide>
        <p15:guide id="8" pos="2026" userDrawn="1">
          <p15:clr>
            <a:srgbClr val="A4A3A4"/>
          </p15:clr>
        </p15:guide>
        <p15:guide id="9" pos="2139" userDrawn="1">
          <p15:clr>
            <a:srgbClr val="A4A3A4"/>
          </p15:clr>
        </p15:guide>
        <p15:guide id="10" pos="2593">
          <p15:clr>
            <a:srgbClr val="A4A3A4"/>
          </p15:clr>
        </p15:guide>
        <p15:guide id="11" pos="2711">
          <p15:clr>
            <a:srgbClr val="A4A3A4"/>
          </p15:clr>
        </p15:guide>
        <p15:guide id="12" pos="3190">
          <p15:clr>
            <a:srgbClr val="A4A3A4"/>
          </p15:clr>
        </p15:guide>
        <p15:guide id="13" pos="3304">
          <p15:clr>
            <a:srgbClr val="A4A3A4"/>
          </p15:clr>
        </p15:guide>
        <p15:guide id="14" pos="3783">
          <p15:clr>
            <a:srgbClr val="A4A3A4"/>
          </p15:clr>
        </p15:guide>
        <p15:guide id="15" pos="3897">
          <p15:clr>
            <a:srgbClr val="A4A3A4"/>
          </p15:clr>
        </p15:guide>
        <p15:guide id="16" pos="4376">
          <p15:clr>
            <a:srgbClr val="A4A3A4"/>
          </p15:clr>
        </p15:guide>
        <p15:guide id="17" pos="4490">
          <p15:clr>
            <a:srgbClr val="A4A3A4"/>
          </p15:clr>
        </p15:guide>
        <p15:guide id="18" pos="4969">
          <p15:clr>
            <a:srgbClr val="A4A3A4"/>
          </p15:clr>
        </p15:guide>
        <p15:guide id="19" pos="5083">
          <p15:clr>
            <a:srgbClr val="A4A3A4"/>
          </p15:clr>
        </p15:guide>
        <p15:guide id="20" pos="5562">
          <p15:clr>
            <a:srgbClr val="A4A3A4"/>
          </p15:clr>
        </p15:guide>
        <p15:guide id="21" pos="5676">
          <p15:clr>
            <a:srgbClr val="A4A3A4"/>
          </p15:clr>
        </p15:guide>
        <p15:guide id="22" pos="6155">
          <p15:clr>
            <a:srgbClr val="A4A3A4"/>
          </p15:clr>
        </p15:guide>
        <p15:guide id="23" pos="6269">
          <p15:clr>
            <a:srgbClr val="A4A3A4"/>
          </p15:clr>
        </p15:guide>
        <p15:guide id="24" pos="6748">
          <p15:clr>
            <a:srgbClr val="A4A3A4"/>
          </p15:clr>
        </p15:guide>
        <p15:guide id="25" pos="6862">
          <p15:clr>
            <a:srgbClr val="A4A3A4"/>
          </p15:clr>
        </p15:guide>
        <p15:guide id="26" pos="7340">
          <p15:clr>
            <a:srgbClr val="F26B43"/>
          </p15:clr>
        </p15:guide>
        <p15:guide id="27" orient="horz" pos="1247">
          <p15:clr>
            <a:srgbClr val="F26B43"/>
          </p15:clr>
        </p15:guide>
        <p15:guide id="28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chart" Target="../charts/char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chart" Target="../charts/char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BCFB-9F85-FD42-A0A1-C3925C3B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DC4D8B64-AD72-E751-09B6-A33E9CF036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4D8B64-AD72-E751-09B6-A33E9CF03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9D4970F-0B46-03F5-30FB-E10D141C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/>
              <a:t>Key Driver Analyse</a:t>
            </a:r>
            <a:endParaRPr lang="de-DE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31339-4544-9783-9AF8-90E85A60F2F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dirty="0" err="1"/>
              <a:t>Advanced</a:t>
            </a:r>
            <a:r>
              <a:rPr lang="de-DE" dirty="0"/>
              <a:t> Analytics: Key Driver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DBDE1-7F7E-A377-5134-68BF1D06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F9D2A-0B18-F8B6-7220-D76ACBB6EE4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/>
              <a:t>Basis: n=0’000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14A1F2-FDBB-8282-5777-8CD6E5839446}"/>
              </a:ext>
            </a:extLst>
          </p:cNvPr>
          <p:cNvSpPr txBox="1"/>
          <p:nvPr/>
        </p:nvSpPr>
        <p:spPr>
          <a:xfrm>
            <a:off x="553695" y="1403906"/>
            <a:ext cx="11096968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Handlungsportfolio</a:t>
            </a:r>
          </a:p>
        </p:txBody>
      </p:sp>
      <p:graphicFrame>
        <p:nvGraphicFramePr>
          <p:cNvPr id="22" name="Tabelle 64">
            <a:extLst>
              <a:ext uri="{FF2B5EF4-FFF2-40B4-BE49-F238E27FC236}">
                <a16:creationId xmlns:a16="http://schemas.microsoft.com/office/drawing/2014/main" id="{6576CE87-9A6A-A923-5A12-BF405DC0A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311439"/>
              </p:ext>
            </p:extLst>
          </p:nvPr>
        </p:nvGraphicFramePr>
        <p:xfrm>
          <a:off x="6186488" y="4378071"/>
          <a:ext cx="5468848" cy="642720"/>
        </p:xfrm>
        <a:graphic>
          <a:graphicData uri="http://schemas.openxmlformats.org/drawingml/2006/table">
            <a:tbl>
              <a:tblPr firstRow="1" bandRow="1"/>
              <a:tblGrid>
                <a:gridCol w="36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993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de-DE" sz="1000" b="1" dirty="0">
                          <a:solidFill>
                            <a:schemeClr val="bg1"/>
                          </a:solidFill>
                        </a:rPr>
                        <a:t>Beobachten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78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CH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78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Tabelle 65">
            <a:extLst>
              <a:ext uri="{FF2B5EF4-FFF2-40B4-BE49-F238E27FC236}">
                <a16:creationId xmlns:a16="http://schemas.microsoft.com/office/drawing/2014/main" id="{57888D6B-CCC6-4429-D9B6-E5994971B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45695"/>
              </p:ext>
            </p:extLst>
          </p:nvPr>
        </p:nvGraphicFramePr>
        <p:xfrm>
          <a:off x="6186488" y="1979613"/>
          <a:ext cx="5466712" cy="1061040"/>
        </p:xfrm>
        <a:graphic>
          <a:graphicData uri="http://schemas.openxmlformats.org/drawingml/2006/table">
            <a:tbl>
              <a:tblPr firstRow="1" bandRow="1"/>
              <a:tblGrid>
                <a:gridCol w="36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de-DE" sz="1000" b="1" dirty="0">
                          <a:solidFill>
                            <a:schemeClr val="bg1"/>
                          </a:solidFill>
                        </a:rPr>
                        <a:t>Investieren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DE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CH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CH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Tabelle 66">
            <a:extLst>
              <a:ext uri="{FF2B5EF4-FFF2-40B4-BE49-F238E27FC236}">
                <a16:creationId xmlns:a16="http://schemas.microsoft.com/office/drawing/2014/main" id="{B8C9D0C1-1647-AE5A-7733-CC897EFA2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57583"/>
              </p:ext>
            </p:extLst>
          </p:nvPr>
        </p:nvGraphicFramePr>
        <p:xfrm>
          <a:off x="6186488" y="5472720"/>
          <a:ext cx="5468848" cy="433560"/>
        </p:xfrm>
        <a:graphic>
          <a:graphicData uri="http://schemas.openxmlformats.org/drawingml/2006/table">
            <a:tbl>
              <a:tblPr firstRow="1" bandRow="1"/>
              <a:tblGrid>
                <a:gridCol w="36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de-DE" sz="1000" b="1" dirty="0">
                          <a:solidFill>
                            <a:schemeClr val="bg1"/>
                          </a:solidFill>
                        </a:rPr>
                        <a:t>Geringe Priorität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elle 67">
            <a:extLst>
              <a:ext uri="{FF2B5EF4-FFF2-40B4-BE49-F238E27FC236}">
                <a16:creationId xmlns:a16="http://schemas.microsoft.com/office/drawing/2014/main" id="{D28DF0B3-698F-C7DA-D36A-0B5053723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055016"/>
              </p:ext>
            </p:extLst>
          </p:nvPr>
        </p:nvGraphicFramePr>
        <p:xfrm>
          <a:off x="6186488" y="3492582"/>
          <a:ext cx="5468848" cy="433560"/>
        </p:xfrm>
        <a:graphic>
          <a:graphicData uri="http://schemas.openxmlformats.org/drawingml/2006/table">
            <a:tbl>
              <a:tblPr firstRow="1" bandRow="1"/>
              <a:tblGrid>
                <a:gridCol w="36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de-DE" sz="1000" b="1" dirty="0">
                          <a:solidFill>
                            <a:schemeClr val="bg1"/>
                          </a:solidFill>
                        </a:rPr>
                        <a:t>Beibehalten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de-CH" sz="9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Diagramm 83">
            <a:extLst>
              <a:ext uri="{FF2B5EF4-FFF2-40B4-BE49-F238E27FC236}">
                <a16:creationId xmlns:a16="http://schemas.microsoft.com/office/drawing/2014/main" id="{F62C8AAB-33BE-F096-EA97-493DA775C0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9175189"/>
              </p:ext>
            </p:extLst>
          </p:nvPr>
        </p:nvGraphicFramePr>
        <p:xfrm>
          <a:off x="857509" y="2047115"/>
          <a:ext cx="5037302" cy="4047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" name="Textfeld 68">
            <a:extLst>
              <a:ext uri="{FF2B5EF4-FFF2-40B4-BE49-F238E27FC236}">
                <a16:creationId xmlns:a16="http://schemas.microsoft.com/office/drawing/2014/main" id="{73F35646-D17C-064C-3AB4-3A7C48796AB8}"/>
              </a:ext>
            </a:extLst>
          </p:cNvPr>
          <p:cNvSpPr txBox="1"/>
          <p:nvPr/>
        </p:nvSpPr>
        <p:spPr>
          <a:xfrm>
            <a:off x="1031961" y="2068665"/>
            <a:ext cx="95010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Beobachten</a:t>
            </a:r>
          </a:p>
        </p:txBody>
      </p:sp>
      <p:sp>
        <p:nvSpPr>
          <p:cNvPr id="33" name="Textfeld 69">
            <a:extLst>
              <a:ext uri="{FF2B5EF4-FFF2-40B4-BE49-F238E27FC236}">
                <a16:creationId xmlns:a16="http://schemas.microsoft.com/office/drawing/2014/main" id="{ACA32B52-CC58-D747-EB92-80F8A2956FB7}"/>
              </a:ext>
            </a:extLst>
          </p:cNvPr>
          <p:cNvSpPr txBox="1"/>
          <p:nvPr/>
        </p:nvSpPr>
        <p:spPr>
          <a:xfrm>
            <a:off x="4808961" y="2068665"/>
            <a:ext cx="95010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Beibehalten</a:t>
            </a:r>
          </a:p>
        </p:txBody>
      </p:sp>
      <p:sp>
        <p:nvSpPr>
          <p:cNvPr id="34" name="Textfeld 70">
            <a:extLst>
              <a:ext uri="{FF2B5EF4-FFF2-40B4-BE49-F238E27FC236}">
                <a16:creationId xmlns:a16="http://schemas.microsoft.com/office/drawing/2014/main" id="{8C12B04D-8309-BE62-279F-7C2ECC2D1CD6}"/>
              </a:ext>
            </a:extLst>
          </p:cNvPr>
          <p:cNvSpPr txBox="1"/>
          <p:nvPr/>
        </p:nvSpPr>
        <p:spPr>
          <a:xfrm>
            <a:off x="1031961" y="5741217"/>
            <a:ext cx="131003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Geringe Priorität</a:t>
            </a:r>
          </a:p>
        </p:txBody>
      </p:sp>
      <p:sp>
        <p:nvSpPr>
          <p:cNvPr id="35" name="Textfeld 71">
            <a:extLst>
              <a:ext uri="{FF2B5EF4-FFF2-40B4-BE49-F238E27FC236}">
                <a16:creationId xmlns:a16="http://schemas.microsoft.com/office/drawing/2014/main" id="{A1C65B5D-8FC5-40D0-8F4E-D6BE09570351}"/>
              </a:ext>
            </a:extLst>
          </p:cNvPr>
          <p:cNvSpPr txBox="1"/>
          <p:nvPr/>
        </p:nvSpPr>
        <p:spPr>
          <a:xfrm>
            <a:off x="5085802" y="5741217"/>
            <a:ext cx="6732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Investieren</a:t>
            </a:r>
          </a:p>
        </p:txBody>
      </p:sp>
      <p:sp>
        <p:nvSpPr>
          <p:cNvPr id="36" name="Textfeld 74">
            <a:extLst>
              <a:ext uri="{FF2B5EF4-FFF2-40B4-BE49-F238E27FC236}">
                <a16:creationId xmlns:a16="http://schemas.microsoft.com/office/drawing/2014/main" id="{E2139A7A-93E0-6FC2-0DA0-08B47132EBB6}"/>
              </a:ext>
            </a:extLst>
          </p:cNvPr>
          <p:cNvSpPr txBox="1"/>
          <p:nvPr/>
        </p:nvSpPr>
        <p:spPr>
          <a:xfrm>
            <a:off x="540000" y="2020606"/>
            <a:ext cx="39530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37" name="Textfeld 75">
            <a:extLst>
              <a:ext uri="{FF2B5EF4-FFF2-40B4-BE49-F238E27FC236}">
                <a16:creationId xmlns:a16="http://schemas.microsoft.com/office/drawing/2014/main" id="{F2D88505-7DAC-2923-E8F0-EFBF475ECB17}"/>
              </a:ext>
            </a:extLst>
          </p:cNvPr>
          <p:cNvSpPr txBox="1"/>
          <p:nvPr/>
        </p:nvSpPr>
        <p:spPr>
          <a:xfrm>
            <a:off x="540000" y="5748781"/>
            <a:ext cx="314119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29EA70-07A7-9C5F-F40B-32420C4CEB45}"/>
              </a:ext>
            </a:extLst>
          </p:cNvPr>
          <p:cNvGrpSpPr/>
          <p:nvPr/>
        </p:nvGrpSpPr>
        <p:grpSpPr>
          <a:xfrm>
            <a:off x="592354" y="2305067"/>
            <a:ext cx="209412" cy="3313140"/>
            <a:chOff x="594001" y="2239625"/>
            <a:chExt cx="216000" cy="3417364"/>
          </a:xfrm>
        </p:grpSpPr>
        <p:cxnSp>
          <p:nvCxnSpPr>
            <p:cNvPr id="39" name="Gerade Verbindung mit Pfeil 73">
              <a:extLst>
                <a:ext uri="{FF2B5EF4-FFF2-40B4-BE49-F238E27FC236}">
                  <a16:creationId xmlns:a16="http://schemas.microsoft.com/office/drawing/2014/main" id="{6AF73668-4FE8-C026-450C-14A679750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000" y="2239625"/>
              <a:ext cx="0" cy="3417364"/>
            </a:xfrm>
            <a:prstGeom prst="straightConnector1">
              <a:avLst/>
            </a:prstGeom>
            <a:noFill/>
            <a:ln w="12700" cap="flat" cmpd="sng" algn="ctr">
              <a:solidFill>
                <a:schemeClr val="bg1">
                  <a:lumMod val="65000"/>
                </a:schemeClr>
              </a:solidFill>
              <a:prstDash val="solid"/>
              <a:tailEnd type="stealth" w="med" len="med"/>
            </a:ln>
            <a:effectLst/>
          </p:spPr>
        </p:cxnSp>
        <p:sp>
          <p:nvSpPr>
            <p:cNvPr id="40" name="Textfeld 76">
              <a:extLst>
                <a:ext uri="{FF2B5EF4-FFF2-40B4-BE49-F238E27FC236}">
                  <a16:creationId xmlns:a16="http://schemas.microsoft.com/office/drawing/2014/main" id="{9131163B-3727-BF6A-2B08-BE90949FB423}"/>
                </a:ext>
              </a:extLst>
            </p:cNvPr>
            <p:cNvSpPr txBox="1"/>
            <p:nvPr/>
          </p:nvSpPr>
          <p:spPr>
            <a:xfrm rot="16200000">
              <a:off x="208801" y="3840307"/>
              <a:ext cx="986400" cy="216000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txBody>
            <a:bodyPr wrap="square" lIns="36000" tIns="0" rIns="36000" bIns="0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Erfüllung</a:t>
              </a:r>
              <a:endParaRPr kumimoji="0" lang="de-DE" sz="8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1" name="Rechteck 82">
            <a:extLst>
              <a:ext uri="{FF2B5EF4-FFF2-40B4-BE49-F238E27FC236}">
                <a16:creationId xmlns:a16="http://schemas.microsoft.com/office/drawing/2014/main" id="{030E4905-0198-1155-13E0-E6690AE96F6C}"/>
              </a:ext>
            </a:extLst>
          </p:cNvPr>
          <p:cNvSpPr/>
          <p:nvPr/>
        </p:nvSpPr>
        <p:spPr>
          <a:xfrm>
            <a:off x="1277970" y="2113269"/>
            <a:ext cx="4609098" cy="387995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241BA9-649E-5D72-3CE1-F6196E4A9FEB}"/>
              </a:ext>
            </a:extLst>
          </p:cNvPr>
          <p:cNvGrpSpPr/>
          <p:nvPr/>
        </p:nvGrpSpPr>
        <p:grpSpPr>
          <a:xfrm rot="5400000">
            <a:off x="3274602" y="4042479"/>
            <a:ext cx="153888" cy="4094538"/>
            <a:chOff x="622639" y="2120571"/>
            <a:chExt cx="158729" cy="4223342"/>
          </a:xfrm>
        </p:grpSpPr>
        <p:cxnSp>
          <p:nvCxnSpPr>
            <p:cNvPr id="44" name="Gerade Verbindung mit Pfeil 73">
              <a:extLst>
                <a:ext uri="{FF2B5EF4-FFF2-40B4-BE49-F238E27FC236}">
                  <a16:creationId xmlns:a16="http://schemas.microsoft.com/office/drawing/2014/main" id="{5D2EF82C-1AD0-F52A-26E8-4B4BB1CB71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409671" y="4232242"/>
              <a:ext cx="422334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bg1">
                  <a:lumMod val="65000"/>
                </a:schemeClr>
              </a:solidFill>
              <a:prstDash val="solid"/>
              <a:tailEnd type="stealth" w="med" len="med"/>
            </a:ln>
            <a:effectLst/>
          </p:spPr>
        </p:cxnSp>
        <p:sp>
          <p:nvSpPr>
            <p:cNvPr id="46" name="Textfeld 76">
              <a:extLst>
                <a:ext uri="{FF2B5EF4-FFF2-40B4-BE49-F238E27FC236}">
                  <a16:creationId xmlns:a16="http://schemas.microsoft.com/office/drawing/2014/main" id="{DC6BB6F6-BB88-57AE-3328-A78CA7EB3B96}"/>
                </a:ext>
              </a:extLst>
            </p:cNvPr>
            <p:cNvSpPr txBox="1"/>
            <p:nvPr/>
          </p:nvSpPr>
          <p:spPr>
            <a:xfrm rot="16200000">
              <a:off x="208804" y="4152878"/>
              <a:ext cx="986400" cy="15872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Wichtigkeit</a:t>
              </a:r>
              <a:endParaRPr kumimoji="0" lang="de-DE" sz="8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7" name="Textfeld 74">
            <a:extLst>
              <a:ext uri="{FF2B5EF4-FFF2-40B4-BE49-F238E27FC236}">
                <a16:creationId xmlns:a16="http://schemas.microsoft.com/office/drawing/2014/main" id="{B5F0088A-BBE9-3A70-F0DB-32024BFA3C02}"/>
              </a:ext>
            </a:extLst>
          </p:cNvPr>
          <p:cNvSpPr txBox="1"/>
          <p:nvPr/>
        </p:nvSpPr>
        <p:spPr>
          <a:xfrm>
            <a:off x="5425123" y="6012803"/>
            <a:ext cx="38011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48" name="Textfeld 75">
            <a:extLst>
              <a:ext uri="{FF2B5EF4-FFF2-40B4-BE49-F238E27FC236}">
                <a16:creationId xmlns:a16="http://schemas.microsoft.com/office/drawing/2014/main" id="{F84D392A-C65A-B795-F5D7-49267B209FAB}"/>
              </a:ext>
            </a:extLst>
          </p:cNvPr>
          <p:cNvSpPr txBox="1"/>
          <p:nvPr/>
        </p:nvSpPr>
        <p:spPr>
          <a:xfrm>
            <a:off x="991288" y="6012803"/>
            <a:ext cx="28668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CF9842C9-DFD3-CD1F-D981-2390FAC7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86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DEC4-F84A-BC13-63AC-7317AE07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872CE43B-FF4E-65AE-2293-5E52900AA17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6090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2CE43B-FF4E-65AE-2293-5E52900AA1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B50443-5709-8342-AC78-A8EC1FB4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/>
              <a:t>Key Driver Analyse</a:t>
            </a:r>
            <a:endParaRPr lang="de-DE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E7BEA-171B-26E0-E500-808FFEA1A64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dirty="0" err="1"/>
              <a:t>Advanced</a:t>
            </a:r>
            <a:r>
              <a:rPr lang="de-DE" dirty="0"/>
              <a:t> Analytics: Key Driver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F0324-26E4-D94A-4BA0-897088F5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38FE84-EC46-36BF-FCCD-303CB25CC405}"/>
              </a:ext>
            </a:extLst>
          </p:cNvPr>
          <p:cNvSpPr txBox="1"/>
          <p:nvPr/>
        </p:nvSpPr>
        <p:spPr>
          <a:xfrm>
            <a:off x="553695" y="1403906"/>
            <a:ext cx="11096968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Handlungsportfolio Erklärung</a:t>
            </a:r>
          </a:p>
        </p:txBody>
      </p:sp>
      <p:graphicFrame>
        <p:nvGraphicFramePr>
          <p:cNvPr id="20" name="Tabelle 6">
            <a:extLst>
              <a:ext uri="{FF2B5EF4-FFF2-40B4-BE49-F238E27FC236}">
                <a16:creationId xmlns:a16="http://schemas.microsoft.com/office/drawing/2014/main" id="{BB3AE844-5198-5C7B-B8B8-04EEA5A33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052654"/>
              </p:ext>
            </p:extLst>
          </p:nvPr>
        </p:nvGraphicFramePr>
        <p:xfrm>
          <a:off x="1094938" y="1979612"/>
          <a:ext cx="2652000" cy="1901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Beobachten</a:t>
                      </a: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7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dirty="0"/>
                        <a:t>Dimensionen mit unterdurchschnittlichem Einfluss, deren Zufriedenheit den Zielwert erreicht. 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de-DE" sz="100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b="1" dirty="0"/>
                        <a:t>► Massnahme: halten der sehr guten Werte, aber Mehrkosten vermeiden.</a:t>
                      </a: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elle 7">
            <a:extLst>
              <a:ext uri="{FF2B5EF4-FFF2-40B4-BE49-F238E27FC236}">
                <a16:creationId xmlns:a16="http://schemas.microsoft.com/office/drawing/2014/main" id="{927BB620-8C65-D231-CCC4-FF4633D49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74880"/>
              </p:ext>
            </p:extLst>
          </p:nvPr>
        </p:nvGraphicFramePr>
        <p:xfrm>
          <a:off x="3995643" y="1979613"/>
          <a:ext cx="2652000" cy="1901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Beibehalten</a:t>
                      </a: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6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dirty="0"/>
                        <a:t>Dimensionen mit überdurchschnittlichem Einfluss, deren Zufriedenheit den Zielwert erreicht. 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de-DE" sz="100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b="1" dirty="0"/>
                        <a:t>► Massnahme: halten der sehr guten Werte. Nachhaltigkeit sichern.</a:t>
                      </a:r>
                      <a:endParaRPr lang="de-DE" sz="10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elle 8">
            <a:extLst>
              <a:ext uri="{FF2B5EF4-FFF2-40B4-BE49-F238E27FC236}">
                <a16:creationId xmlns:a16="http://schemas.microsoft.com/office/drawing/2014/main" id="{995276E9-1DCB-374A-F437-367B543C8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51565"/>
              </p:ext>
            </p:extLst>
          </p:nvPr>
        </p:nvGraphicFramePr>
        <p:xfrm>
          <a:off x="1094938" y="4116231"/>
          <a:ext cx="2652000" cy="1901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Geringe</a:t>
                      </a:r>
                      <a:r>
                        <a:rPr lang="de-DE" sz="1200" b="1" baseline="0" dirty="0">
                          <a:solidFill>
                            <a:schemeClr val="bg1"/>
                          </a:solidFill>
                        </a:rPr>
                        <a:t> Priorität</a:t>
                      </a:r>
                      <a:endParaRPr lang="de-DE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6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dirty="0"/>
                        <a:t>Dimensionen mit unterdurchschnittlichem Einfluss, deren Zufriedenheit den Zielwert nicht erreicht.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de-DE" sz="100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b="1" dirty="0"/>
                        <a:t> ► Massnahme: Werte halten, keine Investitionen.</a:t>
                      </a:r>
                    </a:p>
                    <a:p>
                      <a:pPr rtl="0"/>
                      <a:endParaRPr lang="de-DE" sz="12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elle 9">
            <a:extLst>
              <a:ext uri="{FF2B5EF4-FFF2-40B4-BE49-F238E27FC236}">
                <a16:creationId xmlns:a16="http://schemas.microsoft.com/office/drawing/2014/main" id="{65EBDB6A-29EC-8D05-0F66-A2E61DDE0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274640"/>
              </p:ext>
            </p:extLst>
          </p:nvPr>
        </p:nvGraphicFramePr>
        <p:xfrm>
          <a:off x="3995643" y="4098124"/>
          <a:ext cx="2652000" cy="1901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de-DE" sz="1200" b="1" dirty="0">
                          <a:solidFill>
                            <a:schemeClr val="bg1"/>
                          </a:solidFill>
                        </a:rPr>
                        <a:t>Investieren</a:t>
                      </a: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6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dirty="0"/>
                        <a:t>Dimensionen mit überdurchschnittlichem Einfluss, deren Zufriedenheit unter dem Zielwert liegt.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de-DE" sz="100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de-DE" sz="1000" b="1" dirty="0"/>
                        <a:t>►Massnahme: Mit erster Priorität verbessern.</a:t>
                      </a: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" name="Gerade Verbindung mit Pfeil 12">
            <a:extLst>
              <a:ext uri="{FF2B5EF4-FFF2-40B4-BE49-F238E27FC236}">
                <a16:creationId xmlns:a16="http://schemas.microsoft.com/office/drawing/2014/main" id="{C93DFA9D-5D6A-7F5F-157A-F5236C351F40}"/>
              </a:ext>
            </a:extLst>
          </p:cNvPr>
          <p:cNvCxnSpPr>
            <a:cxnSpLocks/>
          </p:cNvCxnSpPr>
          <p:nvPr/>
        </p:nvCxnSpPr>
        <p:spPr>
          <a:xfrm flipV="1">
            <a:off x="700300" y="2213958"/>
            <a:ext cx="0" cy="3569203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13">
            <a:extLst>
              <a:ext uri="{FF2B5EF4-FFF2-40B4-BE49-F238E27FC236}">
                <a16:creationId xmlns:a16="http://schemas.microsoft.com/office/drawing/2014/main" id="{F7F457CE-2B6B-5ACD-1B96-3B991A16C36B}"/>
              </a:ext>
            </a:extLst>
          </p:cNvPr>
          <p:cNvSpPr txBox="1"/>
          <p:nvPr/>
        </p:nvSpPr>
        <p:spPr>
          <a:xfrm>
            <a:off x="540000" y="1979613"/>
            <a:ext cx="32060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26" name="Textfeld 14">
            <a:extLst>
              <a:ext uri="{FF2B5EF4-FFF2-40B4-BE49-F238E27FC236}">
                <a16:creationId xmlns:a16="http://schemas.microsoft.com/office/drawing/2014/main" id="{2FD536B8-F989-09CF-85D6-B07657E22C71}"/>
              </a:ext>
            </a:extLst>
          </p:cNvPr>
          <p:cNvSpPr txBox="1"/>
          <p:nvPr/>
        </p:nvSpPr>
        <p:spPr>
          <a:xfrm>
            <a:off x="586487" y="5863619"/>
            <a:ext cx="22762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</a:p>
        </p:txBody>
      </p:sp>
      <p:cxnSp>
        <p:nvCxnSpPr>
          <p:cNvPr id="27" name="Gerade Verbindung mit Pfeil 17">
            <a:extLst>
              <a:ext uri="{FF2B5EF4-FFF2-40B4-BE49-F238E27FC236}">
                <a16:creationId xmlns:a16="http://schemas.microsoft.com/office/drawing/2014/main" id="{6C9FD547-BCFD-6930-4F6D-BF27710FC4D1}"/>
              </a:ext>
            </a:extLst>
          </p:cNvPr>
          <p:cNvCxnSpPr>
            <a:cxnSpLocks/>
          </p:cNvCxnSpPr>
          <p:nvPr/>
        </p:nvCxnSpPr>
        <p:spPr>
          <a:xfrm>
            <a:off x="1474055" y="6247646"/>
            <a:ext cx="4701495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18">
            <a:extLst>
              <a:ext uri="{FF2B5EF4-FFF2-40B4-BE49-F238E27FC236}">
                <a16:creationId xmlns:a16="http://schemas.microsoft.com/office/drawing/2014/main" id="{582EBCB0-C8CF-CA17-9928-38669AD26459}"/>
              </a:ext>
            </a:extLst>
          </p:cNvPr>
          <p:cNvSpPr txBox="1"/>
          <p:nvPr/>
        </p:nvSpPr>
        <p:spPr>
          <a:xfrm>
            <a:off x="6327042" y="6170712"/>
            <a:ext cx="32060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29" name="Textfeld 19">
            <a:extLst>
              <a:ext uri="{FF2B5EF4-FFF2-40B4-BE49-F238E27FC236}">
                <a16:creationId xmlns:a16="http://schemas.microsoft.com/office/drawing/2014/main" id="{FC4D033B-9AE3-FF6C-A296-30942887DD07}"/>
              </a:ext>
            </a:extLst>
          </p:cNvPr>
          <p:cNvSpPr txBox="1"/>
          <p:nvPr/>
        </p:nvSpPr>
        <p:spPr>
          <a:xfrm>
            <a:off x="1094938" y="6170697"/>
            <a:ext cx="22762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B2C4E2AC-F869-15E0-93BE-B2E61431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2268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04045-780A-FFCF-1A22-296705D6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A9FD44D-2FD9-1B9E-771E-8CA42AFA35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9FD44D-2FD9-1B9E-771E-8CA42AFA3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4AC9BAA-6243-46CE-5D4E-94BBD4F4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noProof="0" dirty="0"/>
              <a:t>Key Driver Analysis</a:t>
            </a:r>
            <a:endParaRPr lang="en-GB" sz="1600" noProof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65F1C-ACF3-1E8A-CFDC-B5BFFC4D30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noProof="0" dirty="0"/>
              <a:t>Advanced Analytics: Key Driver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F374D-B7E9-6ABD-4260-3AB5F7B1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412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FF412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6F82A-98F1-2D26-83A9-FDC83A70FD2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noProof="0" dirty="0"/>
              <a:t>Basis: n=0’000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8133D-BF13-CEBE-7455-BABF28B1490E}"/>
              </a:ext>
            </a:extLst>
          </p:cNvPr>
          <p:cNvSpPr txBox="1"/>
          <p:nvPr/>
        </p:nvSpPr>
        <p:spPr>
          <a:xfrm>
            <a:off x="553695" y="1403906"/>
            <a:ext cx="11096968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412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Action Matrix</a:t>
            </a:r>
          </a:p>
        </p:txBody>
      </p:sp>
      <p:graphicFrame>
        <p:nvGraphicFramePr>
          <p:cNvPr id="22" name="Tabelle 64">
            <a:extLst>
              <a:ext uri="{FF2B5EF4-FFF2-40B4-BE49-F238E27FC236}">
                <a16:creationId xmlns:a16="http://schemas.microsoft.com/office/drawing/2014/main" id="{3C316F03-5B40-8F17-42CF-CB24F44D6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243927"/>
              </p:ext>
            </p:extLst>
          </p:nvPr>
        </p:nvGraphicFramePr>
        <p:xfrm>
          <a:off x="6186488" y="4378071"/>
          <a:ext cx="5468848" cy="642720"/>
        </p:xfrm>
        <a:graphic>
          <a:graphicData uri="http://schemas.openxmlformats.org/drawingml/2006/table">
            <a:tbl>
              <a:tblPr firstRow="1" bandRow="1"/>
              <a:tblGrid>
                <a:gridCol w="36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993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en-GB" sz="1000" b="1" noProof="0" dirty="0">
                          <a:solidFill>
                            <a:schemeClr val="bg1"/>
                          </a:solidFill>
                        </a:rPr>
                        <a:t>Monitor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78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78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Tabelle 65">
            <a:extLst>
              <a:ext uri="{FF2B5EF4-FFF2-40B4-BE49-F238E27FC236}">
                <a16:creationId xmlns:a16="http://schemas.microsoft.com/office/drawing/2014/main" id="{5206D809-817D-920B-7553-214817429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851279"/>
              </p:ext>
            </p:extLst>
          </p:nvPr>
        </p:nvGraphicFramePr>
        <p:xfrm>
          <a:off x="6186488" y="1979613"/>
          <a:ext cx="5466712" cy="1061040"/>
        </p:xfrm>
        <a:graphic>
          <a:graphicData uri="http://schemas.openxmlformats.org/drawingml/2006/table">
            <a:tbl>
              <a:tblPr firstRow="1" bandRow="1"/>
              <a:tblGrid>
                <a:gridCol w="36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en-GB" sz="1000" b="1" noProof="0" dirty="0">
                          <a:solidFill>
                            <a:schemeClr val="bg1"/>
                          </a:solidFill>
                        </a:rPr>
                        <a:t>Invest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Tabelle 66">
            <a:extLst>
              <a:ext uri="{FF2B5EF4-FFF2-40B4-BE49-F238E27FC236}">
                <a16:creationId xmlns:a16="http://schemas.microsoft.com/office/drawing/2014/main" id="{FB3C69B4-F246-A83E-0150-ACA85FD7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164984"/>
              </p:ext>
            </p:extLst>
          </p:nvPr>
        </p:nvGraphicFramePr>
        <p:xfrm>
          <a:off x="6186488" y="5472720"/>
          <a:ext cx="5468848" cy="433560"/>
        </p:xfrm>
        <a:graphic>
          <a:graphicData uri="http://schemas.openxmlformats.org/drawingml/2006/table">
            <a:tbl>
              <a:tblPr firstRow="1" bandRow="1"/>
              <a:tblGrid>
                <a:gridCol w="36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en-GB" sz="1000" b="1" noProof="0" dirty="0">
                          <a:solidFill>
                            <a:schemeClr val="bg1"/>
                          </a:solidFill>
                        </a:rPr>
                        <a:t>Low Priority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elle 67">
            <a:extLst>
              <a:ext uri="{FF2B5EF4-FFF2-40B4-BE49-F238E27FC236}">
                <a16:creationId xmlns:a16="http://schemas.microsoft.com/office/drawing/2014/main" id="{1A01B636-6EFD-3B97-4EB2-D8ADA1A88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12930"/>
              </p:ext>
            </p:extLst>
          </p:nvPr>
        </p:nvGraphicFramePr>
        <p:xfrm>
          <a:off x="6186488" y="3492582"/>
          <a:ext cx="5468848" cy="433560"/>
        </p:xfrm>
        <a:graphic>
          <a:graphicData uri="http://schemas.openxmlformats.org/drawingml/2006/table">
            <a:tbl>
              <a:tblPr firstRow="1" bandRow="1"/>
              <a:tblGrid>
                <a:gridCol w="36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rtl="0"/>
                      <a:r>
                        <a:rPr lang="en-GB" sz="1000" b="1" noProof="0" dirty="0">
                          <a:solidFill>
                            <a:schemeClr val="bg1"/>
                          </a:solidFill>
                        </a:rPr>
                        <a:t>Maintain</a:t>
                      </a: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r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2658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5316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979746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06328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632911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1959492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286074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612657" algn="l" defTabSz="653164" rtl="0" eaLnBrk="1" latinLnBrk="0" hangingPunct="1">
                        <a:defRPr sz="1286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rtl="0" fontAlgn="ctr"/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0000" marR="90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Diagramm 83">
            <a:extLst>
              <a:ext uri="{FF2B5EF4-FFF2-40B4-BE49-F238E27FC236}">
                <a16:creationId xmlns:a16="http://schemas.microsoft.com/office/drawing/2014/main" id="{543D4043-71B1-53EC-EFC4-3692A78A3A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505038"/>
              </p:ext>
            </p:extLst>
          </p:nvPr>
        </p:nvGraphicFramePr>
        <p:xfrm>
          <a:off x="857509" y="2047115"/>
          <a:ext cx="5037302" cy="4047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" name="Textfeld 68">
            <a:extLst>
              <a:ext uri="{FF2B5EF4-FFF2-40B4-BE49-F238E27FC236}">
                <a16:creationId xmlns:a16="http://schemas.microsoft.com/office/drawing/2014/main" id="{BAFC07CA-1BB6-84C3-FA59-546D72C4816F}"/>
              </a:ext>
            </a:extLst>
          </p:cNvPr>
          <p:cNvSpPr txBox="1"/>
          <p:nvPr/>
        </p:nvSpPr>
        <p:spPr>
          <a:xfrm>
            <a:off x="1031961" y="2068665"/>
            <a:ext cx="95010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31CAA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Monitor</a:t>
            </a:r>
          </a:p>
        </p:txBody>
      </p:sp>
      <p:sp>
        <p:nvSpPr>
          <p:cNvPr id="33" name="Textfeld 69">
            <a:extLst>
              <a:ext uri="{FF2B5EF4-FFF2-40B4-BE49-F238E27FC236}">
                <a16:creationId xmlns:a16="http://schemas.microsoft.com/office/drawing/2014/main" id="{73A40BF5-6CA6-34B6-1D83-1F1B64338A5B}"/>
              </a:ext>
            </a:extLst>
          </p:cNvPr>
          <p:cNvSpPr txBox="1"/>
          <p:nvPr/>
        </p:nvSpPr>
        <p:spPr>
          <a:xfrm>
            <a:off x="4808961" y="2068665"/>
            <a:ext cx="95010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9F29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Maintain</a:t>
            </a:r>
          </a:p>
        </p:txBody>
      </p:sp>
      <p:sp>
        <p:nvSpPr>
          <p:cNvPr id="34" name="Textfeld 70">
            <a:extLst>
              <a:ext uri="{FF2B5EF4-FFF2-40B4-BE49-F238E27FC236}">
                <a16:creationId xmlns:a16="http://schemas.microsoft.com/office/drawing/2014/main" id="{0E2960A6-AA87-CEB1-BF3F-460B2C44CCAA}"/>
              </a:ext>
            </a:extLst>
          </p:cNvPr>
          <p:cNvSpPr txBox="1"/>
          <p:nvPr/>
        </p:nvSpPr>
        <p:spPr>
          <a:xfrm>
            <a:off x="1031961" y="5741217"/>
            <a:ext cx="131003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06A6E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 Priority</a:t>
            </a:r>
          </a:p>
        </p:txBody>
      </p:sp>
      <p:sp>
        <p:nvSpPr>
          <p:cNvPr id="35" name="Textfeld 71">
            <a:extLst>
              <a:ext uri="{FF2B5EF4-FFF2-40B4-BE49-F238E27FC236}">
                <a16:creationId xmlns:a16="http://schemas.microsoft.com/office/drawing/2014/main" id="{A571AADE-D037-B44F-7541-0CF34CD086A4}"/>
              </a:ext>
            </a:extLst>
          </p:cNvPr>
          <p:cNvSpPr txBox="1"/>
          <p:nvPr/>
        </p:nvSpPr>
        <p:spPr>
          <a:xfrm>
            <a:off x="5390372" y="5741217"/>
            <a:ext cx="3686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FF412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Invest</a:t>
            </a:r>
          </a:p>
        </p:txBody>
      </p:sp>
      <p:sp>
        <p:nvSpPr>
          <p:cNvPr id="36" name="Textfeld 74">
            <a:extLst>
              <a:ext uri="{FF2B5EF4-FFF2-40B4-BE49-F238E27FC236}">
                <a16:creationId xmlns:a16="http://schemas.microsoft.com/office/drawing/2014/main" id="{B862ED49-F97F-0CD5-8334-07BD840EB16C}"/>
              </a:ext>
            </a:extLst>
          </p:cNvPr>
          <p:cNvSpPr txBox="1"/>
          <p:nvPr/>
        </p:nvSpPr>
        <p:spPr>
          <a:xfrm>
            <a:off x="540000" y="2020606"/>
            <a:ext cx="39530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37" name="Textfeld 75">
            <a:extLst>
              <a:ext uri="{FF2B5EF4-FFF2-40B4-BE49-F238E27FC236}">
                <a16:creationId xmlns:a16="http://schemas.microsoft.com/office/drawing/2014/main" id="{D08A4A92-D96D-17AC-1D41-BCF5E4B5D354}"/>
              </a:ext>
            </a:extLst>
          </p:cNvPr>
          <p:cNvSpPr txBox="1"/>
          <p:nvPr/>
        </p:nvSpPr>
        <p:spPr>
          <a:xfrm>
            <a:off x="540000" y="5748781"/>
            <a:ext cx="314119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A156ABA-165E-37AC-D1A8-CC863BBB2414}"/>
              </a:ext>
            </a:extLst>
          </p:cNvPr>
          <p:cNvGrpSpPr/>
          <p:nvPr/>
        </p:nvGrpSpPr>
        <p:grpSpPr>
          <a:xfrm>
            <a:off x="592354" y="2305067"/>
            <a:ext cx="209412" cy="3313140"/>
            <a:chOff x="594001" y="2239625"/>
            <a:chExt cx="216000" cy="3417364"/>
          </a:xfrm>
        </p:grpSpPr>
        <p:cxnSp>
          <p:nvCxnSpPr>
            <p:cNvPr id="39" name="Gerade Verbindung mit Pfeil 73">
              <a:extLst>
                <a:ext uri="{FF2B5EF4-FFF2-40B4-BE49-F238E27FC236}">
                  <a16:creationId xmlns:a16="http://schemas.microsoft.com/office/drawing/2014/main" id="{27568779-E8F5-B014-29C7-870ED7EF4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000" y="2239625"/>
              <a:ext cx="0" cy="3417364"/>
            </a:xfrm>
            <a:prstGeom prst="straightConnector1">
              <a:avLst/>
            </a:prstGeom>
            <a:noFill/>
            <a:ln w="12700" cap="flat" cmpd="sng" algn="ctr">
              <a:solidFill>
                <a:schemeClr val="bg1">
                  <a:lumMod val="65000"/>
                </a:schemeClr>
              </a:solidFill>
              <a:prstDash val="solid"/>
              <a:tailEnd type="stealth" w="med" len="med"/>
            </a:ln>
            <a:effectLst/>
          </p:spPr>
        </p:cxnSp>
        <p:sp>
          <p:nvSpPr>
            <p:cNvPr id="40" name="Textfeld 76">
              <a:extLst>
                <a:ext uri="{FF2B5EF4-FFF2-40B4-BE49-F238E27FC236}">
                  <a16:creationId xmlns:a16="http://schemas.microsoft.com/office/drawing/2014/main" id="{891C75FE-2625-1EF2-3E2F-12638C5A94D0}"/>
                </a:ext>
              </a:extLst>
            </p:cNvPr>
            <p:cNvSpPr txBox="1"/>
            <p:nvPr/>
          </p:nvSpPr>
          <p:spPr>
            <a:xfrm rot="16200000">
              <a:off x="208801" y="3840307"/>
              <a:ext cx="986400" cy="216000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txBody>
            <a:bodyPr wrap="square" lIns="36000" tIns="0" rIns="3600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Performance</a:t>
              </a:r>
              <a:endParaRPr kumimoji="0" lang="en-GB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1" name="Rechteck 82">
            <a:extLst>
              <a:ext uri="{FF2B5EF4-FFF2-40B4-BE49-F238E27FC236}">
                <a16:creationId xmlns:a16="http://schemas.microsoft.com/office/drawing/2014/main" id="{A037A449-6B1E-B43C-D32A-A8C39A246CEB}"/>
              </a:ext>
            </a:extLst>
          </p:cNvPr>
          <p:cNvSpPr/>
          <p:nvPr/>
        </p:nvSpPr>
        <p:spPr>
          <a:xfrm>
            <a:off x="1277970" y="2113269"/>
            <a:ext cx="4609098" cy="387995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F1BF406-C7C3-E5BC-1F55-0682E58F64DA}"/>
              </a:ext>
            </a:extLst>
          </p:cNvPr>
          <p:cNvGrpSpPr/>
          <p:nvPr/>
        </p:nvGrpSpPr>
        <p:grpSpPr>
          <a:xfrm rot="5400000">
            <a:off x="3274602" y="4042479"/>
            <a:ext cx="153888" cy="4094538"/>
            <a:chOff x="622639" y="2120571"/>
            <a:chExt cx="158729" cy="4223342"/>
          </a:xfrm>
        </p:grpSpPr>
        <p:cxnSp>
          <p:nvCxnSpPr>
            <p:cNvPr id="44" name="Gerade Verbindung mit Pfeil 73">
              <a:extLst>
                <a:ext uri="{FF2B5EF4-FFF2-40B4-BE49-F238E27FC236}">
                  <a16:creationId xmlns:a16="http://schemas.microsoft.com/office/drawing/2014/main" id="{24FF2BA2-45C7-5F79-1BEF-34842C8B63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409671" y="4232242"/>
              <a:ext cx="422334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bg1">
                  <a:lumMod val="65000"/>
                </a:schemeClr>
              </a:solidFill>
              <a:prstDash val="solid"/>
              <a:tailEnd type="stealth" w="med" len="med"/>
            </a:ln>
            <a:effectLst/>
          </p:spPr>
        </p:cxnSp>
        <p:sp>
          <p:nvSpPr>
            <p:cNvPr id="46" name="Textfeld 76">
              <a:extLst>
                <a:ext uri="{FF2B5EF4-FFF2-40B4-BE49-F238E27FC236}">
                  <a16:creationId xmlns:a16="http://schemas.microsoft.com/office/drawing/2014/main" id="{3A9A5E2E-AA62-8BC0-B58C-C72B081B6468}"/>
                </a:ext>
              </a:extLst>
            </p:cNvPr>
            <p:cNvSpPr txBox="1"/>
            <p:nvPr/>
          </p:nvSpPr>
          <p:spPr>
            <a:xfrm rot="16200000">
              <a:off x="208804" y="4152878"/>
              <a:ext cx="986400" cy="15872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Importance</a:t>
              </a:r>
              <a:endParaRPr kumimoji="0" lang="en-GB" sz="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7" name="Textfeld 74">
            <a:extLst>
              <a:ext uri="{FF2B5EF4-FFF2-40B4-BE49-F238E27FC236}">
                <a16:creationId xmlns:a16="http://schemas.microsoft.com/office/drawing/2014/main" id="{96B7FFC7-914C-58E4-4E19-CF271D2557BD}"/>
              </a:ext>
            </a:extLst>
          </p:cNvPr>
          <p:cNvSpPr txBox="1"/>
          <p:nvPr/>
        </p:nvSpPr>
        <p:spPr>
          <a:xfrm>
            <a:off x="5425123" y="6012803"/>
            <a:ext cx="38011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48" name="Textfeld 75">
            <a:extLst>
              <a:ext uri="{FF2B5EF4-FFF2-40B4-BE49-F238E27FC236}">
                <a16:creationId xmlns:a16="http://schemas.microsoft.com/office/drawing/2014/main" id="{E74EFB44-FA6F-BBCD-B7B0-C0F9C423335E}"/>
              </a:ext>
            </a:extLst>
          </p:cNvPr>
          <p:cNvSpPr txBox="1"/>
          <p:nvPr/>
        </p:nvSpPr>
        <p:spPr>
          <a:xfrm>
            <a:off x="991288" y="6012803"/>
            <a:ext cx="28668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9D5EC809-2420-B808-61B0-2B5AD4B3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FF412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026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F836C354-048B-BE91-6355-1CE9D82F2C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275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8" imgH="377" progId="TCLayout.ActiveDocument.1">
                  <p:embed/>
                </p:oleObj>
              </mc:Choice>
              <mc:Fallback>
                <p:oleObj name="think-cell Slide" r:id="rId4" imgW="378" imgH="377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36C354-048B-BE91-6355-1CE9D82F2C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E2B11E-316F-AA74-EE4E-38EC0370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0" lang="en-GB" sz="32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Key Driver Analysis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C48B5-A771-3444-AB70-0FD340258E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dirty="0"/>
              <a:t>Advanced Analytics: Key Driver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822EB-F0D0-57D8-D687-C7D6AC61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3A52E0-EB21-0049-412B-3B18E081E2E3}"/>
              </a:ext>
            </a:extLst>
          </p:cNvPr>
          <p:cNvSpPr txBox="1"/>
          <p:nvPr/>
        </p:nvSpPr>
        <p:spPr>
          <a:xfrm>
            <a:off x="553695" y="1403906"/>
            <a:ext cx="11096968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Action Matrix Explanation</a:t>
            </a:r>
          </a:p>
        </p:txBody>
      </p:sp>
      <p:graphicFrame>
        <p:nvGraphicFramePr>
          <p:cNvPr id="19" name="Tabelle 6">
            <a:extLst>
              <a:ext uri="{FF2B5EF4-FFF2-40B4-BE49-F238E27FC236}">
                <a16:creationId xmlns:a16="http://schemas.microsoft.com/office/drawing/2014/main" id="{36AEDBBD-E4EF-CE5D-30A4-77EF4E3F5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186573"/>
              </p:ext>
            </p:extLst>
          </p:nvPr>
        </p:nvGraphicFramePr>
        <p:xfrm>
          <a:off x="1094938" y="1979612"/>
          <a:ext cx="2652000" cy="1901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en-GB" sz="1200" b="1" noProof="0" dirty="0">
                          <a:solidFill>
                            <a:schemeClr val="bg1"/>
                          </a:solidFill>
                        </a:rPr>
                        <a:t>Monitor</a:t>
                      </a: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7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Dimensions with impact below average but satisfaction above </a:t>
                      </a:r>
                      <a:br>
                        <a:rPr lang="en-GB" sz="1000" noProof="0" dirty="0"/>
                      </a:br>
                      <a:r>
                        <a:rPr lang="en-GB" sz="1000" noProof="0" dirty="0"/>
                        <a:t>target value.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en-GB" sz="1000" noProof="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► </a:t>
                      </a:r>
                      <a:r>
                        <a:rPr lang="en-GB" sz="1000" b="1" noProof="0" dirty="0"/>
                        <a:t>Action: Hold good values but avoid extra costs.</a:t>
                      </a: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elle 7">
            <a:extLst>
              <a:ext uri="{FF2B5EF4-FFF2-40B4-BE49-F238E27FC236}">
                <a16:creationId xmlns:a16="http://schemas.microsoft.com/office/drawing/2014/main" id="{19753286-EE27-4B57-A733-DDF359FB4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204553"/>
              </p:ext>
            </p:extLst>
          </p:nvPr>
        </p:nvGraphicFramePr>
        <p:xfrm>
          <a:off x="3995643" y="1979613"/>
          <a:ext cx="2652000" cy="1901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en-GB" sz="1200" b="1" noProof="0" dirty="0">
                          <a:solidFill>
                            <a:schemeClr val="bg1"/>
                          </a:solidFill>
                        </a:rPr>
                        <a:t>Maintain</a:t>
                      </a: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6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Dimensions with impact above average and satisfaction above </a:t>
                      </a:r>
                      <a:br>
                        <a:rPr lang="en-GB" sz="1000" noProof="0" dirty="0"/>
                      </a:br>
                      <a:r>
                        <a:rPr lang="en-GB" sz="1000" noProof="0" dirty="0"/>
                        <a:t>target value. 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en-GB" sz="1000" noProof="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► </a:t>
                      </a:r>
                      <a:r>
                        <a:rPr lang="en-GB" sz="1000" b="1" noProof="0" dirty="0"/>
                        <a:t>Action: Hold good values and ensure sustainability.</a:t>
                      </a: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elle 8">
            <a:extLst>
              <a:ext uri="{FF2B5EF4-FFF2-40B4-BE49-F238E27FC236}">
                <a16:creationId xmlns:a16="http://schemas.microsoft.com/office/drawing/2014/main" id="{A7A348B5-AA89-7450-0139-0335623C7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73981"/>
              </p:ext>
            </p:extLst>
          </p:nvPr>
        </p:nvGraphicFramePr>
        <p:xfrm>
          <a:off x="1094938" y="4116231"/>
          <a:ext cx="2652000" cy="1901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en-GB" sz="1200" b="1" noProof="0" dirty="0">
                          <a:solidFill>
                            <a:schemeClr val="bg1"/>
                          </a:solidFill>
                        </a:rPr>
                        <a:t>Low Priority</a:t>
                      </a: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6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Dimensions with impact below average and satisfaction below </a:t>
                      </a:r>
                      <a:br>
                        <a:rPr lang="en-GB" sz="1000" noProof="0" dirty="0"/>
                      </a:br>
                      <a:r>
                        <a:rPr lang="en-GB" sz="1000" noProof="0" dirty="0"/>
                        <a:t>target value.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en-GB" sz="1000" noProof="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 ► </a:t>
                      </a:r>
                      <a:r>
                        <a:rPr lang="en-GB" sz="1000" b="1" noProof="0" dirty="0"/>
                        <a:t>Action: hold values, no investment.</a:t>
                      </a: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elle 9">
            <a:extLst>
              <a:ext uri="{FF2B5EF4-FFF2-40B4-BE49-F238E27FC236}">
                <a16:creationId xmlns:a16="http://schemas.microsoft.com/office/drawing/2014/main" id="{318E9517-534B-0371-42A5-DE0DE3D8A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606212"/>
              </p:ext>
            </p:extLst>
          </p:nvPr>
        </p:nvGraphicFramePr>
        <p:xfrm>
          <a:off x="3995643" y="4098124"/>
          <a:ext cx="2652000" cy="1901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800">
                <a:tc>
                  <a:txBody>
                    <a:bodyPr/>
                    <a:lstStyle/>
                    <a:p>
                      <a:pPr rtl="0"/>
                      <a:r>
                        <a:rPr lang="en-GB" sz="1200" b="1" noProof="0" dirty="0">
                          <a:solidFill>
                            <a:schemeClr val="bg1"/>
                          </a:solidFill>
                        </a:rPr>
                        <a:t>Invest</a:t>
                      </a:r>
                    </a:p>
                  </a:txBody>
                  <a:tcPr marL="78000" marR="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476">
                <a:tc>
                  <a:txBody>
                    <a:bodyPr/>
                    <a:lstStyle/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Dimensions with impact above average but satisfaction below </a:t>
                      </a:r>
                      <a:br>
                        <a:rPr lang="en-GB" sz="1000" noProof="0" dirty="0"/>
                      </a:br>
                      <a:r>
                        <a:rPr lang="en-GB" sz="1000" noProof="0" dirty="0"/>
                        <a:t>target value.</a:t>
                      </a:r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endParaRPr lang="en-GB" sz="1000" noProof="0" dirty="0"/>
                    </a:p>
                    <a:p>
                      <a:pPr algn="l" rtl="0" eaLnBrk="1" hangingPunct="1">
                        <a:lnSpc>
                          <a:spcPct val="100000"/>
                        </a:lnSpc>
                      </a:pPr>
                      <a:r>
                        <a:rPr lang="en-GB" sz="1000" noProof="0" dirty="0"/>
                        <a:t>►</a:t>
                      </a:r>
                      <a:r>
                        <a:rPr lang="en-GB" sz="1000" b="1" noProof="0" dirty="0"/>
                        <a:t>Action: Improve with first priority.</a:t>
                      </a:r>
                    </a:p>
                  </a:txBody>
                  <a:tcPr marL="78000" marR="0" marT="21600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4" name="Gerade Verbindung mit Pfeil 12">
            <a:extLst>
              <a:ext uri="{FF2B5EF4-FFF2-40B4-BE49-F238E27FC236}">
                <a16:creationId xmlns:a16="http://schemas.microsoft.com/office/drawing/2014/main" id="{1EB874A6-6378-2414-F361-26FCEDD3CD58}"/>
              </a:ext>
            </a:extLst>
          </p:cNvPr>
          <p:cNvCxnSpPr>
            <a:cxnSpLocks/>
          </p:cNvCxnSpPr>
          <p:nvPr/>
        </p:nvCxnSpPr>
        <p:spPr>
          <a:xfrm flipV="1">
            <a:off x="700300" y="2213958"/>
            <a:ext cx="0" cy="3569203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13">
            <a:extLst>
              <a:ext uri="{FF2B5EF4-FFF2-40B4-BE49-F238E27FC236}">
                <a16:creationId xmlns:a16="http://schemas.microsoft.com/office/drawing/2014/main" id="{4A3AD792-8C9E-099B-CC27-008411373CFB}"/>
              </a:ext>
            </a:extLst>
          </p:cNvPr>
          <p:cNvSpPr txBox="1"/>
          <p:nvPr/>
        </p:nvSpPr>
        <p:spPr>
          <a:xfrm>
            <a:off x="540000" y="1979613"/>
            <a:ext cx="32060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High</a:t>
            </a:r>
          </a:p>
        </p:txBody>
      </p:sp>
      <p:sp>
        <p:nvSpPr>
          <p:cNvPr id="26" name="Textfeld 14">
            <a:extLst>
              <a:ext uri="{FF2B5EF4-FFF2-40B4-BE49-F238E27FC236}">
                <a16:creationId xmlns:a16="http://schemas.microsoft.com/office/drawing/2014/main" id="{F2E3CA2A-D169-8750-4DCB-6D44B5631996}"/>
              </a:ext>
            </a:extLst>
          </p:cNvPr>
          <p:cNvSpPr txBox="1"/>
          <p:nvPr/>
        </p:nvSpPr>
        <p:spPr>
          <a:xfrm>
            <a:off x="586487" y="5863619"/>
            <a:ext cx="28126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Low</a:t>
            </a:r>
          </a:p>
        </p:txBody>
      </p:sp>
      <p:cxnSp>
        <p:nvCxnSpPr>
          <p:cNvPr id="27" name="Gerade Verbindung mit Pfeil 17">
            <a:extLst>
              <a:ext uri="{FF2B5EF4-FFF2-40B4-BE49-F238E27FC236}">
                <a16:creationId xmlns:a16="http://schemas.microsoft.com/office/drawing/2014/main" id="{105F9E52-6A22-4ADE-17B0-C3DA9E2FEF38}"/>
              </a:ext>
            </a:extLst>
          </p:cNvPr>
          <p:cNvCxnSpPr>
            <a:cxnSpLocks/>
          </p:cNvCxnSpPr>
          <p:nvPr/>
        </p:nvCxnSpPr>
        <p:spPr>
          <a:xfrm>
            <a:off x="1474055" y="6247646"/>
            <a:ext cx="4701495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18">
            <a:extLst>
              <a:ext uri="{FF2B5EF4-FFF2-40B4-BE49-F238E27FC236}">
                <a16:creationId xmlns:a16="http://schemas.microsoft.com/office/drawing/2014/main" id="{2E23B0D5-CB68-E71E-0BC7-D7BC927993BA}"/>
              </a:ext>
            </a:extLst>
          </p:cNvPr>
          <p:cNvSpPr txBox="1"/>
          <p:nvPr/>
        </p:nvSpPr>
        <p:spPr>
          <a:xfrm>
            <a:off x="6327042" y="6170712"/>
            <a:ext cx="32060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High</a:t>
            </a:r>
          </a:p>
        </p:txBody>
      </p:sp>
      <p:sp>
        <p:nvSpPr>
          <p:cNvPr id="29" name="Textfeld 19">
            <a:extLst>
              <a:ext uri="{FF2B5EF4-FFF2-40B4-BE49-F238E27FC236}">
                <a16:creationId xmlns:a16="http://schemas.microsoft.com/office/drawing/2014/main" id="{0F845180-A316-9FEF-C919-C4E1E32F9175}"/>
              </a:ext>
            </a:extLst>
          </p:cNvPr>
          <p:cNvSpPr txBox="1"/>
          <p:nvPr/>
        </p:nvSpPr>
        <p:spPr>
          <a:xfrm>
            <a:off x="1094938" y="6170697"/>
            <a:ext cx="32060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Low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302D394-C5C4-1CAC-0A77-89EDACF4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897125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YouGov">
  <a:themeElements>
    <a:clrScheme name="YouGov">
      <a:dk1>
        <a:srgbClr val="000000"/>
      </a:dk1>
      <a:lt1>
        <a:srgbClr val="FFFFFF"/>
      </a:lt1>
      <a:dk2>
        <a:srgbClr val="33415C"/>
      </a:dk2>
      <a:lt2>
        <a:srgbClr val="E6E8ED"/>
      </a:lt2>
      <a:accent1>
        <a:srgbClr val="FF412C"/>
      </a:accent1>
      <a:accent2>
        <a:srgbClr val="9F29FF"/>
      </a:accent2>
      <a:accent3>
        <a:srgbClr val="06A6EE"/>
      </a:accent3>
      <a:accent4>
        <a:srgbClr val="31CAA8"/>
      </a:accent4>
      <a:accent5>
        <a:srgbClr val="808DA5"/>
      </a:accent5>
      <a:accent6>
        <a:srgbClr val="FF2380"/>
      </a:accent6>
      <a:hlink>
        <a:srgbClr val="FF412C"/>
      </a:hlink>
      <a:folHlink>
        <a:srgbClr val="808DA5"/>
      </a:folHlink>
    </a:clrScheme>
    <a:fontScheme name="YouGov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14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Stone gray 7">
      <a:srgbClr val="E6E8ED"/>
    </a:custClr>
    <a:custClr name="Stone gray 1">
      <a:srgbClr val="33415C"/>
    </a:custClr>
    <a:custClr name="Grapefruit">
      <a:srgbClr val="FF412C"/>
    </a:custClr>
    <a:custClr name="Plum">
      <a:srgbClr val="9F29FF"/>
    </a:custClr>
    <a:custClr name="Blueberry">
      <a:srgbClr val="06A6EE"/>
    </a:custClr>
    <a:custClr name="Avocado">
      <a:srgbClr val="31CAA8"/>
    </a:custClr>
    <a:custClr name="Stone gray 3">
      <a:srgbClr val="808DA5"/>
    </a:custClr>
    <a:custClr name="Pomegranate">
      <a:srgbClr val="FF2380"/>
    </a:custClr>
    <a:custClr>
      <a:srgbClr val="FFFFFF"/>
    </a:custClr>
    <a:custClr>
      <a:srgbClr val="FFFFFF"/>
    </a:custClr>
    <a:custClr name="Stone gray 6">
      <a:srgbClr val="CCD1DB"/>
    </a:custClr>
    <a:custClr name="Stone gray 2">
      <a:srgbClr val="616E90"/>
    </a:custClr>
    <a:custClr name="Grapefruit 60%">
      <a:srgbClr val="FF8D80"/>
    </a:custClr>
    <a:custClr name="Plum 60%">
      <a:srgbClr val="C57FFF"/>
    </a:custClr>
    <a:custClr name="Blueberry 60%">
      <a:srgbClr val="6ACAF5"/>
    </a:custClr>
    <a:custClr name="Avocado 60%">
      <a:srgbClr val="83DFCB"/>
    </a:custClr>
    <a:custClr name="Stone gray 4">
      <a:srgbClr val="99A4B7"/>
    </a:custClr>
    <a:custClr name="Pomegranate 60%">
      <a:srgbClr val="FF7BB3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apefruit 80%">
      <a:srgbClr val="FF6756"/>
    </a:custClr>
    <a:custClr name="Plum 80%">
      <a:srgbClr val="B254FF"/>
    </a:custClr>
    <a:custClr name="Blueberry 80%">
      <a:srgbClr val="38B8F1"/>
    </a:custClr>
    <a:custClr name="Avocado 80%">
      <a:srgbClr val="5AD5B9"/>
    </a:custClr>
    <a:custClr name="Stone gray 5">
      <a:srgbClr val="B3BBC9"/>
    </a:custClr>
    <a:custClr name="Pomegranate 80%">
      <a:srgbClr val="FF4F9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apefruit dark 1">
      <a:srgbClr val="E8281E"/>
    </a:custClr>
    <a:custClr name="Plum dark 1">
      <a:srgbClr val="8001D8"/>
    </a:custClr>
    <a:custClr name="Blueberry dark 1">
      <a:srgbClr val="006BDB"/>
    </a:custClr>
    <a:custClr name="Avocado dark 1">
      <a:srgbClr val="149678"/>
    </a:custClr>
    <a:custClr>
      <a:srgbClr val="FFFFFF"/>
    </a:custClr>
    <a:custClr name="Pomegranate dark 1">
      <a:srgbClr val="CD0E28"/>
    </a:custClr>
    <a:custClr name="Color has no name">
      <a:srgbClr val="FFFFFF"/>
    </a:custClr>
    <a:custClr name="Color has no name">
      <a:srgbClr val="FFFFFF"/>
    </a:custClr>
    <a:custClr>
      <a:srgbClr val="FFFFFF"/>
    </a:custClr>
    <a:custClr>
      <a:srgbClr val="FFFFFF"/>
    </a:custClr>
    <a:custClr name="Grapefruit dark 2">
      <a:srgbClr val="C20800"/>
    </a:custClr>
    <a:custClr name="Plum dark 2">
      <a:srgbClr val="6600AB"/>
    </a:custClr>
    <a:custClr name="Blueberry dark 2">
      <a:srgbClr val="003CAB"/>
    </a:custClr>
    <a:custClr name="Avocado dark 2">
      <a:srgbClr val="006B46"/>
    </a:custClr>
    <a:custClr>
      <a:srgbClr val="FFFFFF"/>
    </a:custClr>
    <a:custClr name="Pomegranate dark 2">
      <a:srgbClr val="A50115"/>
    </a:custClr>
  </a:custClrLst>
  <a:extLst>
    <a:ext uri="{05A4C25C-085E-4340-85A3-A5531E510DB2}">
      <thm15:themeFamily xmlns:thm15="http://schemas.microsoft.com/office/thememl/2012/main" name="Ergebnispräsentation_Manual Charting YG Schweiz" id="{111132DD-5105-4EE6-BEB4-30D7CCFBCB9F}" vid="{55587E89-61BD-424C-B876-947233F5CD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INK 05-2021">
    <a:dk1>
      <a:srgbClr val="000000"/>
    </a:dk1>
    <a:lt1>
      <a:srgbClr val="FFFFFF"/>
    </a:lt1>
    <a:dk2>
      <a:srgbClr val="4C524D"/>
    </a:dk2>
    <a:lt2>
      <a:srgbClr val="F6F7F5"/>
    </a:lt2>
    <a:accent1>
      <a:srgbClr val="0D58D7"/>
    </a:accent1>
    <a:accent2>
      <a:srgbClr val="003BB3"/>
    </a:accent2>
    <a:accent3>
      <a:srgbClr val="AA7800"/>
    </a:accent3>
    <a:accent4>
      <a:srgbClr val="FA9E27"/>
    </a:accent4>
    <a:accent5>
      <a:srgbClr val="BE1800"/>
    </a:accent5>
    <a:accent6>
      <a:srgbClr val="287C45"/>
    </a:accent6>
    <a:hlink>
      <a:srgbClr val="0D58D7"/>
    </a:hlink>
    <a:folHlink>
      <a:srgbClr val="4C524D"/>
    </a:folHlink>
  </a:clrScheme>
  <a:fontScheme name="LINK Institut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LINK 05-2021">
    <a:dk1>
      <a:srgbClr val="000000"/>
    </a:dk1>
    <a:lt1>
      <a:srgbClr val="FFFFFF"/>
    </a:lt1>
    <a:dk2>
      <a:srgbClr val="4C524D"/>
    </a:dk2>
    <a:lt2>
      <a:srgbClr val="F6F7F5"/>
    </a:lt2>
    <a:accent1>
      <a:srgbClr val="0D58D7"/>
    </a:accent1>
    <a:accent2>
      <a:srgbClr val="003BB3"/>
    </a:accent2>
    <a:accent3>
      <a:srgbClr val="AA7800"/>
    </a:accent3>
    <a:accent4>
      <a:srgbClr val="FA9E27"/>
    </a:accent4>
    <a:accent5>
      <a:srgbClr val="BE1800"/>
    </a:accent5>
    <a:accent6>
      <a:srgbClr val="287C45"/>
    </a:accent6>
    <a:hlink>
      <a:srgbClr val="0D58D7"/>
    </a:hlink>
    <a:folHlink>
      <a:srgbClr val="4C524D"/>
    </a:folHlink>
  </a:clrScheme>
  <a:fontScheme name="LINK Institut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38DA2C36A68F4089B1821473F355A5" ma:contentTypeVersion="10" ma:contentTypeDescription="Create a new document." ma:contentTypeScope="" ma:versionID="d90583123e59d2d23d5bb3c301c41d0d">
  <xsd:schema xmlns:xsd="http://www.w3.org/2001/XMLSchema" xmlns:xs="http://www.w3.org/2001/XMLSchema" xmlns:p="http://schemas.microsoft.com/office/2006/metadata/properties" xmlns:ns2="739c7357-ad4b-4234-8453-41b5a0899272" xmlns:ns3="c94f6385-94f5-44e2-8137-55f4e11c3995" targetNamespace="http://schemas.microsoft.com/office/2006/metadata/properties" ma:root="true" ma:fieldsID="cd811974a41103eb572483fb22cefb54" ns2:_="" ns3:_="">
    <xsd:import namespace="739c7357-ad4b-4234-8453-41b5a0899272"/>
    <xsd:import namespace="c94f6385-94f5-44e2-8137-55f4e11c39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9c7357-ad4b-4234-8453-41b5a08992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8eee4b-1bb2-4d66-b734-98d7ff5681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f6385-94f5-44e2-8137-55f4e11c399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753bce8-0367-4f2b-8796-783fac11fc34}" ma:internalName="TaxCatchAll" ma:showField="CatchAllData" ma:web="c94f6385-94f5-44e2-8137-55f4e11c39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4f6385-94f5-44e2-8137-55f4e11c3995" xsi:nil="true"/>
    <lcf76f155ced4ddcb4097134ff3c332f xmlns="739c7357-ad4b-4234-8453-41b5a089927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771885-CCAE-46D8-939F-7254AE9EBC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9c7357-ad4b-4234-8453-41b5a0899272"/>
    <ds:schemaRef ds:uri="c94f6385-94f5-44e2-8137-55f4e11c39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687A0B-028E-4D8C-93C6-D7D177D990AE}">
  <ds:schemaRefs>
    <ds:schemaRef ds:uri="http://schemas.microsoft.com/office/2006/metadata/properties"/>
    <ds:schemaRef ds:uri="7956a615-d9ab-460c-9535-01aba8a11dd1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83f57ff1-df2e-4ac4-a7b4-a4cb90e21744"/>
    <ds:schemaRef ds:uri="da30c981-2d6c-4286-87e8-5c69c6d8559e"/>
    <ds:schemaRef ds:uri="8be6ffaf-f5d6-4faf-9b40-8a0636ee74e1"/>
    <ds:schemaRef ds:uri="http://purl.org/dc/terms/"/>
    <ds:schemaRef ds:uri="c94f6385-94f5-44e2-8137-55f4e11c3995"/>
    <ds:schemaRef ds:uri="739c7357-ad4b-4234-8453-41b5a0899272"/>
  </ds:schemaRefs>
</ds:datastoreItem>
</file>

<file path=customXml/itemProps3.xml><?xml version="1.0" encoding="utf-8"?>
<ds:datastoreItem xmlns:ds="http://schemas.openxmlformats.org/officeDocument/2006/customXml" ds:itemID="{CF00642B-F65C-46B6-A066-2BAFED673C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Ergebnispräsentation_Manual Charting YG Schweiz</Template>
  <TotalTime>0</TotalTime>
  <Words>288</Words>
  <Application>Microsoft Office PowerPoint</Application>
  <PresentationFormat>Widescreen</PresentationFormat>
  <Paragraphs>90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Calibri</vt:lpstr>
      <vt:lpstr>Graphik Bold</vt:lpstr>
      <vt:lpstr>YouGov</vt:lpstr>
      <vt:lpstr>think-cell Slide</vt:lpstr>
      <vt:lpstr>Key Driver Analyse</vt:lpstr>
      <vt:lpstr>Key Driver Analyse</vt:lpstr>
      <vt:lpstr>Key Driver Analysis</vt:lpstr>
      <vt:lpstr>Key Driver Analysis</vt:lpstr>
    </vt:vector>
  </TitlesOfParts>
  <Company>YouGov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Lilly Blättner</dc:creator>
  <cp:lastModifiedBy>Emmanuel Guizar Rosales</cp:lastModifiedBy>
  <cp:revision>6</cp:revision>
  <dcterms:created xsi:type="dcterms:W3CDTF">2026-02-05T12:48:03Z</dcterms:created>
  <dcterms:modified xsi:type="dcterms:W3CDTF">2026-05-08T12:12:22Z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0x010100E638DA2C36A68F4089B1821473F355A5</vt:lpwstr>
  </property>
  <property fmtid="{D5CDD505-2E9C-101B-9397-08002B2CF9AE}" pid="3" name="MediaServiceImageTags">
    <vt:lpwstr/>
  </property>
  <property fmtid="{D5CDD505-2E9C-101B-9397-08002B2CF9AE}" pid="4" name="Order">
    <vt:r8>389330100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</Properties>
</file>